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번호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소제목 + 태그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사다리 · 환경분석 → 시사점 → 협력체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5" name="머리칸"/>
          <p:cNvSpPr/>
          <p:nvPr/>
        </p:nvSpPr>
        <p:spPr>
          <a:xfrm>
            <a:off x="3985435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985435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46348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46348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3985435" y="1079217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1009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10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10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161391" y="1614835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614835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2145304" y="1603878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12052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1812052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2145304" y="1801096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09270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2009270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145304" y="1998313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228400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28400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2284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161391" y="22503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503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37" name="단계"/>
          <p:cNvSpPr/>
          <p:nvPr/>
        </p:nvSpPr>
        <p:spPr>
          <a:xfrm>
            <a:off x="3044087" y="22503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2503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39" name="단계"/>
          <p:cNvSpPr/>
          <p:nvPr/>
        </p:nvSpPr>
        <p:spPr>
          <a:xfrm>
            <a:off x="4926783" y="22503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2503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3044086" y="22503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 삼각형"/>
          <p:cNvSpPr/>
          <p:nvPr/>
        </p:nvSpPr>
        <p:spPr>
          <a:xfrm>
            <a:off x="4926782" y="22503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23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023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3044087" y="253518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023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926783" y="253518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사다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3" name="레일"/>
          <p:cNvSpPr/>
          <p:nvPr/>
        </p:nvSpPr>
        <p:spPr>
          <a:xfrm>
            <a:off x="734087" y="1180643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80643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레일 삼각형"/>
          <p:cNvSpPr/>
          <p:nvPr/>
        </p:nvSpPr>
        <p:spPr>
          <a:xfrm>
            <a:off x="734086" y="11806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머리칸"/>
          <p:cNvSpPr/>
          <p:nvPr/>
        </p:nvSpPr>
        <p:spPr>
          <a:xfrm>
            <a:off x="1347652" y="1202557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202557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머리칸"/>
          <p:cNvSpPr/>
          <p:nvPr/>
        </p:nvSpPr>
        <p:spPr>
          <a:xfrm>
            <a:off x="3380087" y="1202557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3380087" y="1202557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43600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391043" y="1443600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3380087" y="147647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962783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62783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96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347652" y="1984696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984696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8" name="단계"/>
          <p:cNvSpPr/>
          <p:nvPr/>
        </p:nvSpPr>
        <p:spPr>
          <a:xfrm>
            <a:off x="2363870" y="1984696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2363870" y="1984696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30" name="단계"/>
          <p:cNvSpPr/>
          <p:nvPr/>
        </p:nvSpPr>
        <p:spPr>
          <a:xfrm>
            <a:off x="3380087" y="1984696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380087" y="1984696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2" name="단계"/>
          <p:cNvSpPr/>
          <p:nvPr/>
        </p:nvSpPr>
        <p:spPr>
          <a:xfrm>
            <a:off x="4396304" y="1984696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396304" y="1984696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2363869" y="198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3380086" y="198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396304" y="198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236696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2374826" y="2236696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39" name="Connector 24"/>
          <p:cNvCxnSpPr/>
          <p:nvPr/>
        </p:nvCxnSpPr>
        <p:spPr>
          <a:xfrm>
            <a:off x="2363870" y="22695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3391043" y="2236696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380087" y="22695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407261" y="2236696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396304" y="22695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성과 화살표"/>
          <p:cNvSpPr/>
          <p:nvPr/>
        </p:nvSpPr>
        <p:spPr>
          <a:xfrm>
            <a:off x="5467304" y="1621721"/>
            <a:ext cx="142435" cy="284870"/>
          </a:xfrm>
          <a:custGeom>
            <a:avLst/>
            <a:gdLst/>
            <a:ahLst/>
            <a:cxnLst/>
            <a:rect l="l" t="t" r="r" b="b"/>
            <a:pathLst>
              <a:path w="142435" h="284870">
                <a:moveTo>
                  <a:pt x="0" y="0"/>
                </a:moveTo>
                <a:lnTo>
                  <a:pt x="0" y="284870"/>
                </a:lnTo>
                <a:lnTo>
                  <a:pt x="14243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성과 패널 머리"/>
          <p:cNvSpPr/>
          <p:nvPr/>
        </p:nvSpPr>
        <p:spPr>
          <a:xfrm>
            <a:off x="5637130" y="777913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성과 패널 머리"/>
          <p:cNvSpPr>
            <a:spLocks noGrp="1"/>
          </p:cNvSpPr>
          <p:nvPr>
            <p:ph type="body" sz="quarter" idx="36"/>
          </p:nvPr>
        </p:nvSpPr>
        <p:spPr>
          <a:xfrm>
            <a:off x="5637130" y="777913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성과 패널"/>
          <p:cNvSpPr/>
          <p:nvPr/>
        </p:nvSpPr>
        <p:spPr>
          <a:xfrm>
            <a:off x="5637130" y="1029913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성과 패널 본문"/>
          <p:cNvSpPr>
            <a:spLocks noGrp="1"/>
          </p:cNvSpPr>
          <p:nvPr>
            <p:ph type="body" sz="quarter" idx="37"/>
          </p:nvPr>
        </p:nvSpPr>
        <p:spPr>
          <a:xfrm>
            <a:off x="5659043" y="1051826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사다리 · 단계 추진(그간의 노력 → 상세화 → 선임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5" name="머리칸"/>
          <p:cNvSpPr/>
          <p:nvPr/>
        </p:nvSpPr>
        <p:spPr>
          <a:xfrm>
            <a:off x="3985435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985435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4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4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3985435" y="107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0525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525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0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4271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271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271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271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68209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68209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10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27113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027113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20271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"/>
          <p:cNvSpPr/>
          <p:nvPr/>
        </p:nvSpPr>
        <p:spPr>
          <a:xfrm>
            <a:off x="1161391" y="2049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2049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5" name="단계"/>
          <p:cNvSpPr/>
          <p:nvPr/>
        </p:nvSpPr>
        <p:spPr>
          <a:xfrm>
            <a:off x="2573413" y="2049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2573413" y="2049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37" name="단계"/>
          <p:cNvSpPr/>
          <p:nvPr/>
        </p:nvSpPr>
        <p:spPr>
          <a:xfrm>
            <a:off x="3985435" y="2049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3985435" y="2049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39" name="단계"/>
          <p:cNvSpPr/>
          <p:nvPr/>
        </p:nvSpPr>
        <p:spPr>
          <a:xfrm>
            <a:off x="5397457" y="2049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5397457" y="2049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573413" y="2049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 삼각형"/>
          <p:cNvSpPr/>
          <p:nvPr/>
        </p:nvSpPr>
        <p:spPr>
          <a:xfrm>
            <a:off x="3985434" y="2049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397456" y="2049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301026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584370" y="2301026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2573413" y="233389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301026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985435" y="233389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408413" y="2301026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5397457" y="233389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사다리 · 수준진단 → 공감대 형성 → 시사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13" name="레일"/>
          <p:cNvSpPr/>
          <p:nvPr/>
        </p:nvSpPr>
        <p:spPr>
          <a:xfrm>
            <a:off x="734087" y="1180643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8064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5" name="레일 삼각형"/>
          <p:cNvSpPr/>
          <p:nvPr/>
        </p:nvSpPr>
        <p:spPr>
          <a:xfrm>
            <a:off x="734086" y="11806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머리칸"/>
          <p:cNvSpPr/>
          <p:nvPr/>
        </p:nvSpPr>
        <p:spPr>
          <a:xfrm>
            <a:off x="1347652" y="1202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202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202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202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43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43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476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80250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8025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8025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347652" y="1846330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846330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2470605" y="1835374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2043548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043548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470605" y="2032591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사다리 · 공감대 → 선언(사진) → 확산(배너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5" name="머리칸"/>
          <p:cNvSpPr/>
          <p:nvPr/>
        </p:nvSpPr>
        <p:spPr>
          <a:xfrm>
            <a:off x="3985435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985435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4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4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3985435" y="107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0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 태그"/>
          <p:cNvSpPr/>
          <p:nvPr/>
        </p:nvSpPr>
        <p:spPr>
          <a:xfrm>
            <a:off x="668144" y="156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레일 태그"/>
          <p:cNvSpPr>
            <a:spLocks noGrp="1"/>
          </p:cNvSpPr>
          <p:nvPr>
            <p:ph type="body" sz="quarter" idx="25"/>
          </p:nvPr>
        </p:nvSpPr>
        <p:spPr>
          <a:xfrm>
            <a:off x="668144" y="156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75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42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42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6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28" name="사진 칸"/>
          <p:cNvSpPr/>
          <p:nvPr/>
        </p:nvSpPr>
        <p:spPr>
          <a:xfrm>
            <a:off x="5730261" y="143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9" name="사진 칸"/>
          <p:cNvSpPr>
            <a:spLocks noGrp="1"/>
          </p:cNvSpPr>
          <p:nvPr>
            <p:ph type="body" sz="quarter" idx="29"/>
          </p:nvPr>
        </p:nvSpPr>
        <p:spPr>
          <a:xfrm>
            <a:off x="5730261" y="143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30" name="레일"/>
          <p:cNvSpPr/>
          <p:nvPr/>
        </p:nvSpPr>
        <p:spPr>
          <a:xfrm>
            <a:off x="547826" y="223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40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40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58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23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161391" y="225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25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9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9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39" name="머리칸"/>
          <p:cNvSpPr/>
          <p:nvPr/>
        </p:nvSpPr>
        <p:spPr>
          <a:xfrm>
            <a:off x="3044087" y="249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9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41" name="머리칸"/>
          <p:cNvSpPr/>
          <p:nvPr/>
        </p:nvSpPr>
        <p:spPr>
          <a:xfrm>
            <a:off x="4926783" y="249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9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73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73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3044087" y="276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73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926783" y="276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사다리 ·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21687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21687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216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443600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443600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24" name="단계"/>
          <p:cNvSpPr/>
          <p:nvPr/>
        </p:nvSpPr>
        <p:spPr>
          <a:xfrm>
            <a:off x="2759674" y="1443600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443600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26" name="단계"/>
          <p:cNvSpPr/>
          <p:nvPr/>
        </p:nvSpPr>
        <p:spPr>
          <a:xfrm>
            <a:off x="4171696" y="1443600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443600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28" name="단계"/>
          <p:cNvSpPr/>
          <p:nvPr/>
        </p:nvSpPr>
        <p:spPr>
          <a:xfrm>
            <a:off x="5583717" y="1443600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443600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759673" y="14436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171695" y="14436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583717" y="14436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95600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695600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35" name="Connector 21"/>
          <p:cNvCxnSpPr/>
          <p:nvPr/>
        </p:nvCxnSpPr>
        <p:spPr>
          <a:xfrm>
            <a:off x="2759674" y="1728470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695600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171696" y="1728470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695600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583717" y="1728470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2369583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369583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23695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머리칸"/>
          <p:cNvSpPr/>
          <p:nvPr/>
        </p:nvSpPr>
        <p:spPr>
          <a:xfrm>
            <a:off x="1347652" y="23914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5"/>
          </p:nvPr>
        </p:nvSpPr>
        <p:spPr>
          <a:xfrm>
            <a:off x="1347652" y="23914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3914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6"/>
          </p:nvPr>
        </p:nvSpPr>
        <p:spPr>
          <a:xfrm>
            <a:off x="4171696" y="23914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632539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269426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632539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4171696" y="2665409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사다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5" name="머리칸"/>
          <p:cNvSpPr/>
          <p:nvPr/>
        </p:nvSpPr>
        <p:spPr>
          <a:xfrm>
            <a:off x="3484174" y="80530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484174" y="80530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4634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495130" y="104634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3484174" y="107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0525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525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0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42716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2716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5" name="머리칸"/>
          <p:cNvSpPr/>
          <p:nvPr/>
        </p:nvSpPr>
        <p:spPr>
          <a:xfrm>
            <a:off x="3484174" y="142716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484174" y="142716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68209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495130" y="1668209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484174" y="17010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2711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02711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20271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배너"/>
          <p:cNvSpPr/>
          <p:nvPr/>
        </p:nvSpPr>
        <p:spPr>
          <a:xfrm>
            <a:off x="1161391" y="204902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04902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5" name="본문"/>
          <p:cNvSpPr>
            <a:spLocks noGrp="1"/>
          </p:cNvSpPr>
          <p:nvPr>
            <p:ph type="body" sz="quarter" idx="32"/>
          </p:nvPr>
        </p:nvSpPr>
        <p:spPr>
          <a:xfrm>
            <a:off x="1161391" y="228459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36" name="사진 칸"/>
          <p:cNvSpPr/>
          <p:nvPr/>
        </p:nvSpPr>
        <p:spPr>
          <a:xfrm>
            <a:off x="5878174" y="78339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7" name="사진 칸"/>
          <p:cNvSpPr>
            <a:spLocks noGrp="1"/>
          </p:cNvSpPr>
          <p:nvPr>
            <p:ph type="body" sz="quarter" idx="33"/>
          </p:nvPr>
        </p:nvSpPr>
        <p:spPr>
          <a:xfrm>
            <a:off x="5878174" y="78339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38" name="사진 칸"/>
          <p:cNvSpPr/>
          <p:nvPr/>
        </p:nvSpPr>
        <p:spPr>
          <a:xfrm>
            <a:off x="5878174" y="202711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878174" y="202711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사다리 · 현황 · 문제점 · 노사 공동노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3" name="레일"/>
          <p:cNvSpPr/>
          <p:nvPr/>
        </p:nvSpPr>
        <p:spPr>
          <a:xfrm>
            <a:off x="734087" y="106419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6419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5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08610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6" name="레일"/>
          <p:cNvSpPr/>
          <p:nvPr/>
        </p:nvSpPr>
        <p:spPr>
          <a:xfrm>
            <a:off x="734087" y="1334035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34035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355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55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355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355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355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355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9699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9699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6298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9699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6298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사다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3" name="배너"/>
          <p:cNvSpPr/>
          <p:nvPr/>
        </p:nvSpPr>
        <p:spPr>
          <a:xfrm>
            <a:off x="1161391" y="80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" name="배너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4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4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7" name="머리칸"/>
          <p:cNvSpPr/>
          <p:nvPr/>
        </p:nvSpPr>
        <p:spPr>
          <a:xfrm>
            <a:off x="3044087" y="104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044087" y="104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9" name="머리칸"/>
          <p:cNvSpPr/>
          <p:nvPr/>
        </p:nvSpPr>
        <p:spPr>
          <a:xfrm>
            <a:off x="4926783" y="104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926783" y="104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2819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055043" y="12819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3044087" y="131478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937739" y="12819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926783" y="131478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태그"/>
          <p:cNvSpPr/>
          <p:nvPr/>
        </p:nvSpPr>
        <p:spPr>
          <a:xfrm>
            <a:off x="1161391" y="166273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1662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786727" y="1651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1881861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8818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배너"/>
          <p:cNvSpPr/>
          <p:nvPr/>
        </p:nvSpPr>
        <p:spPr>
          <a:xfrm>
            <a:off x="1161391" y="1903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1903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4" name="머리칸"/>
          <p:cNvSpPr/>
          <p:nvPr/>
        </p:nvSpPr>
        <p:spPr>
          <a:xfrm>
            <a:off x="1161391" y="2139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139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36" name="머리칸"/>
          <p:cNvSpPr/>
          <p:nvPr/>
        </p:nvSpPr>
        <p:spPr>
          <a:xfrm>
            <a:off x="3985435" y="2139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139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380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380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0" name="Connector 26"/>
          <p:cNvCxnSpPr/>
          <p:nvPr/>
        </p:nvCxnSpPr>
        <p:spPr>
          <a:xfrm>
            <a:off x="3985435" y="2413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태그"/>
          <p:cNvSpPr/>
          <p:nvPr/>
        </p:nvSpPr>
        <p:spPr>
          <a:xfrm>
            <a:off x="1161391" y="27612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6"/>
          </p:nvPr>
        </p:nvSpPr>
        <p:spPr>
          <a:xfrm>
            <a:off x="1161391" y="27612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37"/>
          </p:nvPr>
        </p:nvSpPr>
        <p:spPr>
          <a:xfrm>
            <a:off x="1786727" y="27502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사다리 · 추진성과 레일(그린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행 · 추진 체계 5행(목표·방향·과제·채널·지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라벨 박스"/>
          <p:cNvSpPr/>
          <p:nvPr/>
        </p:nvSpPr>
        <p:spPr>
          <a:xfrm>
            <a:off x="536870" y="76695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7791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77913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13" name="강조 바"/>
          <p:cNvSpPr/>
          <p:nvPr/>
        </p:nvSpPr>
        <p:spPr>
          <a:xfrm>
            <a:off x="1172348" y="799826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강조 바 글"/>
          <p:cNvSpPr>
            <a:spLocks noGrp="1"/>
          </p:cNvSpPr>
          <p:nvPr>
            <p:ph type="body" sz="quarter" idx="21"/>
          </p:nvPr>
        </p:nvSpPr>
        <p:spPr>
          <a:xfrm>
            <a:off x="1172348" y="799826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15" name="라벨 박스"/>
          <p:cNvSpPr/>
          <p:nvPr/>
        </p:nvSpPr>
        <p:spPr>
          <a:xfrm>
            <a:off x="536870" y="111208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2304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23043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18" name="가운데 글"/>
          <p:cNvSpPr>
            <a:spLocks noGrp="1"/>
          </p:cNvSpPr>
          <p:nvPr>
            <p:ph type="body" sz="quarter" idx="23"/>
          </p:nvPr>
        </p:nvSpPr>
        <p:spPr>
          <a:xfrm>
            <a:off x="1172348" y="112852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19" name="가운데 글"/>
          <p:cNvSpPr>
            <a:spLocks noGrp="1"/>
          </p:cNvSpPr>
          <p:nvPr>
            <p:ph type="body" sz="quarter" idx="24"/>
          </p:nvPr>
        </p:nvSpPr>
        <p:spPr>
          <a:xfrm>
            <a:off x="3049565" y="112852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20" name="Connector 14"/>
          <p:cNvCxnSpPr/>
          <p:nvPr/>
        </p:nvCxnSpPr>
        <p:spPr>
          <a:xfrm>
            <a:off x="3049565" y="1166870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4926783" y="112852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4926783" y="1166870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23" name="라벨 박스"/>
          <p:cNvSpPr/>
          <p:nvPr/>
        </p:nvSpPr>
        <p:spPr>
          <a:xfrm>
            <a:off x="536870" y="1457217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68174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68174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83304" y="1473652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060522" y="1473652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28" name="Connector 21"/>
          <p:cNvCxnSpPr/>
          <p:nvPr/>
        </p:nvCxnSpPr>
        <p:spPr>
          <a:xfrm>
            <a:off x="3049565" y="1506522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473652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30" name="Connector 23"/>
          <p:cNvCxnSpPr/>
          <p:nvPr/>
        </p:nvCxnSpPr>
        <p:spPr>
          <a:xfrm>
            <a:off x="4926783" y="1506522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라벨 박스"/>
          <p:cNvSpPr/>
          <p:nvPr/>
        </p:nvSpPr>
        <p:spPr>
          <a:xfrm>
            <a:off x="536870" y="2058574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069530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069530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075009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075009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36" name="Connector 28"/>
          <p:cNvCxnSpPr/>
          <p:nvPr/>
        </p:nvCxnSpPr>
        <p:spPr>
          <a:xfrm>
            <a:off x="3049565" y="2107878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075009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38" name="Connector 30"/>
          <p:cNvCxnSpPr/>
          <p:nvPr/>
        </p:nvCxnSpPr>
        <p:spPr>
          <a:xfrm>
            <a:off x="4926783" y="2107878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라벨 박스"/>
          <p:cNvSpPr/>
          <p:nvPr/>
        </p:nvSpPr>
        <p:spPr>
          <a:xfrm>
            <a:off x="536870" y="24996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5106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5106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5160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5160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44" name="Connector 35"/>
          <p:cNvCxnSpPr/>
          <p:nvPr/>
        </p:nvCxnSpPr>
        <p:spPr>
          <a:xfrm>
            <a:off x="3049565" y="25489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160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46" name="Connector 37"/>
          <p:cNvCxnSpPr/>
          <p:nvPr/>
        </p:nvCxnSpPr>
        <p:spPr>
          <a:xfrm>
            <a:off x="4926783" y="25489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행 · 점검(추진배경·방법·항목·결과) + 주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라벨 박스"/>
          <p:cNvSpPr/>
          <p:nvPr/>
        </p:nvSpPr>
        <p:spPr>
          <a:xfrm>
            <a:off x="723130" y="77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8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8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1"/>
          </p:nvPr>
        </p:nvSpPr>
        <p:spPr>
          <a:xfrm>
            <a:off x="1358609" y="79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3" name="라벨 박스"/>
          <p:cNvSpPr/>
          <p:nvPr/>
        </p:nvSpPr>
        <p:spPr>
          <a:xfrm>
            <a:off x="723130" y="1123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134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34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6" name="가운데 글"/>
          <p:cNvSpPr>
            <a:spLocks noGrp="1"/>
          </p:cNvSpPr>
          <p:nvPr>
            <p:ph type="body" sz="quarter" idx="23"/>
          </p:nvPr>
        </p:nvSpPr>
        <p:spPr>
          <a:xfrm>
            <a:off x="1358609" y="1139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7" name="주석"/>
          <p:cNvSpPr>
            <a:spLocks noGrp="1"/>
          </p:cNvSpPr>
          <p:nvPr>
            <p:ph type="body" sz="quarter" idx="24"/>
          </p:nvPr>
        </p:nvSpPr>
        <p:spPr>
          <a:xfrm>
            <a:off x="2366609" y="1446261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676348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68730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8730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1" name="머리칸"/>
          <p:cNvSpPr/>
          <p:nvPr/>
        </p:nvSpPr>
        <p:spPr>
          <a:xfrm>
            <a:off x="1358609" y="170373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6"/>
          </p:nvPr>
        </p:nvSpPr>
        <p:spPr>
          <a:xfrm>
            <a:off x="1358609" y="170373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3" name="머리칸"/>
          <p:cNvSpPr/>
          <p:nvPr/>
        </p:nvSpPr>
        <p:spPr>
          <a:xfrm>
            <a:off x="3235826" y="170373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3235826" y="170373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70373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70373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1944783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3246783" y="1944783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5826" y="1977652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944783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977652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380383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39133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9133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369565" y="239681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246783" y="239681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235826" y="2429687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39681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5113043" y="2429687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행 · 비전 · 환경 · 목표 · 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라벨 박스"/>
          <p:cNvSpPr/>
          <p:nvPr/>
        </p:nvSpPr>
        <p:spPr>
          <a:xfrm>
            <a:off x="536870" y="76695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7791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77913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3" name="가운데 글"/>
          <p:cNvSpPr>
            <a:spLocks noGrp="1"/>
          </p:cNvSpPr>
          <p:nvPr>
            <p:ph type="body" sz="quarter" idx="21"/>
          </p:nvPr>
        </p:nvSpPr>
        <p:spPr>
          <a:xfrm>
            <a:off x="1172348" y="783391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11208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123043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23043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/>
          <p:nvPr/>
        </p:nvSpPr>
        <p:spPr>
          <a:xfrm>
            <a:off x="1172348" y="1139478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72348" y="1139478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9" name="머리칸"/>
          <p:cNvSpPr/>
          <p:nvPr/>
        </p:nvSpPr>
        <p:spPr>
          <a:xfrm>
            <a:off x="3988174" y="1139478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8174" y="1139478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83304" y="1380522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9130" y="1380522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8174" y="1413391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라벨 박스"/>
          <p:cNvSpPr/>
          <p:nvPr/>
        </p:nvSpPr>
        <p:spPr>
          <a:xfrm>
            <a:off x="536870" y="181612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827078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27078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7" name="강조 바"/>
          <p:cNvSpPr/>
          <p:nvPr/>
        </p:nvSpPr>
        <p:spPr>
          <a:xfrm>
            <a:off x="1172348" y="1848991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강조 바 글"/>
          <p:cNvSpPr>
            <a:spLocks noGrp="1"/>
          </p:cNvSpPr>
          <p:nvPr>
            <p:ph type="body" sz="quarter" idx="28"/>
          </p:nvPr>
        </p:nvSpPr>
        <p:spPr>
          <a:xfrm>
            <a:off x="1172348" y="1848991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9" name="라벨 박스"/>
          <p:cNvSpPr/>
          <p:nvPr/>
        </p:nvSpPr>
        <p:spPr>
          <a:xfrm>
            <a:off x="536870" y="2161252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547826" y="2172209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172209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32" name="머리칸"/>
          <p:cNvSpPr/>
          <p:nvPr/>
        </p:nvSpPr>
        <p:spPr>
          <a:xfrm>
            <a:off x="1172348" y="21886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72348" y="2188643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34" name="머리칸"/>
          <p:cNvSpPr/>
          <p:nvPr/>
        </p:nvSpPr>
        <p:spPr>
          <a:xfrm>
            <a:off x="3049565" y="21886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9565" y="2188643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1886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188643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83304" y="2429687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60522" y="2429687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9565" y="2462557"/>
            <a:ext cx="0" cy="2931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429687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462557"/>
            <a:ext cx="0" cy="2931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행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라벨 박스"/>
          <p:cNvSpPr/>
          <p:nvPr/>
        </p:nvSpPr>
        <p:spPr>
          <a:xfrm>
            <a:off x="723130" y="77791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8887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8887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2" name="머리칸"/>
          <p:cNvSpPr/>
          <p:nvPr/>
        </p:nvSpPr>
        <p:spPr>
          <a:xfrm>
            <a:off x="1358609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58609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/>
          <p:nvPr/>
        </p:nvSpPr>
        <p:spPr>
          <a:xfrm>
            <a:off x="3235826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3235826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6" name="머리칸"/>
          <p:cNvSpPr/>
          <p:nvPr/>
        </p:nvSpPr>
        <p:spPr>
          <a:xfrm>
            <a:off x="5113043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5113043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69565" y="104634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3246783" y="104634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0" name="Connector 10"/>
          <p:cNvCxnSpPr/>
          <p:nvPr/>
        </p:nvCxnSpPr>
        <p:spPr>
          <a:xfrm>
            <a:off x="3235826" y="1079217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134957" y="1057304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134957" y="1057304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27"/>
          </p:nvPr>
        </p:nvSpPr>
        <p:spPr>
          <a:xfrm>
            <a:off x="5682783" y="1057304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5134957" y="139429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134957" y="139977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134957" y="139977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7" name="소행 본문"/>
          <p:cNvSpPr>
            <a:spLocks noGrp="1"/>
          </p:cNvSpPr>
          <p:nvPr>
            <p:ph type="body" sz="quarter" idx="29"/>
          </p:nvPr>
        </p:nvSpPr>
        <p:spPr>
          <a:xfrm>
            <a:off x="5682783" y="139977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079217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라벨 박스"/>
          <p:cNvSpPr/>
          <p:nvPr/>
        </p:nvSpPr>
        <p:spPr>
          <a:xfrm>
            <a:off x="723130" y="195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196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6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2" name="가운데 글"/>
          <p:cNvSpPr>
            <a:spLocks noGrp="1"/>
          </p:cNvSpPr>
          <p:nvPr>
            <p:ph type="body" sz="quarter" idx="31"/>
          </p:nvPr>
        </p:nvSpPr>
        <p:spPr>
          <a:xfrm>
            <a:off x="1358609" y="1973739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33" name="가운데 글"/>
          <p:cNvSpPr>
            <a:spLocks noGrp="1"/>
          </p:cNvSpPr>
          <p:nvPr>
            <p:ph type="body" sz="quarter" idx="32"/>
          </p:nvPr>
        </p:nvSpPr>
        <p:spPr>
          <a:xfrm>
            <a:off x="3235826" y="1973739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34" name="Connector 21"/>
          <p:cNvCxnSpPr/>
          <p:nvPr/>
        </p:nvCxnSpPr>
        <p:spPr>
          <a:xfrm>
            <a:off x="3235826" y="201208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35" name="가운데 글"/>
          <p:cNvSpPr>
            <a:spLocks noGrp="1"/>
          </p:cNvSpPr>
          <p:nvPr>
            <p:ph type="body" sz="quarter" idx="33"/>
          </p:nvPr>
        </p:nvSpPr>
        <p:spPr>
          <a:xfrm>
            <a:off x="5113043" y="1973739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5113043" y="201208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723130" y="230243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313391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313391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231887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6783" y="231887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235826" y="2351739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1887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5113043" y="2351739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두 갈래 패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패널 외곽"/>
          <p:cNvSpPr/>
          <p:nvPr/>
        </p:nvSpPr>
        <p:spPr>
          <a:xfrm>
            <a:off x="536870" y="766957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패널 머리"/>
          <p:cNvSpPr/>
          <p:nvPr/>
        </p:nvSpPr>
        <p:spPr>
          <a:xfrm>
            <a:off x="536870" y="76695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" name="패널 머리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3" name="레일"/>
          <p:cNvSpPr/>
          <p:nvPr/>
        </p:nvSpPr>
        <p:spPr>
          <a:xfrm>
            <a:off x="569739" y="1040870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69739" y="1040870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5" name="패널 본문"/>
          <p:cNvSpPr>
            <a:spLocks noGrp="1"/>
          </p:cNvSpPr>
          <p:nvPr>
            <p:ph type="body" sz="quarter" idx="22"/>
          </p:nvPr>
        </p:nvSpPr>
        <p:spPr>
          <a:xfrm>
            <a:off x="1243565" y="1029913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6" name="Connector 10"/>
          <p:cNvCxnSpPr/>
          <p:nvPr/>
        </p:nvCxnSpPr>
        <p:spPr>
          <a:xfrm>
            <a:off x="1243565" y="1427165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7" name="레일"/>
          <p:cNvSpPr/>
          <p:nvPr/>
        </p:nvSpPr>
        <p:spPr>
          <a:xfrm>
            <a:off x="569739" y="143812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69739" y="143812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24"/>
          </p:nvPr>
        </p:nvSpPr>
        <p:spPr>
          <a:xfrm>
            <a:off x="1243565" y="1427165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0" name="Connector 13"/>
          <p:cNvCxnSpPr/>
          <p:nvPr/>
        </p:nvCxnSpPr>
        <p:spPr>
          <a:xfrm>
            <a:off x="1243565" y="1824417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69739" y="183537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69739" y="183537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1243565" y="1824417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1243565" y="222167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69739" y="2232626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69739" y="2232626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27" name="패널 본문"/>
          <p:cNvSpPr>
            <a:spLocks noGrp="1"/>
          </p:cNvSpPr>
          <p:nvPr>
            <p:ph type="body" sz="quarter" idx="28"/>
          </p:nvPr>
        </p:nvSpPr>
        <p:spPr>
          <a:xfrm>
            <a:off x="1243565" y="222167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8" name="패널 외곽"/>
          <p:cNvSpPr/>
          <p:nvPr/>
        </p:nvSpPr>
        <p:spPr>
          <a:xfrm>
            <a:off x="3711522" y="766957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패널 머리"/>
          <p:cNvSpPr/>
          <p:nvPr/>
        </p:nvSpPr>
        <p:spPr>
          <a:xfrm>
            <a:off x="3711522" y="76695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패널 머리"/>
          <p:cNvSpPr>
            <a:spLocks noGrp="1"/>
          </p:cNvSpPr>
          <p:nvPr>
            <p:ph type="body" sz="quarter" idx="29"/>
          </p:nvPr>
        </p:nvSpPr>
        <p:spPr>
          <a:xfrm>
            <a:off x="3711522" y="76695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1" name="레일"/>
          <p:cNvSpPr/>
          <p:nvPr/>
        </p:nvSpPr>
        <p:spPr>
          <a:xfrm>
            <a:off x="3744391" y="1040870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3744391" y="1040870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3" name="패널 본문"/>
          <p:cNvSpPr>
            <a:spLocks noGrp="1"/>
          </p:cNvSpPr>
          <p:nvPr>
            <p:ph type="body" sz="quarter" idx="31"/>
          </p:nvPr>
        </p:nvSpPr>
        <p:spPr>
          <a:xfrm>
            <a:off x="4599000" y="1029913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4599000" y="1427165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3744391" y="143812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3744391" y="143812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37" name="패널 본문"/>
          <p:cNvSpPr>
            <a:spLocks noGrp="1"/>
          </p:cNvSpPr>
          <p:nvPr>
            <p:ph type="body" sz="quarter" idx="33"/>
          </p:nvPr>
        </p:nvSpPr>
        <p:spPr>
          <a:xfrm>
            <a:off x="4599000" y="1427165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599000" y="1824417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3744391" y="183537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3744391" y="183537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1" name="패널 본문"/>
          <p:cNvSpPr>
            <a:spLocks noGrp="1"/>
          </p:cNvSpPr>
          <p:nvPr>
            <p:ph type="body" sz="quarter" idx="35"/>
          </p:nvPr>
        </p:nvSpPr>
        <p:spPr>
          <a:xfrm>
            <a:off x="4599000" y="1824417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599000" y="222167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3744391" y="2232626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3744391" y="2232626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5" name="패널 본문"/>
          <p:cNvSpPr>
            <a:spLocks noGrp="1"/>
          </p:cNvSpPr>
          <p:nvPr>
            <p:ph type="body" sz="quarter" idx="37"/>
          </p:nvPr>
        </p:nvSpPr>
        <p:spPr>
          <a:xfrm>
            <a:off x="4599000" y="222167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3분할 패널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패널 외곽"/>
          <p:cNvSpPr/>
          <p:nvPr/>
        </p:nvSpPr>
        <p:spPr>
          <a:xfrm>
            <a:off x="723130" y="77791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패널 머리"/>
          <p:cNvSpPr/>
          <p:nvPr/>
        </p:nvSpPr>
        <p:spPr>
          <a:xfrm>
            <a:off x="723130" y="77791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" name="패널 머리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" name="패널 본문"/>
          <p:cNvSpPr>
            <a:spLocks noGrp="1"/>
          </p:cNvSpPr>
          <p:nvPr>
            <p:ph type="body" sz="quarter" idx="21"/>
          </p:nvPr>
        </p:nvSpPr>
        <p:spPr>
          <a:xfrm>
            <a:off x="745043" y="1018957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3" name="요약 바"/>
          <p:cNvSpPr/>
          <p:nvPr/>
        </p:nvSpPr>
        <p:spPr>
          <a:xfrm>
            <a:off x="745043" y="1527183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" name="요약 바"/>
          <p:cNvSpPr>
            <a:spLocks noGrp="1"/>
          </p:cNvSpPr>
          <p:nvPr>
            <p:ph type="body" sz="quarter" idx="22"/>
          </p:nvPr>
        </p:nvSpPr>
        <p:spPr>
          <a:xfrm>
            <a:off x="745043" y="1527183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5" name="패널 외곽"/>
          <p:cNvSpPr/>
          <p:nvPr/>
        </p:nvSpPr>
        <p:spPr>
          <a:xfrm>
            <a:off x="2837739" y="77791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패널 머리"/>
          <p:cNvSpPr/>
          <p:nvPr/>
        </p:nvSpPr>
        <p:spPr>
          <a:xfrm>
            <a:off x="2837739" y="77791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패널 머리"/>
          <p:cNvSpPr>
            <a:spLocks noGrp="1"/>
          </p:cNvSpPr>
          <p:nvPr>
            <p:ph type="body" sz="quarter" idx="23"/>
          </p:nvPr>
        </p:nvSpPr>
        <p:spPr>
          <a:xfrm>
            <a:off x="2837739" y="77791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2859652" y="1018957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9" name="요약 바"/>
          <p:cNvSpPr/>
          <p:nvPr/>
        </p:nvSpPr>
        <p:spPr>
          <a:xfrm>
            <a:off x="2859652" y="1527183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요약 바"/>
          <p:cNvSpPr>
            <a:spLocks noGrp="1"/>
          </p:cNvSpPr>
          <p:nvPr>
            <p:ph type="body" sz="quarter" idx="25"/>
          </p:nvPr>
        </p:nvSpPr>
        <p:spPr>
          <a:xfrm>
            <a:off x="2859652" y="1527183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1" name="패널 외곽"/>
          <p:cNvSpPr/>
          <p:nvPr/>
        </p:nvSpPr>
        <p:spPr>
          <a:xfrm>
            <a:off x="4952348" y="77791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패널 머리"/>
          <p:cNvSpPr/>
          <p:nvPr/>
        </p:nvSpPr>
        <p:spPr>
          <a:xfrm>
            <a:off x="4952348" y="77791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패널 머리"/>
          <p:cNvSpPr>
            <a:spLocks noGrp="1"/>
          </p:cNvSpPr>
          <p:nvPr>
            <p:ph type="body" sz="quarter" idx="26"/>
          </p:nvPr>
        </p:nvSpPr>
        <p:spPr>
          <a:xfrm>
            <a:off x="4952348" y="77791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4" name="패널 본문"/>
          <p:cNvSpPr>
            <a:spLocks noGrp="1"/>
          </p:cNvSpPr>
          <p:nvPr>
            <p:ph type="body" sz="quarter" idx="27"/>
          </p:nvPr>
        </p:nvSpPr>
        <p:spPr>
          <a:xfrm>
            <a:off x="4974261" y="1018957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25" name="요약 바"/>
          <p:cNvSpPr/>
          <p:nvPr/>
        </p:nvSpPr>
        <p:spPr>
          <a:xfrm>
            <a:off x="4974261" y="1527183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요약 바"/>
          <p:cNvSpPr>
            <a:spLocks noGrp="1"/>
          </p:cNvSpPr>
          <p:nvPr>
            <p:ph type="body" sz="quarter" idx="28"/>
          </p:nvPr>
        </p:nvSpPr>
        <p:spPr>
          <a:xfrm>
            <a:off x="4974261" y="1527183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실적 구분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성과 띠(한 줄 · 두 줄 ·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핵심성과 박스"/>
          <p:cNvSpPr/>
          <p:nvPr/>
        </p:nvSpPr>
        <p:spPr>
          <a:xfrm>
            <a:off x="723130" y="77791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핵심성과 라벨"/>
          <p:cNvSpPr/>
          <p:nvPr/>
        </p:nvSpPr>
        <p:spPr>
          <a:xfrm>
            <a:off x="756000" y="81626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1" name="핵심성과 라벨"/>
          <p:cNvSpPr>
            <a:spLocks noGrp="1"/>
          </p:cNvSpPr>
          <p:nvPr>
            <p:ph type="body" sz="quarter" idx="20"/>
          </p:nvPr>
        </p:nvSpPr>
        <p:spPr>
          <a:xfrm>
            <a:off x="756000" y="81626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2" name="핵심성과 문구"/>
          <p:cNvSpPr>
            <a:spLocks noGrp="1"/>
          </p:cNvSpPr>
          <p:nvPr>
            <p:ph type="body" sz="quarter" idx="21"/>
          </p:nvPr>
        </p:nvSpPr>
        <p:spPr>
          <a:xfrm>
            <a:off x="1501043" y="79434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  <p:sp>
        <p:nvSpPr>
          <p:cNvPr id="13" name="핵심성과 박스"/>
          <p:cNvSpPr/>
          <p:nvPr/>
        </p:nvSpPr>
        <p:spPr>
          <a:xfrm>
            <a:off x="723130" y="117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핵심성과 라벨"/>
          <p:cNvSpPr/>
          <p:nvPr/>
        </p:nvSpPr>
        <p:spPr>
          <a:xfrm>
            <a:off x="756000" y="120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5" name="핵심성과 라벨"/>
          <p:cNvSpPr>
            <a:spLocks noGrp="1"/>
          </p:cNvSpPr>
          <p:nvPr>
            <p:ph type="body" sz="quarter" idx="22"/>
          </p:nvPr>
        </p:nvSpPr>
        <p:spPr>
          <a:xfrm>
            <a:off x="756000" y="120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6" name="핵심성과 문구"/>
          <p:cNvSpPr>
            <a:spLocks noGrp="1"/>
          </p:cNvSpPr>
          <p:nvPr>
            <p:ph type="body" sz="quarter" idx="23"/>
          </p:nvPr>
        </p:nvSpPr>
        <p:spPr>
          <a:xfrm>
            <a:off x="1501043" y="119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  <p:sp>
        <p:nvSpPr>
          <p:cNvPr id="17" name="핵심성과 박스"/>
          <p:cNvSpPr/>
          <p:nvPr/>
        </p:nvSpPr>
        <p:spPr>
          <a:xfrm>
            <a:off x="723130" y="178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핵심성과 라벨"/>
          <p:cNvSpPr/>
          <p:nvPr/>
        </p:nvSpPr>
        <p:spPr>
          <a:xfrm>
            <a:off x="756000" y="182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9" name="핵심성과 라벨"/>
          <p:cNvSpPr>
            <a:spLocks noGrp="1"/>
          </p:cNvSpPr>
          <p:nvPr>
            <p:ph type="body" sz="quarter" idx="24"/>
          </p:nvPr>
        </p:nvSpPr>
        <p:spPr>
          <a:xfrm>
            <a:off x="756000" y="182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0" name="핵심성과 문구"/>
          <p:cNvSpPr>
            <a:spLocks noGrp="1"/>
          </p:cNvSpPr>
          <p:nvPr>
            <p:ph type="body" sz="quarter" idx="25"/>
          </p:nvPr>
        </p:nvSpPr>
        <p:spPr>
          <a:xfrm>
            <a:off x="1501043" y="180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연결 화살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삼각 화살표"/>
          <p:cNvSpPr/>
          <p:nvPr/>
        </p:nvSpPr>
        <p:spPr>
          <a:xfrm>
            <a:off x="3823826" y="794347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헤드라인 박스(라벨 + 큰 제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레일"/>
          <p:cNvSpPr/>
          <p:nvPr/>
        </p:nvSpPr>
        <p:spPr>
          <a:xfrm>
            <a:off x="723130" y="777913"/>
            <a:ext cx="602609" cy="52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" name="레일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02609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11" name="헤드라인 박스"/>
          <p:cNvSpPr/>
          <p:nvPr/>
        </p:nvSpPr>
        <p:spPr>
          <a:xfrm>
            <a:off x="1347652" y="777913"/>
            <a:ext cx="5675478" cy="525913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헤드라인 글"/>
          <p:cNvSpPr>
            <a:spLocks noGrp="1"/>
          </p:cNvSpPr>
          <p:nvPr>
            <p:ph type="body" sz="quarter" idx="21"/>
          </p:nvPr>
        </p:nvSpPr>
        <p:spPr>
          <a:xfrm>
            <a:off x="1402435" y="799826"/>
            <a:ext cx="5565913" cy="482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현장 중심 안전관리 체계로 무사고 사업장을 실현한다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예방 · 점검 · 대응을 하나의 흐름으로 묶는 연간 운영 원칙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회색 배너(1~2줄 + 태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배너"/>
          <p:cNvSpPr/>
          <p:nvPr/>
        </p:nvSpPr>
        <p:spPr>
          <a:xfrm>
            <a:off x="536870" y="766957"/>
            <a:ext cx="6300000" cy="536870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onnector 7"/>
          <p:cNvCxnSpPr/>
          <p:nvPr/>
        </p:nvCxnSpPr>
        <p:spPr>
          <a:xfrm>
            <a:off x="536870" y="766957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2" name="배너 글"/>
          <p:cNvSpPr>
            <a:spLocks noGrp="1"/>
          </p:cNvSpPr>
          <p:nvPr>
            <p:ph type="body" sz="quarter" idx="20"/>
          </p:nvPr>
        </p:nvSpPr>
        <p:spPr>
          <a:xfrm>
            <a:off x="536870" y="821739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책임이 사업장 전체로 확대되며 관리 범위와 기준이 한 단계 높아짐</a:t>
            </a:r>
          </a:p>
        </p:txBody>
      </p:sp>
      <p:sp>
        <p:nvSpPr>
          <p:cNvPr id="13" name="태그"/>
          <p:cNvSpPr/>
          <p:nvPr/>
        </p:nvSpPr>
        <p:spPr>
          <a:xfrm>
            <a:off x="1500671" y="104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" name="태그"/>
          <p:cNvSpPr>
            <a:spLocks noGrp="1"/>
          </p:cNvSpPr>
          <p:nvPr>
            <p:ph type="body" sz="quarter" idx="21"/>
          </p:nvPr>
        </p:nvSpPr>
        <p:spPr>
          <a:xfrm>
            <a:off x="1500671" y="104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5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029913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경영진 책임 · 협력사 관리 · 현장 점검을 연계한 통합 운영 체계 구축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칩 셀 복합 박스(안전 전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박스 외곽"/>
          <p:cNvSpPr/>
          <p:nvPr/>
        </p:nvSpPr>
        <p:spPr>
          <a:xfrm>
            <a:off x="723130" y="777913"/>
            <a:ext cx="6300000" cy="89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88870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88870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전략</a:t>
            </a:r>
          </a:p>
        </p:txBody>
      </p:sp>
      <p:sp>
        <p:nvSpPr>
          <p:cNvPr id="12" name="칩"/>
          <p:cNvSpPr/>
          <p:nvPr/>
        </p:nvSpPr>
        <p:spPr>
          <a:xfrm>
            <a:off x="1369565" y="832696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3" name="칩"/>
          <p:cNvSpPr>
            <a:spLocks noGrp="1"/>
          </p:cNvSpPr>
          <p:nvPr>
            <p:ph type="body" sz="quarter" idx="21"/>
          </p:nvPr>
        </p:nvSpPr>
        <p:spPr>
          <a:xfrm>
            <a:off x="1369565" y="832696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4" name="칩 셀 글"/>
          <p:cNvSpPr>
            <a:spLocks noGrp="1"/>
          </p:cNvSpPr>
          <p:nvPr>
            <p:ph type="body" sz="quarter" idx="22"/>
          </p:nvPr>
        </p:nvSpPr>
        <p:spPr>
          <a:xfrm>
            <a:off x="1753043" y="832696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위험요인 사전 발굴</a:t>
            </a:r>
          </a:p>
        </p:txBody>
      </p:sp>
      <p:sp>
        <p:nvSpPr>
          <p:cNvPr id="15" name="칩"/>
          <p:cNvSpPr/>
          <p:nvPr/>
        </p:nvSpPr>
        <p:spPr>
          <a:xfrm>
            <a:off x="2502470" y="832696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칩"/>
          <p:cNvSpPr>
            <a:spLocks noGrp="1"/>
          </p:cNvSpPr>
          <p:nvPr>
            <p:ph type="body" sz="quarter" idx="23"/>
          </p:nvPr>
        </p:nvSpPr>
        <p:spPr>
          <a:xfrm>
            <a:off x="2502470" y="832696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</a:t>
            </a:r>
          </a:p>
        </p:txBody>
      </p:sp>
      <p:sp>
        <p:nvSpPr>
          <p:cNvPr id="17" name="칩 셀 글"/>
          <p:cNvSpPr>
            <a:spLocks noGrp="1"/>
          </p:cNvSpPr>
          <p:nvPr>
            <p:ph type="body" sz="quarter" idx="24"/>
          </p:nvPr>
        </p:nvSpPr>
        <p:spPr>
          <a:xfrm>
            <a:off x="2885948" y="832696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현장점검</a:t>
            </a:r>
          </a:p>
        </p:txBody>
      </p:sp>
      <p:sp>
        <p:nvSpPr>
          <p:cNvPr id="18" name="칩"/>
          <p:cNvSpPr/>
          <p:nvPr/>
        </p:nvSpPr>
        <p:spPr>
          <a:xfrm>
            <a:off x="1369565" y="1227130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칩"/>
          <p:cNvSpPr>
            <a:spLocks noGrp="1"/>
          </p:cNvSpPr>
          <p:nvPr>
            <p:ph type="body" sz="quarter" idx="25"/>
          </p:nvPr>
        </p:nvSpPr>
        <p:spPr>
          <a:xfrm>
            <a:off x="1369565" y="1227130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20" name="칩 셀 글"/>
          <p:cNvSpPr>
            <a:spLocks noGrp="1"/>
          </p:cNvSpPr>
          <p:nvPr>
            <p:ph type="body" sz="quarter" idx="26"/>
          </p:nvPr>
        </p:nvSpPr>
        <p:spPr>
          <a:xfrm>
            <a:off x="1753043" y="1227130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안전교육</a:t>
            </a:r>
          </a:p>
        </p:txBody>
      </p:sp>
      <p:sp>
        <p:nvSpPr>
          <p:cNvPr id="21" name="칩"/>
          <p:cNvSpPr/>
          <p:nvPr/>
        </p:nvSpPr>
        <p:spPr>
          <a:xfrm>
            <a:off x="2502470" y="1227130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칩"/>
          <p:cNvSpPr>
            <a:spLocks noGrp="1"/>
          </p:cNvSpPr>
          <p:nvPr>
            <p:ph type="body" sz="quarter" idx="27"/>
          </p:nvPr>
        </p:nvSpPr>
        <p:spPr>
          <a:xfrm>
            <a:off x="2502470" y="1227130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23" name="칩 셀 글"/>
          <p:cNvSpPr>
            <a:spLocks noGrp="1"/>
          </p:cNvSpPr>
          <p:nvPr>
            <p:ph type="body" sz="quarter" idx="28"/>
          </p:nvPr>
        </p:nvSpPr>
        <p:spPr>
          <a:xfrm>
            <a:off x="2885948" y="1227130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 대응훈련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3635374" y="832696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전략 제목"/>
          <p:cNvSpPr>
            <a:spLocks noGrp="1"/>
          </p:cNvSpPr>
          <p:nvPr>
            <p:ph type="body" sz="quarter" idx="29"/>
          </p:nvPr>
        </p:nvSpPr>
        <p:spPr>
          <a:xfrm>
            <a:off x="3657287" y="810783"/>
            <a:ext cx="241218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4대 추진 전략</a:t>
            </a:r>
          </a:p>
        </p:txBody>
      </p:sp>
      <p:sp>
        <p:nvSpPr>
          <p:cNvPr id="26" name="타일"/>
          <p:cNvSpPr/>
          <p:nvPr/>
        </p:nvSpPr>
        <p:spPr>
          <a:xfrm>
            <a:off x="3657287" y="1051826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7" name="타일"/>
          <p:cNvSpPr>
            <a:spLocks noGrp="1"/>
          </p:cNvSpPr>
          <p:nvPr>
            <p:ph type="body" sz="quarter" idx="30"/>
          </p:nvPr>
        </p:nvSpPr>
        <p:spPr>
          <a:xfrm>
            <a:off x="3657287" y="1051826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 평가</a:t>
            </a:r>
          </a:p>
        </p:txBody>
      </p:sp>
      <p:sp>
        <p:nvSpPr>
          <p:cNvPr id="28" name="타일"/>
          <p:cNvSpPr/>
          <p:nvPr/>
        </p:nvSpPr>
        <p:spPr>
          <a:xfrm>
            <a:off x="4874337" y="1051826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9" name="타일"/>
          <p:cNvSpPr>
            <a:spLocks noGrp="1"/>
          </p:cNvSpPr>
          <p:nvPr>
            <p:ph type="body" sz="quarter" idx="31"/>
          </p:nvPr>
        </p:nvSpPr>
        <p:spPr>
          <a:xfrm>
            <a:off x="4874337" y="1051826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지원</a:t>
            </a:r>
          </a:p>
        </p:txBody>
      </p:sp>
      <p:sp>
        <p:nvSpPr>
          <p:cNvPr id="30" name="타일"/>
          <p:cNvSpPr/>
          <p:nvPr/>
        </p:nvSpPr>
        <p:spPr>
          <a:xfrm>
            <a:off x="3657287" y="1336696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1" name="타일"/>
          <p:cNvSpPr>
            <a:spLocks noGrp="1"/>
          </p:cNvSpPr>
          <p:nvPr>
            <p:ph type="body" sz="quarter" idx="32"/>
          </p:nvPr>
        </p:nvSpPr>
        <p:spPr>
          <a:xfrm>
            <a:off x="3657287" y="1336696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감시</a:t>
            </a:r>
          </a:p>
        </p:txBody>
      </p:sp>
      <p:sp>
        <p:nvSpPr>
          <p:cNvPr id="32" name="타일"/>
          <p:cNvSpPr/>
          <p:nvPr/>
        </p:nvSpPr>
        <p:spPr>
          <a:xfrm>
            <a:off x="4874337" y="1336696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타일"/>
          <p:cNvSpPr>
            <a:spLocks noGrp="1"/>
          </p:cNvSpPr>
          <p:nvPr>
            <p:ph type="body" sz="quarter" idx="33"/>
          </p:nvPr>
        </p:nvSpPr>
        <p:spPr>
          <a:xfrm>
            <a:off x="4874337" y="1336696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34" name="요약 칸"/>
          <p:cNvSpPr/>
          <p:nvPr/>
        </p:nvSpPr>
        <p:spPr>
          <a:xfrm>
            <a:off x="6113301" y="832696"/>
            <a:ext cx="876960" cy="788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1600" rIns="21600" tIns="7200" bIns="7200" wrap="square"/>
          <a:lstStyle/>
          <a:p/>
        </p:txBody>
      </p:sp>
      <p:sp>
        <p:nvSpPr>
          <p:cNvPr id="35" name="요약 칸"/>
          <p:cNvSpPr>
            <a:spLocks noGrp="1"/>
          </p:cNvSpPr>
          <p:nvPr>
            <p:ph type="body" sz="quarter" idx="34"/>
          </p:nvPr>
        </p:nvSpPr>
        <p:spPr>
          <a:xfrm>
            <a:off x="6113301" y="832696"/>
            <a:ext cx="876960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무사고 사업장 실현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CSF · PI · KPI · 로드맵 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머리칸"/>
          <p:cNvSpPr/>
          <p:nvPr/>
        </p:nvSpPr>
        <p:spPr>
          <a:xfrm>
            <a:off x="536870" y="766957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" name="머리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12" name="머리칸"/>
          <p:cNvSpPr/>
          <p:nvPr/>
        </p:nvSpPr>
        <p:spPr>
          <a:xfrm>
            <a:off x="1172348" y="766957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172348" y="766957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성과지표(PI)</a:t>
            </a:r>
          </a:p>
        </p:txBody>
      </p:sp>
      <p:sp>
        <p:nvSpPr>
          <p:cNvPr id="14" name="머리칸"/>
          <p:cNvSpPr/>
          <p:nvPr/>
        </p:nvSpPr>
        <p:spPr>
          <a:xfrm>
            <a:off x="3052816" y="766957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3052816" y="766957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KPI</a:t>
            </a:r>
          </a:p>
        </p:txBody>
      </p:sp>
      <p:sp>
        <p:nvSpPr>
          <p:cNvPr id="16" name="머리칸"/>
          <p:cNvSpPr/>
          <p:nvPr/>
        </p:nvSpPr>
        <p:spPr>
          <a:xfrm>
            <a:off x="4821308" y="766957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4821308" y="766957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18" name="레일"/>
          <p:cNvSpPr/>
          <p:nvPr/>
        </p:nvSpPr>
        <p:spPr>
          <a:xfrm>
            <a:off x="536870" y="10080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36870" y="10080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20" name="PI 글"/>
          <p:cNvSpPr>
            <a:spLocks noGrp="1"/>
          </p:cNvSpPr>
          <p:nvPr>
            <p:ph type="body" sz="quarter" idx="25"/>
          </p:nvPr>
        </p:nvSpPr>
        <p:spPr>
          <a:xfrm>
            <a:off x="1172348" y="10080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위험요인 조치 완료율 제고</a:t>
            </a:r>
          </a:p>
        </p:txBody>
      </p:sp>
      <p:sp>
        <p:nvSpPr>
          <p:cNvPr id="21" name="KPI 칸"/>
          <p:cNvSpPr/>
          <p:nvPr/>
        </p:nvSpPr>
        <p:spPr>
          <a:xfrm>
            <a:off x="3052816" y="10080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태그"/>
          <p:cNvSpPr/>
          <p:nvPr/>
        </p:nvSpPr>
        <p:spPr>
          <a:xfrm>
            <a:off x="3096642" y="106278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태그"/>
          <p:cNvSpPr>
            <a:spLocks noGrp="1"/>
          </p:cNvSpPr>
          <p:nvPr>
            <p:ph type="body" sz="quarter" idx="26"/>
          </p:nvPr>
        </p:nvSpPr>
        <p:spPr>
          <a:xfrm>
            <a:off x="3096642" y="106278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24" name="KPI 글"/>
          <p:cNvSpPr>
            <a:spLocks noGrp="1"/>
          </p:cNvSpPr>
          <p:nvPr>
            <p:ph type="body" sz="quarter" idx="27"/>
          </p:nvPr>
        </p:nvSpPr>
        <p:spPr>
          <a:xfrm>
            <a:off x="3458614" y="104087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 이행률</a:t>
            </a:r>
          </a:p>
        </p:txBody>
      </p:sp>
      <p:sp>
        <p:nvSpPr>
          <p:cNvPr id="25" name="KPI 결과"/>
          <p:cNvSpPr/>
          <p:nvPr/>
        </p:nvSpPr>
        <p:spPr>
          <a:xfrm>
            <a:off x="3063772" y="14024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6" name="KPI 결과"/>
          <p:cNvSpPr>
            <a:spLocks noGrp="1"/>
          </p:cNvSpPr>
          <p:nvPr>
            <p:ph type="body" sz="quarter" idx="28"/>
          </p:nvPr>
        </p:nvSpPr>
        <p:spPr>
          <a:xfrm>
            <a:off x="3063772" y="14024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100% (목표 95%)</a:t>
            </a:r>
          </a:p>
        </p:txBody>
      </p:sp>
      <p:sp>
        <p:nvSpPr>
          <p:cNvPr id="27" name="로드맵 칸"/>
          <p:cNvSpPr/>
          <p:nvPr/>
        </p:nvSpPr>
        <p:spPr>
          <a:xfrm>
            <a:off x="4821308" y="10080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단위"/>
          <p:cNvSpPr>
            <a:spLocks noGrp="1"/>
          </p:cNvSpPr>
          <p:nvPr>
            <p:ph type="body" sz="quarter" idx="29"/>
          </p:nvPr>
        </p:nvSpPr>
        <p:spPr>
          <a:xfrm>
            <a:off x="4843221" y="10189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%</a:t>
            </a:r>
          </a:p>
        </p:txBody>
      </p:sp>
      <p:cxnSp>
        <p:nvCxnSpPr>
          <p:cNvPr id="29" name="Connector 18"/>
          <p:cNvCxnSpPr/>
          <p:nvPr/>
        </p:nvCxnSpPr>
        <p:spPr>
          <a:xfrm flipV="1">
            <a:off x="4898003" y="1323000"/>
            <a:ext cx="620724" cy="5752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30" name="Connector 19"/>
          <p:cNvCxnSpPr/>
          <p:nvPr/>
        </p:nvCxnSpPr>
        <p:spPr>
          <a:xfrm flipV="1">
            <a:off x="5518727" y="1284652"/>
            <a:ext cx="620723" cy="383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31" name="Connector 20"/>
          <p:cNvCxnSpPr/>
          <p:nvPr/>
        </p:nvCxnSpPr>
        <p:spPr>
          <a:xfrm flipV="1">
            <a:off x="6139450" y="1227130"/>
            <a:ext cx="620724" cy="5752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32" name="점"/>
          <p:cNvSpPr/>
          <p:nvPr/>
        </p:nvSpPr>
        <p:spPr>
          <a:xfrm>
            <a:off x="4876090" y="13586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0"/>
          </p:nvPr>
        </p:nvSpPr>
        <p:spPr>
          <a:xfrm>
            <a:off x="4733656" y="11833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1"/>
          </p:nvPr>
        </p:nvSpPr>
        <p:spPr>
          <a:xfrm>
            <a:off x="4755569" y="14243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35" name="점"/>
          <p:cNvSpPr/>
          <p:nvPr/>
        </p:nvSpPr>
        <p:spPr>
          <a:xfrm>
            <a:off x="5496814" y="1301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값"/>
          <p:cNvSpPr>
            <a:spLocks noGrp="1"/>
          </p:cNvSpPr>
          <p:nvPr>
            <p:ph type="body" sz="quarter" idx="32"/>
          </p:nvPr>
        </p:nvSpPr>
        <p:spPr>
          <a:xfrm>
            <a:off x="5354379" y="1125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95</a:t>
            </a:r>
          </a:p>
        </p:txBody>
      </p:sp>
      <p:sp>
        <p:nvSpPr>
          <p:cNvPr id="37" name="연도"/>
          <p:cNvSpPr>
            <a:spLocks noGrp="1"/>
          </p:cNvSpPr>
          <p:nvPr>
            <p:ph type="body" sz="quarter" idx="33"/>
          </p:nvPr>
        </p:nvSpPr>
        <p:spPr>
          <a:xfrm>
            <a:off x="5376292" y="14243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38" name="점"/>
          <p:cNvSpPr/>
          <p:nvPr/>
        </p:nvSpPr>
        <p:spPr>
          <a:xfrm>
            <a:off x="6117537" y="1262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값"/>
          <p:cNvSpPr>
            <a:spLocks noGrp="1"/>
          </p:cNvSpPr>
          <p:nvPr>
            <p:ph type="body" sz="quarter" idx="34"/>
          </p:nvPr>
        </p:nvSpPr>
        <p:spPr>
          <a:xfrm>
            <a:off x="5975103" y="10874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97</a:t>
            </a:r>
          </a:p>
        </p:txBody>
      </p:sp>
      <p:sp>
        <p:nvSpPr>
          <p:cNvPr id="40" name="연도"/>
          <p:cNvSpPr>
            <a:spLocks noGrp="1"/>
          </p:cNvSpPr>
          <p:nvPr>
            <p:ph type="body" sz="quarter" idx="35"/>
          </p:nvPr>
        </p:nvSpPr>
        <p:spPr>
          <a:xfrm>
            <a:off x="5997016" y="14243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41" name="점"/>
          <p:cNvSpPr/>
          <p:nvPr/>
        </p:nvSpPr>
        <p:spPr>
          <a:xfrm>
            <a:off x="6738261" y="12052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값"/>
          <p:cNvSpPr>
            <a:spLocks noGrp="1"/>
          </p:cNvSpPr>
          <p:nvPr>
            <p:ph type="body" sz="quarter" idx="36"/>
          </p:nvPr>
        </p:nvSpPr>
        <p:spPr>
          <a:xfrm>
            <a:off x="6595826" y="10299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100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37"/>
          </p:nvPr>
        </p:nvSpPr>
        <p:spPr>
          <a:xfrm>
            <a:off x="6617739" y="14243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cxnSp>
        <p:nvCxnSpPr>
          <p:cNvPr id="44" name="Connector 33"/>
          <p:cNvCxnSpPr/>
          <p:nvPr/>
        </p:nvCxnSpPr>
        <p:spPr>
          <a:xfrm>
            <a:off x="4854177" y="14133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36870" y="16544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36870" y="16544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47" name="PI 글"/>
          <p:cNvSpPr>
            <a:spLocks noGrp="1"/>
          </p:cNvSpPr>
          <p:nvPr>
            <p:ph type="body" sz="quarter" idx="39"/>
          </p:nvPr>
        </p:nvSpPr>
        <p:spPr>
          <a:xfrm>
            <a:off x="1172348" y="16544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합동점검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인센티브 도입</a:t>
            </a:r>
          </a:p>
        </p:txBody>
      </p:sp>
      <p:sp>
        <p:nvSpPr>
          <p:cNvPr id="48" name="KPI 칸"/>
          <p:cNvSpPr/>
          <p:nvPr/>
        </p:nvSpPr>
        <p:spPr>
          <a:xfrm>
            <a:off x="3052816" y="16544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태그"/>
          <p:cNvSpPr/>
          <p:nvPr/>
        </p:nvSpPr>
        <p:spPr>
          <a:xfrm>
            <a:off x="3096642" y="1709217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태그"/>
          <p:cNvSpPr>
            <a:spLocks noGrp="1"/>
          </p:cNvSpPr>
          <p:nvPr>
            <p:ph type="body" sz="quarter" idx="40"/>
          </p:nvPr>
        </p:nvSpPr>
        <p:spPr>
          <a:xfrm>
            <a:off x="3096642" y="1709217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51" name="KPI 글"/>
          <p:cNvSpPr>
            <a:spLocks noGrp="1"/>
          </p:cNvSpPr>
          <p:nvPr>
            <p:ph type="body" sz="quarter" idx="41"/>
          </p:nvPr>
        </p:nvSpPr>
        <p:spPr>
          <a:xfrm>
            <a:off x="3458614" y="1687304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합동점검 건수</a:t>
            </a:r>
          </a:p>
        </p:txBody>
      </p:sp>
      <p:sp>
        <p:nvSpPr>
          <p:cNvPr id="52" name="KPI 결과"/>
          <p:cNvSpPr/>
          <p:nvPr/>
        </p:nvSpPr>
        <p:spPr>
          <a:xfrm>
            <a:off x="3063772" y="20488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3" name="KPI 결과"/>
          <p:cNvSpPr>
            <a:spLocks noGrp="1"/>
          </p:cNvSpPr>
          <p:nvPr>
            <p:ph type="body" sz="quarter" idx="42"/>
          </p:nvPr>
        </p:nvSpPr>
        <p:spPr>
          <a:xfrm>
            <a:off x="3063772" y="20488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48건 (목표 40건)</a:t>
            </a:r>
          </a:p>
        </p:txBody>
      </p:sp>
      <p:sp>
        <p:nvSpPr>
          <p:cNvPr id="54" name="로드맵 칸"/>
          <p:cNvSpPr/>
          <p:nvPr/>
        </p:nvSpPr>
        <p:spPr>
          <a:xfrm>
            <a:off x="4821308" y="16544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단위"/>
          <p:cNvSpPr>
            <a:spLocks noGrp="1"/>
          </p:cNvSpPr>
          <p:nvPr>
            <p:ph type="body" sz="quarter" idx="43"/>
          </p:nvPr>
        </p:nvSpPr>
        <p:spPr>
          <a:xfrm>
            <a:off x="4843221" y="16653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56" name="Connector 42"/>
          <p:cNvCxnSpPr/>
          <p:nvPr/>
        </p:nvCxnSpPr>
        <p:spPr>
          <a:xfrm flipV="1">
            <a:off x="4898003" y="1983130"/>
            <a:ext cx="620724" cy="4382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57" name="Connector 43"/>
          <p:cNvCxnSpPr/>
          <p:nvPr/>
        </p:nvCxnSpPr>
        <p:spPr>
          <a:xfrm flipV="1">
            <a:off x="5518727" y="1939304"/>
            <a:ext cx="620723" cy="4382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58" name="Connector 44"/>
          <p:cNvCxnSpPr/>
          <p:nvPr/>
        </p:nvCxnSpPr>
        <p:spPr>
          <a:xfrm flipV="1">
            <a:off x="6139450" y="1873565"/>
            <a:ext cx="620724" cy="657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59" name="점"/>
          <p:cNvSpPr/>
          <p:nvPr/>
        </p:nvSpPr>
        <p:spPr>
          <a:xfrm>
            <a:off x="4876090" y="200504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값"/>
          <p:cNvSpPr>
            <a:spLocks noGrp="1"/>
          </p:cNvSpPr>
          <p:nvPr>
            <p:ph type="body" sz="quarter" idx="44"/>
          </p:nvPr>
        </p:nvSpPr>
        <p:spPr>
          <a:xfrm>
            <a:off x="4733656" y="182973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</a:t>
            </a:r>
          </a:p>
        </p:txBody>
      </p:sp>
      <p:sp>
        <p:nvSpPr>
          <p:cNvPr id="61" name="연도"/>
          <p:cNvSpPr>
            <a:spLocks noGrp="1"/>
          </p:cNvSpPr>
          <p:nvPr>
            <p:ph type="body" sz="quarter" idx="45"/>
          </p:nvPr>
        </p:nvSpPr>
        <p:spPr>
          <a:xfrm>
            <a:off x="4755569" y="20707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62" name="점"/>
          <p:cNvSpPr/>
          <p:nvPr/>
        </p:nvSpPr>
        <p:spPr>
          <a:xfrm>
            <a:off x="5496814" y="19612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값"/>
          <p:cNvSpPr>
            <a:spLocks noGrp="1"/>
          </p:cNvSpPr>
          <p:nvPr>
            <p:ph type="body" sz="quarter" idx="46"/>
          </p:nvPr>
        </p:nvSpPr>
        <p:spPr>
          <a:xfrm>
            <a:off x="5354379" y="17859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47"/>
          </p:nvPr>
        </p:nvSpPr>
        <p:spPr>
          <a:xfrm>
            <a:off x="5376292" y="20707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65" name="점"/>
          <p:cNvSpPr/>
          <p:nvPr/>
        </p:nvSpPr>
        <p:spPr>
          <a:xfrm>
            <a:off x="6117537" y="1917391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48"/>
          </p:nvPr>
        </p:nvSpPr>
        <p:spPr>
          <a:xfrm>
            <a:off x="5975103" y="1742087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49"/>
          </p:nvPr>
        </p:nvSpPr>
        <p:spPr>
          <a:xfrm>
            <a:off x="5997016" y="20707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68" name="점"/>
          <p:cNvSpPr/>
          <p:nvPr/>
        </p:nvSpPr>
        <p:spPr>
          <a:xfrm>
            <a:off x="6738261" y="1851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50"/>
          </p:nvPr>
        </p:nvSpPr>
        <p:spPr>
          <a:xfrm>
            <a:off x="6595826" y="1676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48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1"/>
          </p:nvPr>
        </p:nvSpPr>
        <p:spPr>
          <a:xfrm>
            <a:off x="6617739" y="20707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cxnSp>
        <p:nvCxnSpPr>
          <p:cNvPr id="71" name="Connector 57"/>
          <p:cNvCxnSpPr/>
          <p:nvPr/>
        </p:nvCxnSpPr>
        <p:spPr>
          <a:xfrm>
            <a:off x="4854177" y="20598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36870" y="230087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52"/>
          </p:nvPr>
        </p:nvSpPr>
        <p:spPr>
          <a:xfrm>
            <a:off x="536870" y="230087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</a:t>
            </a:r>
          </a:p>
        </p:txBody>
      </p:sp>
      <p:sp>
        <p:nvSpPr>
          <p:cNvPr id="74" name="PI 글"/>
          <p:cNvSpPr>
            <a:spLocks noGrp="1"/>
          </p:cNvSpPr>
          <p:nvPr>
            <p:ph type="body" sz="quarter" idx="53"/>
          </p:nvPr>
        </p:nvSpPr>
        <p:spPr>
          <a:xfrm>
            <a:off x="1172348" y="230087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교육 이수율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 활성화</a:t>
            </a:r>
          </a:p>
        </p:txBody>
      </p:sp>
      <p:sp>
        <p:nvSpPr>
          <p:cNvPr id="75" name="KPI 칸"/>
          <p:cNvSpPr/>
          <p:nvPr/>
        </p:nvSpPr>
        <p:spPr>
          <a:xfrm>
            <a:off x="3052816" y="230087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태그"/>
          <p:cNvSpPr/>
          <p:nvPr/>
        </p:nvSpPr>
        <p:spPr>
          <a:xfrm>
            <a:off x="3096642" y="2355652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54"/>
          </p:nvPr>
        </p:nvSpPr>
        <p:spPr>
          <a:xfrm>
            <a:off x="3096642" y="2355652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</a:t>
            </a:r>
          </a:p>
        </p:txBody>
      </p:sp>
      <p:sp>
        <p:nvSpPr>
          <p:cNvPr id="78" name="KPI 글"/>
          <p:cNvSpPr>
            <a:spLocks noGrp="1"/>
          </p:cNvSpPr>
          <p:nvPr>
            <p:ph type="body" sz="quarter" idx="55"/>
          </p:nvPr>
        </p:nvSpPr>
        <p:spPr>
          <a:xfrm>
            <a:off x="3458614" y="2333739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이수율</a:t>
            </a:r>
          </a:p>
        </p:txBody>
      </p:sp>
      <p:sp>
        <p:nvSpPr>
          <p:cNvPr id="79" name="KPI 결과"/>
          <p:cNvSpPr/>
          <p:nvPr/>
        </p:nvSpPr>
        <p:spPr>
          <a:xfrm>
            <a:off x="3063772" y="2695304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0" name="KPI 결과"/>
          <p:cNvSpPr>
            <a:spLocks noGrp="1"/>
          </p:cNvSpPr>
          <p:nvPr>
            <p:ph type="body" sz="quarter" idx="56"/>
          </p:nvPr>
        </p:nvSpPr>
        <p:spPr>
          <a:xfrm>
            <a:off x="3063772" y="2695304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98% (목표 90%)</a:t>
            </a:r>
          </a:p>
        </p:txBody>
      </p:sp>
      <p:sp>
        <p:nvSpPr>
          <p:cNvPr id="81" name="로드맵 칸"/>
          <p:cNvSpPr/>
          <p:nvPr/>
        </p:nvSpPr>
        <p:spPr>
          <a:xfrm>
            <a:off x="4821308" y="230087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단위"/>
          <p:cNvSpPr>
            <a:spLocks noGrp="1"/>
          </p:cNvSpPr>
          <p:nvPr>
            <p:ph type="body" sz="quarter" idx="57"/>
          </p:nvPr>
        </p:nvSpPr>
        <p:spPr>
          <a:xfrm>
            <a:off x="4843221" y="2311826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%</a:t>
            </a:r>
          </a:p>
        </p:txBody>
      </p:sp>
      <p:cxnSp>
        <p:nvCxnSpPr>
          <p:cNvPr id="83" name="Connector 66"/>
          <p:cNvCxnSpPr/>
          <p:nvPr/>
        </p:nvCxnSpPr>
        <p:spPr>
          <a:xfrm flipV="1">
            <a:off x="4898003" y="2622261"/>
            <a:ext cx="620724" cy="5113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84" name="Connector 67"/>
          <p:cNvCxnSpPr/>
          <p:nvPr/>
        </p:nvCxnSpPr>
        <p:spPr>
          <a:xfrm flipV="1">
            <a:off x="5518727" y="2579652"/>
            <a:ext cx="620723" cy="4260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85" name="Connector 68"/>
          <p:cNvCxnSpPr/>
          <p:nvPr/>
        </p:nvCxnSpPr>
        <p:spPr>
          <a:xfrm flipV="1">
            <a:off x="6139450" y="2520000"/>
            <a:ext cx="620724" cy="596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86" name="점"/>
          <p:cNvSpPr/>
          <p:nvPr/>
        </p:nvSpPr>
        <p:spPr>
          <a:xfrm>
            <a:off x="4876090" y="265147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58"/>
          </p:nvPr>
        </p:nvSpPr>
        <p:spPr>
          <a:xfrm>
            <a:off x="4733656" y="247617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80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59"/>
          </p:nvPr>
        </p:nvSpPr>
        <p:spPr>
          <a:xfrm>
            <a:off x="4755569" y="2717217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89" name="점"/>
          <p:cNvSpPr/>
          <p:nvPr/>
        </p:nvSpPr>
        <p:spPr>
          <a:xfrm>
            <a:off x="5496814" y="26003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0"/>
          </p:nvPr>
        </p:nvSpPr>
        <p:spPr>
          <a:xfrm>
            <a:off x="5354379" y="24250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1"/>
          </p:nvPr>
        </p:nvSpPr>
        <p:spPr>
          <a:xfrm>
            <a:off x="5376292" y="2717217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92" name="점"/>
          <p:cNvSpPr/>
          <p:nvPr/>
        </p:nvSpPr>
        <p:spPr>
          <a:xfrm>
            <a:off x="6117537" y="2557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값"/>
          <p:cNvSpPr>
            <a:spLocks noGrp="1"/>
          </p:cNvSpPr>
          <p:nvPr>
            <p:ph type="body" sz="quarter" idx="62"/>
          </p:nvPr>
        </p:nvSpPr>
        <p:spPr>
          <a:xfrm>
            <a:off x="5975103" y="23824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</a:t>
            </a:r>
          </a:p>
        </p:txBody>
      </p:sp>
      <p:sp>
        <p:nvSpPr>
          <p:cNvPr id="94" name="연도"/>
          <p:cNvSpPr>
            <a:spLocks noGrp="1"/>
          </p:cNvSpPr>
          <p:nvPr>
            <p:ph type="body" sz="quarter" idx="63"/>
          </p:nvPr>
        </p:nvSpPr>
        <p:spPr>
          <a:xfrm>
            <a:off x="5997016" y="2717217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95" name="점"/>
          <p:cNvSpPr/>
          <p:nvPr/>
        </p:nvSpPr>
        <p:spPr>
          <a:xfrm>
            <a:off x="6738261" y="249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4"/>
          </p:nvPr>
        </p:nvSpPr>
        <p:spPr>
          <a:xfrm>
            <a:off x="6595826" y="232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5"/>
          </p:nvPr>
        </p:nvSpPr>
        <p:spPr>
          <a:xfrm>
            <a:off x="6617739" y="2717217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cxnSp>
        <p:nvCxnSpPr>
          <p:cNvPr id="98" name="Connector 81"/>
          <p:cNvCxnSpPr/>
          <p:nvPr/>
        </p:nvCxnSpPr>
        <p:spPr>
          <a:xfrm>
            <a:off x="4854177" y="270626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지표 카드 매트릭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행 틀"/>
          <p:cNvSpPr/>
          <p:nvPr/>
        </p:nvSpPr>
        <p:spPr>
          <a:xfrm>
            <a:off x="723130" y="777913"/>
            <a:ext cx="6300000" cy="975130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분야 라벨"/>
          <p:cNvSpPr/>
          <p:nvPr/>
        </p:nvSpPr>
        <p:spPr>
          <a:xfrm>
            <a:off x="745043" y="799826"/>
            <a:ext cx="712174" cy="284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" name="분야 라벨"/>
          <p:cNvSpPr>
            <a:spLocks noGrp="1"/>
          </p:cNvSpPr>
          <p:nvPr>
            <p:ph type="body" sz="quarter" idx="20"/>
          </p:nvPr>
        </p:nvSpPr>
        <p:spPr>
          <a:xfrm>
            <a:off x="745043" y="799826"/>
            <a:ext cx="712174" cy="28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12" name="개수"/>
          <p:cNvSpPr>
            <a:spLocks noGrp="1"/>
          </p:cNvSpPr>
          <p:nvPr>
            <p:ph type="body" sz="quarter" idx="21"/>
          </p:nvPr>
        </p:nvSpPr>
        <p:spPr>
          <a:xfrm>
            <a:off x="745043" y="1106609"/>
            <a:ext cx="71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144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1개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2개</a:t>
            </a:r>
          </a:p>
        </p:txBody>
      </p:sp>
      <p:sp>
        <p:nvSpPr>
          <p:cNvPr id="13" name="카드"/>
          <p:cNvSpPr/>
          <p:nvPr/>
        </p:nvSpPr>
        <p:spPr>
          <a:xfrm>
            <a:off x="1490087" y="799826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카드 머리"/>
          <p:cNvSpPr/>
          <p:nvPr/>
        </p:nvSpPr>
        <p:spPr>
          <a:xfrm>
            <a:off x="1490087" y="799826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태그"/>
          <p:cNvSpPr/>
          <p:nvPr/>
        </p:nvSpPr>
        <p:spPr>
          <a:xfrm>
            <a:off x="1522957" y="821739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태그"/>
          <p:cNvSpPr>
            <a:spLocks noGrp="1"/>
          </p:cNvSpPr>
          <p:nvPr>
            <p:ph type="body" sz="quarter" idx="22"/>
          </p:nvPr>
        </p:nvSpPr>
        <p:spPr>
          <a:xfrm>
            <a:off x="1522957" y="821739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</a:t>
            </a:r>
          </a:p>
        </p:txBody>
      </p:sp>
      <p:sp>
        <p:nvSpPr>
          <p:cNvPr id="17" name="카드 제목"/>
          <p:cNvSpPr>
            <a:spLocks noGrp="1"/>
          </p:cNvSpPr>
          <p:nvPr>
            <p:ph type="body" sz="quarter" idx="23"/>
          </p:nvPr>
        </p:nvSpPr>
        <p:spPr>
          <a:xfrm>
            <a:off x="1884929" y="799826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 점검</a:t>
            </a:r>
          </a:p>
        </p:txBody>
      </p:sp>
      <p:sp>
        <p:nvSpPr>
          <p:cNvPr id="18" name="카드 부제"/>
          <p:cNvSpPr>
            <a:spLocks noGrp="1"/>
          </p:cNvSpPr>
          <p:nvPr>
            <p:ph type="body" sz="quarter" idx="24"/>
          </p:nvPr>
        </p:nvSpPr>
        <p:spPr>
          <a:xfrm>
            <a:off x="1512000" y="1008000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안전한 일터</a:t>
            </a:r>
          </a:p>
        </p:txBody>
      </p:sp>
      <p:sp>
        <p:nvSpPr>
          <p:cNvPr id="19" name="막대"/>
          <p:cNvSpPr/>
          <p:nvPr/>
        </p:nvSpPr>
        <p:spPr>
          <a:xfrm>
            <a:off x="1654435" y="1468174"/>
            <a:ext cx="186261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값"/>
          <p:cNvSpPr>
            <a:spLocks noGrp="1"/>
          </p:cNvSpPr>
          <p:nvPr>
            <p:ph type="body" sz="quarter" idx="25"/>
          </p:nvPr>
        </p:nvSpPr>
        <p:spPr>
          <a:xfrm>
            <a:off x="1544870" y="1292870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21" name="연도"/>
          <p:cNvSpPr>
            <a:spLocks noGrp="1"/>
          </p:cNvSpPr>
          <p:nvPr>
            <p:ph type="body" sz="quarter" idx="26"/>
          </p:nvPr>
        </p:nvSpPr>
        <p:spPr>
          <a:xfrm>
            <a:off x="1544870" y="1544870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22" name="막대"/>
          <p:cNvSpPr/>
          <p:nvPr/>
        </p:nvSpPr>
        <p:spPr>
          <a:xfrm>
            <a:off x="2147478" y="1439200"/>
            <a:ext cx="186261" cy="10567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값"/>
          <p:cNvSpPr>
            <a:spLocks noGrp="1"/>
          </p:cNvSpPr>
          <p:nvPr>
            <p:ph type="body" sz="quarter" idx="27"/>
          </p:nvPr>
        </p:nvSpPr>
        <p:spPr>
          <a:xfrm>
            <a:off x="2037913" y="1263896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62</a:t>
            </a:r>
          </a:p>
        </p:txBody>
      </p:sp>
      <p:sp>
        <p:nvSpPr>
          <p:cNvPr id="24" name="연도"/>
          <p:cNvSpPr>
            <a:spLocks noGrp="1"/>
          </p:cNvSpPr>
          <p:nvPr>
            <p:ph type="body" sz="quarter" idx="28"/>
          </p:nvPr>
        </p:nvSpPr>
        <p:spPr>
          <a:xfrm>
            <a:off x="2037913" y="1544870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25" name="막대"/>
          <p:cNvSpPr/>
          <p:nvPr/>
        </p:nvSpPr>
        <p:spPr>
          <a:xfrm>
            <a:off x="2640522" y="1391478"/>
            <a:ext cx="186261" cy="153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값"/>
          <p:cNvSpPr>
            <a:spLocks noGrp="1"/>
          </p:cNvSpPr>
          <p:nvPr>
            <p:ph type="body" sz="quarter" idx="29"/>
          </p:nvPr>
        </p:nvSpPr>
        <p:spPr>
          <a:xfrm>
            <a:off x="2530957" y="1216174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90</a:t>
            </a:r>
          </a:p>
        </p:txBody>
      </p:sp>
      <p:sp>
        <p:nvSpPr>
          <p:cNvPr id="27" name="연도"/>
          <p:cNvSpPr>
            <a:spLocks noGrp="1"/>
          </p:cNvSpPr>
          <p:nvPr>
            <p:ph type="body" sz="quarter" idx="30"/>
          </p:nvPr>
        </p:nvSpPr>
        <p:spPr>
          <a:xfrm>
            <a:off x="2530957" y="1544870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8" name="카드"/>
          <p:cNvSpPr/>
          <p:nvPr/>
        </p:nvSpPr>
        <p:spPr>
          <a:xfrm>
            <a:off x="4262087" y="799826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카드 머리"/>
          <p:cNvSpPr/>
          <p:nvPr/>
        </p:nvSpPr>
        <p:spPr>
          <a:xfrm>
            <a:off x="4262087" y="799826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4294957" y="821739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1"/>
          </p:nvPr>
        </p:nvSpPr>
        <p:spPr>
          <a:xfrm>
            <a:off x="4294957" y="821739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2"/>
          </p:nvPr>
        </p:nvSpPr>
        <p:spPr>
          <a:xfrm>
            <a:off x="4656929" y="799826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 안전 지원</a:t>
            </a:r>
          </a:p>
        </p:txBody>
      </p:sp>
      <p:sp>
        <p:nvSpPr>
          <p:cNvPr id="33" name="카드 부제"/>
          <p:cNvSpPr>
            <a:spLocks noGrp="1"/>
          </p:cNvSpPr>
          <p:nvPr>
            <p:ph type="body" sz="quarter" idx="33"/>
          </p:nvPr>
        </p:nvSpPr>
        <p:spPr>
          <a:xfrm>
            <a:off x="4284000" y="1008000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상생 협력</a:t>
            </a:r>
          </a:p>
        </p:txBody>
      </p:sp>
      <p:sp>
        <p:nvSpPr>
          <p:cNvPr id="34" name="현재"/>
          <p:cNvSpPr/>
          <p:nvPr/>
        </p:nvSpPr>
        <p:spPr>
          <a:xfrm>
            <a:off x="4316870" y="1249043"/>
            <a:ext cx="1205217" cy="40539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현재"/>
          <p:cNvSpPr>
            <a:spLocks noGrp="1"/>
          </p:cNvSpPr>
          <p:nvPr>
            <p:ph type="body" sz="quarter" idx="34"/>
          </p:nvPr>
        </p:nvSpPr>
        <p:spPr>
          <a:xfrm>
            <a:off x="4316870" y="1249043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85%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5565913" y="1342173"/>
            <a:ext cx="131478" cy="219131"/>
          </a:xfrm>
          <a:custGeom>
            <a:avLst/>
            <a:gdLst/>
            <a:ahLst/>
            <a:cxnLst/>
            <a:rect l="l" t="t" r="r" b="b"/>
            <a:pathLst>
              <a:path w="131478" h="219131">
                <a:moveTo>
                  <a:pt x="0" y="0"/>
                </a:moveTo>
                <a:lnTo>
                  <a:pt x="0" y="219131"/>
                </a:lnTo>
                <a:lnTo>
                  <a:pt x="131478" y="109566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목표"/>
          <p:cNvSpPr/>
          <p:nvPr/>
        </p:nvSpPr>
        <p:spPr>
          <a:xfrm>
            <a:off x="5741217" y="1249043"/>
            <a:ext cx="1205217" cy="405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8" name="목표"/>
          <p:cNvSpPr>
            <a:spLocks noGrp="1"/>
          </p:cNvSpPr>
          <p:nvPr>
            <p:ph type="body" sz="quarter" idx="35"/>
          </p:nvPr>
        </p:nvSpPr>
        <p:spPr>
          <a:xfrm>
            <a:off x="5741217" y="1249043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95%</a:t>
            </a:r>
          </a:p>
        </p:txBody>
      </p:sp>
      <p:sp>
        <p:nvSpPr>
          <p:cNvPr id="39" name="행 틀"/>
          <p:cNvSpPr/>
          <p:nvPr/>
        </p:nvSpPr>
        <p:spPr>
          <a:xfrm>
            <a:off x="723130" y="1774957"/>
            <a:ext cx="6300000" cy="975130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분야 라벨"/>
          <p:cNvSpPr/>
          <p:nvPr/>
        </p:nvSpPr>
        <p:spPr>
          <a:xfrm>
            <a:off x="745043" y="1796870"/>
            <a:ext cx="712174" cy="284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1" name="분야 라벨"/>
          <p:cNvSpPr>
            <a:spLocks noGrp="1"/>
          </p:cNvSpPr>
          <p:nvPr>
            <p:ph type="body" sz="quarter" idx="36"/>
          </p:nvPr>
        </p:nvSpPr>
        <p:spPr>
          <a:xfrm>
            <a:off x="745043" y="1796870"/>
            <a:ext cx="712174" cy="28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윤리</a:t>
            </a:r>
          </a:p>
        </p:txBody>
      </p:sp>
      <p:sp>
        <p:nvSpPr>
          <p:cNvPr id="42" name="개수"/>
          <p:cNvSpPr>
            <a:spLocks noGrp="1"/>
          </p:cNvSpPr>
          <p:nvPr>
            <p:ph type="body" sz="quarter" idx="37"/>
          </p:nvPr>
        </p:nvSpPr>
        <p:spPr>
          <a:xfrm>
            <a:off x="745043" y="2103652"/>
            <a:ext cx="71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144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2개</a:t>
            </a:r>
          </a:p>
        </p:txBody>
      </p:sp>
      <p:sp>
        <p:nvSpPr>
          <p:cNvPr id="43" name="카드"/>
          <p:cNvSpPr/>
          <p:nvPr/>
        </p:nvSpPr>
        <p:spPr>
          <a:xfrm>
            <a:off x="1490087" y="1796870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카드 머리"/>
          <p:cNvSpPr/>
          <p:nvPr/>
        </p:nvSpPr>
        <p:spPr>
          <a:xfrm>
            <a:off x="1490087" y="1796870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태그"/>
          <p:cNvSpPr/>
          <p:nvPr/>
        </p:nvSpPr>
        <p:spPr>
          <a:xfrm>
            <a:off x="1522957" y="181878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522957" y="181878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47" name="카드 제목"/>
          <p:cNvSpPr>
            <a:spLocks noGrp="1"/>
          </p:cNvSpPr>
          <p:nvPr>
            <p:ph type="body" sz="quarter" idx="39"/>
          </p:nvPr>
        </p:nvSpPr>
        <p:spPr>
          <a:xfrm>
            <a:off x="1884929" y="1796870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 자가진단</a:t>
            </a:r>
          </a:p>
        </p:txBody>
      </p:sp>
      <p:sp>
        <p:nvSpPr>
          <p:cNvPr id="48" name="카드 부제"/>
          <p:cNvSpPr>
            <a:spLocks noGrp="1"/>
          </p:cNvSpPr>
          <p:nvPr>
            <p:ph type="body" sz="quarter" idx="40"/>
          </p:nvPr>
        </p:nvSpPr>
        <p:spPr>
          <a:xfrm>
            <a:off x="1512000" y="2005043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투명 행정</a:t>
            </a:r>
          </a:p>
        </p:txBody>
      </p:sp>
      <p:sp>
        <p:nvSpPr>
          <p:cNvPr id="49" name="막대"/>
          <p:cNvSpPr/>
          <p:nvPr/>
        </p:nvSpPr>
        <p:spPr>
          <a:xfrm>
            <a:off x="1654435" y="2415591"/>
            <a:ext cx="186261" cy="126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1"/>
          </p:nvPr>
        </p:nvSpPr>
        <p:spPr>
          <a:xfrm>
            <a:off x="1544870" y="2240286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70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2"/>
          </p:nvPr>
        </p:nvSpPr>
        <p:spPr>
          <a:xfrm>
            <a:off x="1544870" y="2541913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52" name="막대"/>
          <p:cNvSpPr/>
          <p:nvPr/>
        </p:nvSpPr>
        <p:spPr>
          <a:xfrm>
            <a:off x="2147478" y="2397545"/>
            <a:ext cx="186261" cy="14436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3"/>
          </p:nvPr>
        </p:nvSpPr>
        <p:spPr>
          <a:xfrm>
            <a:off x="2037913" y="2222240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80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4"/>
          </p:nvPr>
        </p:nvSpPr>
        <p:spPr>
          <a:xfrm>
            <a:off x="2037913" y="2541913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55" name="막대"/>
          <p:cNvSpPr/>
          <p:nvPr/>
        </p:nvSpPr>
        <p:spPr>
          <a:xfrm>
            <a:off x="2640522" y="2388522"/>
            <a:ext cx="186261" cy="153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값"/>
          <p:cNvSpPr>
            <a:spLocks noGrp="1"/>
          </p:cNvSpPr>
          <p:nvPr>
            <p:ph type="body" sz="quarter" idx="45"/>
          </p:nvPr>
        </p:nvSpPr>
        <p:spPr>
          <a:xfrm>
            <a:off x="2530957" y="2213217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46"/>
          </p:nvPr>
        </p:nvSpPr>
        <p:spPr>
          <a:xfrm>
            <a:off x="2530957" y="2541913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58" name="카드"/>
          <p:cNvSpPr/>
          <p:nvPr/>
        </p:nvSpPr>
        <p:spPr>
          <a:xfrm>
            <a:off x="4262087" y="1796870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카드 머리"/>
          <p:cNvSpPr/>
          <p:nvPr/>
        </p:nvSpPr>
        <p:spPr>
          <a:xfrm>
            <a:off x="4262087" y="1796870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4294957" y="181878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7"/>
          </p:nvPr>
        </p:nvSpPr>
        <p:spPr>
          <a:xfrm>
            <a:off x="4294957" y="181878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62" name="카드 제목"/>
          <p:cNvSpPr>
            <a:spLocks noGrp="1"/>
          </p:cNvSpPr>
          <p:nvPr>
            <p:ph type="body" sz="quarter" idx="48"/>
          </p:nvPr>
        </p:nvSpPr>
        <p:spPr>
          <a:xfrm>
            <a:off x="4656929" y="1796870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부패 예방 교육</a:t>
            </a:r>
          </a:p>
        </p:txBody>
      </p:sp>
      <p:sp>
        <p:nvSpPr>
          <p:cNvPr id="63" name="카드 부제"/>
          <p:cNvSpPr>
            <a:spLocks noGrp="1"/>
          </p:cNvSpPr>
          <p:nvPr>
            <p:ph type="body" sz="quarter" idx="49"/>
          </p:nvPr>
        </p:nvSpPr>
        <p:spPr>
          <a:xfrm>
            <a:off x="4284000" y="2005043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투명 행정</a:t>
            </a:r>
          </a:p>
        </p:txBody>
      </p:sp>
      <p:sp>
        <p:nvSpPr>
          <p:cNvPr id="64" name="현재"/>
          <p:cNvSpPr/>
          <p:nvPr/>
        </p:nvSpPr>
        <p:spPr>
          <a:xfrm>
            <a:off x="4316870" y="2246087"/>
            <a:ext cx="1205217" cy="40539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5" name="현재"/>
          <p:cNvSpPr>
            <a:spLocks noGrp="1"/>
          </p:cNvSpPr>
          <p:nvPr>
            <p:ph type="body" sz="quarter" idx="50"/>
          </p:nvPr>
        </p:nvSpPr>
        <p:spPr>
          <a:xfrm>
            <a:off x="4316870" y="2246087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90%</a:t>
            </a:r>
          </a:p>
        </p:txBody>
      </p:sp>
      <p:sp>
        <p:nvSpPr>
          <p:cNvPr id="66" name="삼각 화살표"/>
          <p:cNvSpPr/>
          <p:nvPr/>
        </p:nvSpPr>
        <p:spPr>
          <a:xfrm>
            <a:off x="5565913" y="2339217"/>
            <a:ext cx="131478" cy="219130"/>
          </a:xfrm>
          <a:custGeom>
            <a:avLst/>
            <a:gdLst/>
            <a:ahLst/>
            <a:cxnLst/>
            <a:rect l="l" t="t" r="r" b="b"/>
            <a:pathLst>
              <a:path w="131478" h="219130">
                <a:moveTo>
                  <a:pt x="0" y="0"/>
                </a:moveTo>
                <a:lnTo>
                  <a:pt x="0" y="219130"/>
                </a:lnTo>
                <a:lnTo>
                  <a:pt x="131478" y="10956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목표"/>
          <p:cNvSpPr/>
          <p:nvPr/>
        </p:nvSpPr>
        <p:spPr>
          <a:xfrm>
            <a:off x="5741217" y="2246087"/>
            <a:ext cx="1205217" cy="405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목표"/>
          <p:cNvSpPr>
            <a:spLocks noGrp="1"/>
          </p:cNvSpPr>
          <p:nvPr>
            <p:ph type="body" sz="quarter" idx="51"/>
          </p:nvPr>
        </p:nvSpPr>
        <p:spPr>
          <a:xfrm>
            <a:off x="5741217" y="2246087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100%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라벨 · 요약 · 사진 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행 틀"/>
          <p:cNvSpPr/>
          <p:nvPr/>
        </p:nvSpPr>
        <p:spPr>
          <a:xfrm>
            <a:off x="536870" y="766957"/>
            <a:ext cx="6300000" cy="591652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77913"/>
            <a:ext cx="591652" cy="56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77913"/>
            <a:ext cx="591652" cy="56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적극행정</a:t>
            </a:r>
          </a:p>
        </p:txBody>
      </p:sp>
      <p:sp>
        <p:nvSpPr>
          <p:cNvPr id="13" name="행 글"/>
          <p:cNvSpPr>
            <a:spLocks noGrp="1"/>
          </p:cNvSpPr>
          <p:nvPr>
            <p:ph type="body" sz="quarter" idx="21"/>
          </p:nvPr>
        </p:nvSpPr>
        <p:spPr>
          <a:xfrm>
            <a:off x="1172348" y="766957"/>
            <a:ext cx="3247294" cy="591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적극행정 우수사례 경진대회를 열어 현장 제안 12건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개선 과제 5건 실행으로 민원 처리 기간 단축</a:t>
            </a:r>
          </a:p>
        </p:txBody>
      </p:sp>
      <p:sp>
        <p:nvSpPr>
          <p:cNvPr id="14" name="요약 박스"/>
          <p:cNvSpPr/>
          <p:nvPr/>
        </p:nvSpPr>
        <p:spPr>
          <a:xfrm>
            <a:off x="4452511" y="799826"/>
            <a:ext cx="895805" cy="52591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" name="요약 박스"/>
          <p:cNvSpPr>
            <a:spLocks noGrp="1"/>
          </p:cNvSpPr>
          <p:nvPr>
            <p:ph type="body" sz="quarter" idx="22"/>
          </p:nvPr>
        </p:nvSpPr>
        <p:spPr>
          <a:xfrm>
            <a:off x="4452511" y="799826"/>
            <a:ext cx="895805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처리기간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30% 단축</a:t>
            </a:r>
          </a:p>
        </p:txBody>
      </p:sp>
      <p:sp>
        <p:nvSpPr>
          <p:cNvPr id="16" name="사진 칸"/>
          <p:cNvSpPr/>
          <p:nvPr/>
        </p:nvSpPr>
        <p:spPr>
          <a:xfrm>
            <a:off x="5381186" y="788870"/>
            <a:ext cx="1433770" cy="5478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7" name="사진 칸"/>
          <p:cNvSpPr>
            <a:spLocks noGrp="1"/>
          </p:cNvSpPr>
          <p:nvPr>
            <p:ph type="body" sz="quarter" idx="23"/>
          </p:nvPr>
        </p:nvSpPr>
        <p:spPr>
          <a:xfrm>
            <a:off x="5381186" y="788870"/>
            <a:ext cx="1433770" cy="54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8" name="행 틀"/>
          <p:cNvSpPr/>
          <p:nvPr/>
        </p:nvSpPr>
        <p:spPr>
          <a:xfrm>
            <a:off x="536870" y="1380522"/>
            <a:ext cx="6300000" cy="591652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391478"/>
            <a:ext cx="591652" cy="56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391478"/>
            <a:ext cx="591652" cy="56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규제개선</a:t>
            </a:r>
          </a:p>
        </p:txBody>
      </p:sp>
      <p:sp>
        <p:nvSpPr>
          <p:cNvPr id="21" name="행 글"/>
          <p:cNvSpPr>
            <a:spLocks noGrp="1"/>
          </p:cNvSpPr>
          <p:nvPr>
            <p:ph type="body" sz="quarter" idx="25"/>
          </p:nvPr>
        </p:nvSpPr>
        <p:spPr>
          <a:xfrm>
            <a:off x="1172348" y="1380522"/>
            <a:ext cx="3247294" cy="591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불필요한 인허가 서류 7종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일괄 접수 창구 개설</a:t>
            </a:r>
          </a:p>
        </p:txBody>
      </p:sp>
      <p:sp>
        <p:nvSpPr>
          <p:cNvPr id="22" name="요약 박스"/>
          <p:cNvSpPr/>
          <p:nvPr/>
        </p:nvSpPr>
        <p:spPr>
          <a:xfrm>
            <a:off x="4452511" y="1413391"/>
            <a:ext cx="895805" cy="52591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3" name="요약 박스"/>
          <p:cNvSpPr>
            <a:spLocks noGrp="1"/>
          </p:cNvSpPr>
          <p:nvPr>
            <p:ph type="body" sz="quarter" idx="26"/>
          </p:nvPr>
        </p:nvSpPr>
        <p:spPr>
          <a:xfrm>
            <a:off x="4452511" y="1413391"/>
            <a:ext cx="895805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 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40% 감소</a:t>
            </a:r>
          </a:p>
        </p:txBody>
      </p:sp>
      <p:sp>
        <p:nvSpPr>
          <p:cNvPr id="24" name="사진 칸"/>
          <p:cNvSpPr/>
          <p:nvPr/>
        </p:nvSpPr>
        <p:spPr>
          <a:xfrm>
            <a:off x="5381186" y="1402435"/>
            <a:ext cx="1433770" cy="5478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5" name="사진 칸"/>
          <p:cNvSpPr>
            <a:spLocks noGrp="1"/>
          </p:cNvSpPr>
          <p:nvPr>
            <p:ph type="body" sz="quarter" idx="27"/>
          </p:nvPr>
        </p:nvSpPr>
        <p:spPr>
          <a:xfrm>
            <a:off x="5381186" y="1402435"/>
            <a:ext cx="1433770" cy="54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Best Practice 박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박스 외곽"/>
          <p:cNvSpPr/>
          <p:nvPr/>
        </p:nvSpPr>
        <p:spPr>
          <a:xfrm>
            <a:off x="723130" y="777913"/>
            <a:ext cx="6300000" cy="1040870"/>
          </a:xfrm>
          <a:prstGeom prst="rect">
            <a:avLst/>
          </a:prstGeom>
          <a:solidFill>
            <a:srgbClr val="FFFFFF"/>
          </a:solidFill>
          <a:ln w="28575">
            <a:solidFill>
              <a:srgbClr val="002060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BP 라벨"/>
          <p:cNvSpPr/>
          <p:nvPr/>
        </p:nvSpPr>
        <p:spPr>
          <a:xfrm>
            <a:off x="723130" y="777913"/>
            <a:ext cx="712174" cy="104087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" name="BP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712174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Best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Practice</a:t>
            </a:r>
          </a:p>
        </p:txBody>
      </p:sp>
      <p:sp>
        <p:nvSpPr>
          <p:cNvPr id="12" name="제목 띠"/>
          <p:cNvSpPr/>
          <p:nvPr/>
        </p:nvSpPr>
        <p:spPr>
          <a:xfrm>
            <a:off x="1457217" y="799826"/>
            <a:ext cx="5544000" cy="30678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BP 제목"/>
          <p:cNvSpPr>
            <a:spLocks noGrp="1"/>
          </p:cNvSpPr>
          <p:nvPr>
            <p:ph type="body" sz="quarter" idx="21"/>
          </p:nvPr>
        </p:nvSpPr>
        <p:spPr>
          <a:xfrm>
            <a:off x="1544870" y="799826"/>
            <a:ext cx="5412522" cy="30678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1" spc="-8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b="1" spc="-80" dirty="0">
                <a:solidFill>
                  <a:srgbClr val="000359"/>
                </a:solidFill>
                <a:latin typeface="Pretendard"/>
                <a:ea typeface="Pretendard"/>
              </a:rPr>
              <a:t>현장 제안 기반 위험요인 개선 사례</a:t>
            </a:r>
          </a:p>
        </p:txBody>
      </p:sp>
      <p:sp>
        <p:nvSpPr>
          <p:cNvPr id="14" name="BP 문장"/>
          <p:cNvSpPr>
            <a:spLocks noGrp="1"/>
          </p:cNvSpPr>
          <p:nvPr>
            <p:ph type="body" sz="quarter" idx="22"/>
          </p:nvPr>
        </p:nvSpPr>
        <p:spPr>
          <a:xfrm>
            <a:off x="1522957" y="1139478"/>
            <a:ext cx="5434435" cy="635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현장 근로자 제안을 모아 위험요인 개선 과제로 연결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개선 전후 사진과 점검표를 공유하는 사례집을 발간해 전 사업장으로 확산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재해 위험 신고 건수가 전년 대비 증가해 예방 문화가 정착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번호 과제 그룹(분야 박스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그룹 틀"/>
          <p:cNvSpPr/>
          <p:nvPr/>
        </p:nvSpPr>
        <p:spPr>
          <a:xfrm>
            <a:off x="536870" y="986087"/>
            <a:ext cx="6300000" cy="1764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캡션"/>
          <p:cNvSpPr/>
          <p:nvPr/>
        </p:nvSpPr>
        <p:spPr>
          <a:xfrm>
            <a:off x="1292870" y="766957"/>
            <a:ext cx="4788000" cy="219130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" name="캡션"/>
          <p:cNvSpPr>
            <a:spLocks noGrp="1"/>
          </p:cNvSpPr>
          <p:nvPr>
            <p:ph type="body" sz="quarter" idx="20"/>
          </p:nvPr>
        </p:nvSpPr>
        <p:spPr>
          <a:xfrm>
            <a:off x="1292870" y="766957"/>
            <a:ext cx="4788000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분야별 중점 과제</a:t>
            </a:r>
          </a:p>
        </p:txBody>
      </p:sp>
      <p:sp>
        <p:nvSpPr>
          <p:cNvPr id="13" name="분야 박스"/>
          <p:cNvSpPr/>
          <p:nvPr/>
        </p:nvSpPr>
        <p:spPr>
          <a:xfrm>
            <a:off x="591652" y="1051826"/>
            <a:ext cx="1525696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분야 머리"/>
          <p:cNvSpPr>
            <a:spLocks noGrp="1"/>
          </p:cNvSpPr>
          <p:nvPr>
            <p:ph type="body" sz="quarter" idx="21"/>
          </p:nvPr>
        </p:nvSpPr>
        <p:spPr>
          <a:xfrm>
            <a:off x="591652" y="1062783"/>
            <a:ext cx="1525696" cy="230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15" name="번호"/>
          <p:cNvSpPr/>
          <p:nvPr/>
        </p:nvSpPr>
        <p:spPr>
          <a:xfrm>
            <a:off x="635478" y="1555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6" name="번호"/>
          <p:cNvSpPr>
            <a:spLocks noGrp="1"/>
          </p:cNvSpPr>
          <p:nvPr>
            <p:ph type="body" sz="quarter" idx="22"/>
          </p:nvPr>
        </p:nvSpPr>
        <p:spPr>
          <a:xfrm>
            <a:off x="635478" y="1555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과제 글"/>
          <p:cNvSpPr>
            <a:spLocks noGrp="1"/>
          </p:cNvSpPr>
          <p:nvPr>
            <p:ph type="body" sz="quarter" idx="23"/>
          </p:nvPr>
        </p:nvSpPr>
        <p:spPr>
          <a:xfrm>
            <a:off x="854609" y="1522957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 평가 체계 고도화</a:t>
            </a:r>
          </a:p>
        </p:txBody>
      </p:sp>
      <p:sp>
        <p:nvSpPr>
          <p:cNvPr id="18" name="번호"/>
          <p:cNvSpPr/>
          <p:nvPr/>
        </p:nvSpPr>
        <p:spPr>
          <a:xfrm>
            <a:off x="635478" y="1928348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9" name="번호"/>
          <p:cNvSpPr>
            <a:spLocks noGrp="1"/>
          </p:cNvSpPr>
          <p:nvPr>
            <p:ph type="body" sz="quarter" idx="24"/>
          </p:nvPr>
        </p:nvSpPr>
        <p:spPr>
          <a:xfrm>
            <a:off x="635478" y="1928348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20" name="과제 글"/>
          <p:cNvSpPr>
            <a:spLocks noGrp="1"/>
          </p:cNvSpPr>
          <p:nvPr>
            <p:ph type="body" sz="quarter" idx="25"/>
          </p:nvPr>
        </p:nvSpPr>
        <p:spPr>
          <a:xfrm>
            <a:off x="854609" y="1895478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합동점검 확대</a:t>
            </a:r>
          </a:p>
        </p:txBody>
      </p:sp>
      <p:sp>
        <p:nvSpPr>
          <p:cNvPr id="21" name="번호"/>
          <p:cNvSpPr/>
          <p:nvPr/>
        </p:nvSpPr>
        <p:spPr>
          <a:xfrm>
            <a:off x="635478" y="2300870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2" name="번호"/>
          <p:cNvSpPr>
            <a:spLocks noGrp="1"/>
          </p:cNvSpPr>
          <p:nvPr>
            <p:ph type="body" sz="quarter" idx="26"/>
          </p:nvPr>
        </p:nvSpPr>
        <p:spPr>
          <a:xfrm>
            <a:off x="635478" y="2300870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3" name="과제 글"/>
          <p:cNvSpPr>
            <a:spLocks noGrp="1"/>
          </p:cNvSpPr>
          <p:nvPr>
            <p:ph type="body" sz="quarter" idx="27"/>
          </p:nvPr>
        </p:nvSpPr>
        <p:spPr>
          <a:xfrm>
            <a:off x="854609" y="2268000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 대응훈련 정례화</a:t>
            </a:r>
          </a:p>
        </p:txBody>
      </p:sp>
      <p:sp>
        <p:nvSpPr>
          <p:cNvPr id="24" name="분야 박스"/>
          <p:cNvSpPr/>
          <p:nvPr/>
        </p:nvSpPr>
        <p:spPr>
          <a:xfrm>
            <a:off x="2161174" y="1051826"/>
            <a:ext cx="1525696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분야 머리"/>
          <p:cNvSpPr>
            <a:spLocks noGrp="1"/>
          </p:cNvSpPr>
          <p:nvPr>
            <p:ph type="body" sz="quarter" idx="28"/>
          </p:nvPr>
        </p:nvSpPr>
        <p:spPr>
          <a:xfrm>
            <a:off x="2161174" y="1062783"/>
            <a:ext cx="1525696" cy="230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윤리</a:t>
            </a:r>
          </a:p>
        </p:txBody>
      </p:sp>
      <p:sp>
        <p:nvSpPr>
          <p:cNvPr id="26" name="번호"/>
          <p:cNvSpPr/>
          <p:nvPr/>
        </p:nvSpPr>
        <p:spPr>
          <a:xfrm>
            <a:off x="2205000" y="1555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7" name="번호"/>
          <p:cNvSpPr>
            <a:spLocks noGrp="1"/>
          </p:cNvSpPr>
          <p:nvPr>
            <p:ph type="body" sz="quarter" idx="29"/>
          </p:nvPr>
        </p:nvSpPr>
        <p:spPr>
          <a:xfrm>
            <a:off x="2205000" y="1555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28" name="과제 글"/>
          <p:cNvSpPr>
            <a:spLocks noGrp="1"/>
          </p:cNvSpPr>
          <p:nvPr>
            <p:ph type="body" sz="quarter" idx="30"/>
          </p:nvPr>
        </p:nvSpPr>
        <p:spPr>
          <a:xfrm>
            <a:off x="2424130" y="1522957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자가진단 상시화</a:t>
            </a:r>
          </a:p>
        </p:txBody>
      </p:sp>
      <p:sp>
        <p:nvSpPr>
          <p:cNvPr id="29" name="번호"/>
          <p:cNvSpPr/>
          <p:nvPr/>
        </p:nvSpPr>
        <p:spPr>
          <a:xfrm>
            <a:off x="2205000" y="1928348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번호"/>
          <p:cNvSpPr>
            <a:spLocks noGrp="1"/>
          </p:cNvSpPr>
          <p:nvPr>
            <p:ph type="body" sz="quarter" idx="31"/>
          </p:nvPr>
        </p:nvSpPr>
        <p:spPr>
          <a:xfrm>
            <a:off x="2205000" y="1928348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31" name="과제 글"/>
          <p:cNvSpPr>
            <a:spLocks noGrp="1"/>
          </p:cNvSpPr>
          <p:nvPr>
            <p:ph type="body" sz="quarter" idx="32"/>
          </p:nvPr>
        </p:nvSpPr>
        <p:spPr>
          <a:xfrm>
            <a:off x="2424130" y="1895478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 취약분야 개선</a:t>
            </a:r>
          </a:p>
        </p:txBody>
      </p:sp>
      <p:sp>
        <p:nvSpPr>
          <p:cNvPr id="32" name="번호"/>
          <p:cNvSpPr/>
          <p:nvPr/>
        </p:nvSpPr>
        <p:spPr>
          <a:xfrm>
            <a:off x="2205000" y="2300870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번호"/>
          <p:cNvSpPr>
            <a:spLocks noGrp="1"/>
          </p:cNvSpPr>
          <p:nvPr>
            <p:ph type="body" sz="quarter" idx="33"/>
          </p:nvPr>
        </p:nvSpPr>
        <p:spPr>
          <a:xfrm>
            <a:off x="2205000" y="2300870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34" name="과제 글"/>
          <p:cNvSpPr>
            <a:spLocks noGrp="1"/>
          </p:cNvSpPr>
          <p:nvPr>
            <p:ph type="body" sz="quarter" idx="34"/>
          </p:nvPr>
        </p:nvSpPr>
        <p:spPr>
          <a:xfrm>
            <a:off x="2424130" y="2268000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신고 보호 강화</a:t>
            </a:r>
          </a:p>
        </p:txBody>
      </p:sp>
      <p:sp>
        <p:nvSpPr>
          <p:cNvPr id="35" name="분야 박스"/>
          <p:cNvSpPr/>
          <p:nvPr/>
        </p:nvSpPr>
        <p:spPr>
          <a:xfrm>
            <a:off x="3730696" y="1051826"/>
            <a:ext cx="3051391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분야 머리"/>
          <p:cNvSpPr>
            <a:spLocks noGrp="1"/>
          </p:cNvSpPr>
          <p:nvPr>
            <p:ph type="body" sz="quarter" idx="35"/>
          </p:nvPr>
        </p:nvSpPr>
        <p:spPr>
          <a:xfrm>
            <a:off x="3730696" y="1062783"/>
            <a:ext cx="3051391" cy="230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사회가치</a:t>
            </a:r>
          </a:p>
        </p:txBody>
      </p:sp>
      <p:sp>
        <p:nvSpPr>
          <p:cNvPr id="37" name="소분야"/>
          <p:cNvSpPr/>
          <p:nvPr/>
        </p:nvSpPr>
        <p:spPr>
          <a:xfrm>
            <a:off x="3763565" y="1303826"/>
            <a:ext cx="1470913" cy="186261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소분야"/>
          <p:cNvSpPr>
            <a:spLocks noGrp="1"/>
          </p:cNvSpPr>
          <p:nvPr>
            <p:ph type="body" sz="quarter" idx="36"/>
          </p:nvPr>
        </p:nvSpPr>
        <p:spPr>
          <a:xfrm>
            <a:off x="3763565" y="1303826"/>
            <a:ext cx="147091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</a:t>
            </a:r>
          </a:p>
        </p:txBody>
      </p:sp>
      <p:sp>
        <p:nvSpPr>
          <p:cNvPr id="39" name="번호"/>
          <p:cNvSpPr/>
          <p:nvPr/>
        </p:nvSpPr>
        <p:spPr>
          <a:xfrm>
            <a:off x="3774522" y="1555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0" name="번호"/>
          <p:cNvSpPr>
            <a:spLocks noGrp="1"/>
          </p:cNvSpPr>
          <p:nvPr>
            <p:ph type="body" sz="quarter" idx="37"/>
          </p:nvPr>
        </p:nvSpPr>
        <p:spPr>
          <a:xfrm>
            <a:off x="3774522" y="1555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41" name="과제 글"/>
          <p:cNvSpPr>
            <a:spLocks noGrp="1"/>
          </p:cNvSpPr>
          <p:nvPr>
            <p:ph type="body" sz="quarter" idx="38"/>
          </p:nvPr>
        </p:nvSpPr>
        <p:spPr>
          <a:xfrm>
            <a:off x="3993652" y="1522957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판로 지원</a:t>
            </a:r>
          </a:p>
        </p:txBody>
      </p:sp>
      <p:sp>
        <p:nvSpPr>
          <p:cNvPr id="42" name="번호"/>
          <p:cNvSpPr/>
          <p:nvPr/>
        </p:nvSpPr>
        <p:spPr>
          <a:xfrm>
            <a:off x="3774522" y="1928348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3774522" y="1928348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8</a:t>
            </a:r>
          </a:p>
        </p:txBody>
      </p:sp>
      <p:sp>
        <p:nvSpPr>
          <p:cNvPr id="44" name="과제 글"/>
          <p:cNvSpPr>
            <a:spLocks noGrp="1"/>
          </p:cNvSpPr>
          <p:nvPr>
            <p:ph type="body" sz="quarter" idx="40"/>
          </p:nvPr>
        </p:nvSpPr>
        <p:spPr>
          <a:xfrm>
            <a:off x="3993652" y="1895478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일자리 연계</a:t>
            </a:r>
          </a:p>
        </p:txBody>
      </p:sp>
      <p:sp>
        <p:nvSpPr>
          <p:cNvPr id="45" name="번호"/>
          <p:cNvSpPr/>
          <p:nvPr/>
        </p:nvSpPr>
        <p:spPr>
          <a:xfrm>
            <a:off x="3774522" y="2300870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6" name="번호"/>
          <p:cNvSpPr>
            <a:spLocks noGrp="1"/>
          </p:cNvSpPr>
          <p:nvPr>
            <p:ph type="body" sz="quarter" idx="41"/>
          </p:nvPr>
        </p:nvSpPr>
        <p:spPr>
          <a:xfrm>
            <a:off x="3774522" y="2300870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9</a:t>
            </a:r>
          </a:p>
        </p:txBody>
      </p:sp>
      <p:sp>
        <p:nvSpPr>
          <p:cNvPr id="47" name="과제 글"/>
          <p:cNvSpPr>
            <a:spLocks noGrp="1"/>
          </p:cNvSpPr>
          <p:nvPr>
            <p:ph type="body" sz="quarter" idx="42"/>
          </p:nvPr>
        </p:nvSpPr>
        <p:spPr>
          <a:xfrm>
            <a:off x="3993652" y="2268000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 기금 운영</a:t>
            </a:r>
          </a:p>
        </p:txBody>
      </p:sp>
      <p:sp>
        <p:nvSpPr>
          <p:cNvPr id="48" name="소분야"/>
          <p:cNvSpPr/>
          <p:nvPr/>
        </p:nvSpPr>
        <p:spPr>
          <a:xfrm>
            <a:off x="5256391" y="1303826"/>
            <a:ext cx="1470913" cy="186261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소분야"/>
          <p:cNvSpPr>
            <a:spLocks noGrp="1"/>
          </p:cNvSpPr>
          <p:nvPr>
            <p:ph type="body" sz="quarter" idx="43"/>
          </p:nvPr>
        </p:nvSpPr>
        <p:spPr>
          <a:xfrm>
            <a:off x="5256391" y="1303826"/>
            <a:ext cx="147091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50" name="번호"/>
          <p:cNvSpPr/>
          <p:nvPr/>
        </p:nvSpPr>
        <p:spPr>
          <a:xfrm>
            <a:off x="5267348" y="1555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번호"/>
          <p:cNvSpPr>
            <a:spLocks noGrp="1"/>
          </p:cNvSpPr>
          <p:nvPr>
            <p:ph type="body" sz="quarter" idx="44"/>
          </p:nvPr>
        </p:nvSpPr>
        <p:spPr>
          <a:xfrm>
            <a:off x="5267348" y="1555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</a:t>
            </a:r>
          </a:p>
        </p:txBody>
      </p:sp>
      <p:sp>
        <p:nvSpPr>
          <p:cNvPr id="52" name="과제 글"/>
          <p:cNvSpPr>
            <a:spLocks noGrp="1"/>
          </p:cNvSpPr>
          <p:nvPr>
            <p:ph type="body" sz="quarter" idx="45"/>
          </p:nvPr>
        </p:nvSpPr>
        <p:spPr>
          <a:xfrm>
            <a:off x="5486478" y="1522957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 감축 이행</a:t>
            </a:r>
          </a:p>
        </p:txBody>
      </p:sp>
      <p:sp>
        <p:nvSpPr>
          <p:cNvPr id="53" name="번호"/>
          <p:cNvSpPr/>
          <p:nvPr/>
        </p:nvSpPr>
        <p:spPr>
          <a:xfrm>
            <a:off x="5267348" y="1928348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4" name="번호"/>
          <p:cNvSpPr>
            <a:spLocks noGrp="1"/>
          </p:cNvSpPr>
          <p:nvPr>
            <p:ph type="body" sz="quarter" idx="46"/>
          </p:nvPr>
        </p:nvSpPr>
        <p:spPr>
          <a:xfrm>
            <a:off x="5267348" y="1928348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11</a:t>
            </a:r>
          </a:p>
        </p:txBody>
      </p:sp>
      <p:sp>
        <p:nvSpPr>
          <p:cNvPr id="55" name="과제 글"/>
          <p:cNvSpPr>
            <a:spLocks noGrp="1"/>
          </p:cNvSpPr>
          <p:nvPr>
            <p:ph type="body" sz="quarter" idx="47"/>
          </p:nvPr>
        </p:nvSpPr>
        <p:spPr>
          <a:xfrm>
            <a:off x="5486478" y="1895478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구매 확대</a:t>
            </a:r>
          </a:p>
        </p:txBody>
      </p:sp>
      <p:sp>
        <p:nvSpPr>
          <p:cNvPr id="56" name="번호"/>
          <p:cNvSpPr/>
          <p:nvPr/>
        </p:nvSpPr>
        <p:spPr>
          <a:xfrm>
            <a:off x="5267348" y="2300870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7" name="번호"/>
          <p:cNvSpPr>
            <a:spLocks noGrp="1"/>
          </p:cNvSpPr>
          <p:nvPr>
            <p:ph type="body" sz="quarter" idx="48"/>
          </p:nvPr>
        </p:nvSpPr>
        <p:spPr>
          <a:xfrm>
            <a:off x="5267348" y="2300870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12</a:t>
            </a:r>
          </a:p>
        </p:txBody>
      </p:sp>
      <p:sp>
        <p:nvSpPr>
          <p:cNvPr id="58" name="과제 글"/>
          <p:cNvSpPr>
            <a:spLocks noGrp="1"/>
          </p:cNvSpPr>
          <p:nvPr>
            <p:ph type="body" sz="quarter" idx="49"/>
          </p:nvPr>
        </p:nvSpPr>
        <p:spPr>
          <a:xfrm>
            <a:off x="5486478" y="2268000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 순환 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조직 · 네트워크 패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패널 외곽"/>
          <p:cNvSpPr/>
          <p:nvPr/>
        </p:nvSpPr>
        <p:spPr>
          <a:xfrm>
            <a:off x="723130" y="777913"/>
            <a:ext cx="4158000" cy="1731130"/>
          </a:xfrm>
          <a:prstGeom prst="rect">
            <a:avLst/>
          </a:prstGeom>
          <a:solidFill>
            <a:srgbClr val="FFFFFF"/>
          </a:solidFill>
          <a:ln w="15875">
            <a:solidFill>
              <a:srgbClr val="002060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패널 머리"/>
          <p:cNvSpPr/>
          <p:nvPr/>
        </p:nvSpPr>
        <p:spPr>
          <a:xfrm>
            <a:off x="723130" y="777913"/>
            <a:ext cx="41580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" name="패널 머리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4158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 조직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4924957" y="777913"/>
            <a:ext cx="2098174" cy="1731130"/>
          </a:xfrm>
          <a:prstGeom prst="rect">
            <a:avLst/>
          </a:prstGeom>
          <a:solidFill>
            <a:srgbClr val="FFFFFF"/>
          </a:solidFill>
          <a:ln w="15875">
            <a:solidFill>
              <a:srgbClr val="002060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패널 머리"/>
          <p:cNvSpPr/>
          <p:nvPr/>
        </p:nvSpPr>
        <p:spPr>
          <a:xfrm>
            <a:off x="4924957" y="777913"/>
            <a:ext cx="2098174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4" name="패널 머리"/>
          <p:cNvSpPr>
            <a:spLocks noGrp="1"/>
          </p:cNvSpPr>
          <p:nvPr>
            <p:ph type="body" sz="quarter" idx="21"/>
          </p:nvPr>
        </p:nvSpPr>
        <p:spPr>
          <a:xfrm>
            <a:off x="4924957" y="777913"/>
            <a:ext cx="209817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협력 네트워크</a:t>
            </a:r>
          </a:p>
        </p:txBody>
      </p:sp>
      <p:sp>
        <p:nvSpPr>
          <p:cNvPr id="15" name="총괄"/>
          <p:cNvSpPr/>
          <p:nvPr/>
        </p:nvSpPr>
        <p:spPr>
          <a:xfrm>
            <a:off x="1626660" y="1084696"/>
            <a:ext cx="1912680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총괄"/>
          <p:cNvSpPr>
            <a:spLocks noGrp="1"/>
          </p:cNvSpPr>
          <p:nvPr>
            <p:ph type="body" sz="quarter" idx="22"/>
          </p:nvPr>
        </p:nvSpPr>
        <p:spPr>
          <a:xfrm>
            <a:off x="1626660" y="1084696"/>
            <a:ext cx="1912680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안전경영위원회</a:t>
            </a:r>
          </a:p>
        </p:txBody>
      </p:sp>
      <p:sp>
        <p:nvSpPr>
          <p:cNvPr id="17" name="총괄 설명"/>
          <p:cNvSpPr/>
          <p:nvPr/>
        </p:nvSpPr>
        <p:spPr>
          <a:xfrm>
            <a:off x="1626660" y="1303826"/>
            <a:ext cx="191268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" name="총괄 설명"/>
          <p:cNvSpPr>
            <a:spLocks noGrp="1"/>
          </p:cNvSpPr>
          <p:nvPr>
            <p:ph type="body" sz="quarter" idx="23"/>
          </p:nvPr>
        </p:nvSpPr>
        <p:spPr>
          <a:xfrm>
            <a:off x="1626660" y="1303826"/>
            <a:ext cx="1912680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위원장: 기관장</a:t>
            </a:r>
          </a:p>
        </p:txBody>
      </p:sp>
      <p:sp>
        <p:nvSpPr>
          <p:cNvPr id="19" name="보조 조직"/>
          <p:cNvSpPr/>
          <p:nvPr/>
        </p:nvSpPr>
        <p:spPr>
          <a:xfrm>
            <a:off x="4059391" y="1084696"/>
            <a:ext cx="756000" cy="19721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보조 조직"/>
          <p:cNvSpPr>
            <a:spLocks noGrp="1"/>
          </p:cNvSpPr>
          <p:nvPr>
            <p:ph type="body" sz="quarter" idx="24"/>
          </p:nvPr>
        </p:nvSpPr>
        <p:spPr>
          <a:xfrm>
            <a:off x="4059391" y="1084696"/>
            <a:ext cx="756000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자문단</a:t>
            </a:r>
          </a:p>
        </p:txBody>
      </p:sp>
      <p:sp>
        <p:nvSpPr>
          <p:cNvPr id="21" name="보조 글"/>
          <p:cNvSpPr>
            <a:spLocks noGrp="1"/>
          </p:cNvSpPr>
          <p:nvPr>
            <p:ph type="body" sz="quarter" idx="25"/>
          </p:nvPr>
        </p:nvSpPr>
        <p:spPr>
          <a:xfrm>
            <a:off x="4059391" y="1292870"/>
            <a:ext cx="756000" cy="361565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대표</a:t>
            </a:r>
          </a:p>
        </p:txBody>
      </p:sp>
      <p:cxnSp>
        <p:nvCxnSpPr>
          <p:cNvPr id="22" name="Connector 11"/>
          <p:cNvCxnSpPr/>
          <p:nvPr/>
        </p:nvCxnSpPr>
        <p:spPr>
          <a:xfrm>
            <a:off x="1449000" y="1588696"/>
            <a:ext cx="2706261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cxnSp>
        <p:nvCxnSpPr>
          <p:cNvPr id="23" name="Connector 12"/>
          <p:cNvCxnSpPr/>
          <p:nvPr/>
        </p:nvCxnSpPr>
        <p:spPr>
          <a:xfrm>
            <a:off x="2583000" y="1501043"/>
            <a:ext cx="0" cy="87653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cxnSp>
        <p:nvCxnSpPr>
          <p:cNvPr id="24" name="Connector 13"/>
          <p:cNvCxnSpPr/>
          <p:nvPr/>
        </p:nvCxnSpPr>
        <p:spPr>
          <a:xfrm>
            <a:off x="1449000" y="1588696"/>
            <a:ext cx="0" cy="65739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25" name="부서"/>
          <p:cNvSpPr/>
          <p:nvPr/>
        </p:nvSpPr>
        <p:spPr>
          <a:xfrm>
            <a:off x="788870" y="1654435"/>
            <a:ext cx="1320261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부서"/>
          <p:cNvSpPr>
            <a:spLocks noGrp="1"/>
          </p:cNvSpPr>
          <p:nvPr>
            <p:ph type="body" sz="quarter" idx="26"/>
          </p:nvPr>
        </p:nvSpPr>
        <p:spPr>
          <a:xfrm>
            <a:off x="788870" y="1654435"/>
            <a:ext cx="132026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안전기획부</a:t>
            </a:r>
          </a:p>
        </p:txBody>
      </p:sp>
      <p:sp>
        <p:nvSpPr>
          <p:cNvPr id="27" name="부서 글"/>
          <p:cNvSpPr>
            <a:spLocks noGrp="1"/>
          </p:cNvSpPr>
          <p:nvPr>
            <p:ph type="body" sz="quarter" idx="27"/>
          </p:nvPr>
        </p:nvSpPr>
        <p:spPr>
          <a:xfrm>
            <a:off x="788870" y="1840696"/>
            <a:ext cx="1320261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관리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2802130" y="1588696"/>
            <a:ext cx="0" cy="65739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29" name="부서"/>
          <p:cNvSpPr/>
          <p:nvPr/>
        </p:nvSpPr>
        <p:spPr>
          <a:xfrm>
            <a:off x="2142000" y="1654435"/>
            <a:ext cx="1320261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부서"/>
          <p:cNvSpPr>
            <a:spLocks noGrp="1"/>
          </p:cNvSpPr>
          <p:nvPr>
            <p:ph type="body" sz="quarter" idx="28"/>
          </p:nvPr>
        </p:nvSpPr>
        <p:spPr>
          <a:xfrm>
            <a:off x="2142000" y="1654435"/>
            <a:ext cx="132026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현장지원부</a:t>
            </a:r>
          </a:p>
        </p:txBody>
      </p:sp>
      <p:sp>
        <p:nvSpPr>
          <p:cNvPr id="31" name="부서 글"/>
          <p:cNvSpPr>
            <a:spLocks noGrp="1"/>
          </p:cNvSpPr>
          <p:nvPr>
            <p:ph type="body" sz="quarter" idx="29"/>
          </p:nvPr>
        </p:nvSpPr>
        <p:spPr>
          <a:xfrm>
            <a:off x="2142000" y="1840696"/>
            <a:ext cx="1320261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운영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55261" y="1588696"/>
            <a:ext cx="0" cy="65739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33" name="부서"/>
          <p:cNvSpPr/>
          <p:nvPr/>
        </p:nvSpPr>
        <p:spPr>
          <a:xfrm>
            <a:off x="3495130" y="1654435"/>
            <a:ext cx="1320261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부서"/>
          <p:cNvSpPr>
            <a:spLocks noGrp="1"/>
          </p:cNvSpPr>
          <p:nvPr>
            <p:ph type="body" sz="quarter" idx="30"/>
          </p:nvPr>
        </p:nvSpPr>
        <p:spPr>
          <a:xfrm>
            <a:off x="3495130" y="1654435"/>
            <a:ext cx="132026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비상대응부</a:t>
            </a:r>
          </a:p>
        </p:txBody>
      </p:sp>
      <p:sp>
        <p:nvSpPr>
          <p:cNvPr id="35" name="부서 글"/>
          <p:cNvSpPr>
            <a:spLocks noGrp="1"/>
          </p:cNvSpPr>
          <p:nvPr>
            <p:ph type="body" sz="quarter" idx="31"/>
          </p:nvPr>
        </p:nvSpPr>
        <p:spPr>
          <a:xfrm>
            <a:off x="3495130" y="1840696"/>
            <a:ext cx="1320261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훈련 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상황 관리</a:t>
            </a:r>
          </a:p>
        </p:txBody>
      </p:sp>
      <p:sp>
        <p:nvSpPr>
          <p:cNvPr id="36" name="실행조직"/>
          <p:cNvSpPr/>
          <p:nvPr/>
        </p:nvSpPr>
        <p:spPr>
          <a:xfrm>
            <a:off x="788870" y="2257043"/>
            <a:ext cx="402652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7" name="실행조직"/>
          <p:cNvSpPr>
            <a:spLocks noGrp="1"/>
          </p:cNvSpPr>
          <p:nvPr>
            <p:ph type="body" sz="quarter" idx="32"/>
          </p:nvPr>
        </p:nvSpPr>
        <p:spPr>
          <a:xfrm>
            <a:off x="788870" y="2257043"/>
            <a:ext cx="402652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사업장 안전관리 책임자 · 현장 점검반</a:t>
            </a:r>
          </a:p>
        </p:txBody>
      </p:sp>
      <p:sp>
        <p:nvSpPr>
          <p:cNvPr id="38" name="분류"/>
          <p:cNvSpPr/>
          <p:nvPr/>
        </p:nvSpPr>
        <p:spPr>
          <a:xfrm>
            <a:off x="4957826" y="1073739"/>
            <a:ext cx="493043" cy="434609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분류"/>
          <p:cNvSpPr>
            <a:spLocks noGrp="1"/>
          </p:cNvSpPr>
          <p:nvPr>
            <p:ph type="body" sz="quarter" idx="33"/>
          </p:nvPr>
        </p:nvSpPr>
        <p:spPr>
          <a:xfrm>
            <a:off x="4957826" y="1073739"/>
            <a:ext cx="493043" cy="43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</a:t>
            </a:r>
          </a:p>
        </p:txBody>
      </p:sp>
      <p:sp>
        <p:nvSpPr>
          <p:cNvPr id="40" name="분류 글"/>
          <p:cNvSpPr>
            <a:spLocks noGrp="1"/>
          </p:cNvSpPr>
          <p:nvPr>
            <p:ph type="body" sz="quarter" idx="34"/>
          </p:nvPr>
        </p:nvSpPr>
        <p:spPr>
          <a:xfrm>
            <a:off x="5483739" y="1062783"/>
            <a:ext cx="1506522" cy="46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협의회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 공유 채널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4957826" y="1519304"/>
            <a:ext cx="203243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분류"/>
          <p:cNvSpPr/>
          <p:nvPr/>
        </p:nvSpPr>
        <p:spPr>
          <a:xfrm>
            <a:off x="4957826" y="1541217"/>
            <a:ext cx="493043" cy="434609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분류"/>
          <p:cNvSpPr>
            <a:spLocks noGrp="1"/>
          </p:cNvSpPr>
          <p:nvPr>
            <p:ph type="body" sz="quarter" idx="35"/>
          </p:nvPr>
        </p:nvSpPr>
        <p:spPr>
          <a:xfrm>
            <a:off x="4957826" y="1541217"/>
            <a:ext cx="493043" cy="43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학계</a:t>
            </a:r>
          </a:p>
        </p:txBody>
      </p:sp>
      <p:sp>
        <p:nvSpPr>
          <p:cNvPr id="44" name="분류 글"/>
          <p:cNvSpPr>
            <a:spLocks noGrp="1"/>
          </p:cNvSpPr>
          <p:nvPr>
            <p:ph type="body" sz="quarter" idx="36"/>
          </p:nvPr>
        </p:nvSpPr>
        <p:spPr>
          <a:xfrm>
            <a:off x="5483739" y="1530261"/>
            <a:ext cx="1506522" cy="46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대학 연구실 자문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4957826" y="1986783"/>
            <a:ext cx="203243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분류"/>
          <p:cNvSpPr/>
          <p:nvPr/>
        </p:nvSpPr>
        <p:spPr>
          <a:xfrm>
            <a:off x="4957826" y="2008696"/>
            <a:ext cx="493043" cy="434609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분류"/>
          <p:cNvSpPr>
            <a:spLocks noGrp="1"/>
          </p:cNvSpPr>
          <p:nvPr>
            <p:ph type="body" sz="quarter" idx="37"/>
          </p:nvPr>
        </p:nvSpPr>
        <p:spPr>
          <a:xfrm>
            <a:off x="4957826" y="2008696"/>
            <a:ext cx="493043" cy="43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</a:t>
            </a:r>
          </a:p>
        </p:txBody>
      </p:sp>
      <p:sp>
        <p:nvSpPr>
          <p:cNvPr id="48" name="분류 글"/>
          <p:cNvSpPr>
            <a:spLocks noGrp="1"/>
          </p:cNvSpPr>
          <p:nvPr>
            <p:ph type="body" sz="quarter" idx="38"/>
          </p:nvPr>
        </p:nvSpPr>
        <p:spPr>
          <a:xfrm>
            <a:off x="5483739" y="1997739"/>
            <a:ext cx="1506522" cy="46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안전 협의체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시민단체 모니터링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4957826" y="2454261"/>
            <a:ext cx="203243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수상 카드 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행 틀"/>
          <p:cNvSpPr/>
          <p:nvPr/>
        </p:nvSpPr>
        <p:spPr>
          <a:xfrm>
            <a:off x="536870" y="766957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77913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77913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대외 수상</a:t>
            </a:r>
          </a:p>
        </p:txBody>
      </p:sp>
      <p:sp>
        <p:nvSpPr>
          <p:cNvPr id="13" name="사진 칸"/>
          <p:cNvSpPr/>
          <p:nvPr/>
        </p:nvSpPr>
        <p:spPr>
          <a:xfrm>
            <a:off x="1172348" y="810783"/>
            <a:ext cx="1851652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4" name="사진 칸"/>
          <p:cNvSpPr>
            <a:spLocks noGrp="1"/>
          </p:cNvSpPr>
          <p:nvPr>
            <p:ph type="body" sz="quarter" idx="21"/>
          </p:nvPr>
        </p:nvSpPr>
        <p:spPr>
          <a:xfrm>
            <a:off x="1172348" y="810783"/>
            <a:ext cx="1851652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5" name="카드 제목"/>
          <p:cNvSpPr>
            <a:spLocks noGrp="1"/>
          </p:cNvSpPr>
          <p:nvPr>
            <p:ph type="body" sz="quarter" idx="22"/>
          </p:nvPr>
        </p:nvSpPr>
        <p:spPr>
          <a:xfrm>
            <a:off x="1172348" y="1238087"/>
            <a:ext cx="1851652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경영 대상</a:t>
            </a:r>
          </a:p>
        </p:txBody>
      </p:sp>
      <p:sp>
        <p:nvSpPr>
          <p:cNvPr id="16" name="카드 설명"/>
          <p:cNvSpPr>
            <a:spLocks noGrp="1"/>
          </p:cNvSpPr>
          <p:nvPr>
            <p:ph type="body" sz="quarter" idx="23"/>
          </p:nvPr>
        </p:nvSpPr>
        <p:spPr>
          <a:xfrm>
            <a:off x="1172348" y="1457217"/>
            <a:ext cx="1851652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안전보건 협회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2025.05</a:t>
            </a:r>
          </a:p>
        </p:txBody>
      </p:sp>
      <p:sp>
        <p:nvSpPr>
          <p:cNvPr id="17" name="사진 칸"/>
          <p:cNvSpPr/>
          <p:nvPr/>
        </p:nvSpPr>
        <p:spPr>
          <a:xfrm>
            <a:off x="3056870" y="810783"/>
            <a:ext cx="1851652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8" name="사진 칸"/>
          <p:cNvSpPr>
            <a:spLocks noGrp="1"/>
          </p:cNvSpPr>
          <p:nvPr>
            <p:ph type="body" sz="quarter" idx="24"/>
          </p:nvPr>
        </p:nvSpPr>
        <p:spPr>
          <a:xfrm>
            <a:off x="3056870" y="810783"/>
            <a:ext cx="1851652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9" name="카드 제목"/>
          <p:cNvSpPr>
            <a:spLocks noGrp="1"/>
          </p:cNvSpPr>
          <p:nvPr>
            <p:ph type="body" sz="quarter" idx="25"/>
          </p:nvPr>
        </p:nvSpPr>
        <p:spPr>
          <a:xfrm>
            <a:off x="3056870" y="1238087"/>
            <a:ext cx="1851652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 우수기관</a:t>
            </a:r>
          </a:p>
        </p:txBody>
      </p:sp>
      <p:sp>
        <p:nvSpPr>
          <p:cNvPr id="20" name="카드 설명"/>
          <p:cNvSpPr>
            <a:spLocks noGrp="1"/>
          </p:cNvSpPr>
          <p:nvPr>
            <p:ph type="body" sz="quarter" idx="26"/>
          </p:nvPr>
        </p:nvSpPr>
        <p:spPr>
          <a:xfrm>
            <a:off x="3056870" y="1457217"/>
            <a:ext cx="1851652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권익 위원회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2025.09</a:t>
            </a:r>
          </a:p>
        </p:txBody>
      </p:sp>
      <p:sp>
        <p:nvSpPr>
          <p:cNvPr id="21" name="사진 칸"/>
          <p:cNvSpPr/>
          <p:nvPr/>
        </p:nvSpPr>
        <p:spPr>
          <a:xfrm>
            <a:off x="4941391" y="810783"/>
            <a:ext cx="1851652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2" name="사진 칸"/>
          <p:cNvSpPr>
            <a:spLocks noGrp="1"/>
          </p:cNvSpPr>
          <p:nvPr>
            <p:ph type="body" sz="quarter" idx="27"/>
          </p:nvPr>
        </p:nvSpPr>
        <p:spPr>
          <a:xfrm>
            <a:off x="4941391" y="810783"/>
            <a:ext cx="1851652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3" name="카드 제목"/>
          <p:cNvSpPr>
            <a:spLocks noGrp="1"/>
          </p:cNvSpPr>
          <p:nvPr>
            <p:ph type="body" sz="quarter" idx="28"/>
          </p:nvPr>
        </p:nvSpPr>
        <p:spPr>
          <a:xfrm>
            <a:off x="4941391" y="1238087"/>
            <a:ext cx="1851652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상생협력 인증</a:t>
            </a:r>
          </a:p>
        </p:txBody>
      </p:sp>
      <p:sp>
        <p:nvSpPr>
          <p:cNvPr id="24" name="카드 설명"/>
          <p:cNvSpPr>
            <a:spLocks noGrp="1"/>
          </p:cNvSpPr>
          <p:nvPr>
            <p:ph type="body" sz="quarter" idx="29"/>
          </p:nvPr>
        </p:nvSpPr>
        <p:spPr>
          <a:xfrm>
            <a:off x="4941391" y="1457217"/>
            <a:ext cx="1851652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상생 재단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2025.11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주요성과 띠(회색 라벨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주요성과 박스"/>
          <p:cNvSpPr/>
          <p:nvPr/>
        </p:nvSpPr>
        <p:spPr>
          <a:xfrm>
            <a:off x="723130" y="777913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주요성과 라벨"/>
          <p:cNvSpPr/>
          <p:nvPr/>
        </p:nvSpPr>
        <p:spPr>
          <a:xfrm>
            <a:off x="756000" y="810783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" name="주요성과 라벨"/>
          <p:cNvSpPr>
            <a:spLocks noGrp="1"/>
          </p:cNvSpPr>
          <p:nvPr>
            <p:ph type="body" sz="quarter" idx="20"/>
          </p:nvPr>
        </p:nvSpPr>
        <p:spPr>
          <a:xfrm>
            <a:off x="756000" y="8107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2" name="주요성과 문구"/>
          <p:cNvSpPr>
            <a:spLocks noGrp="1"/>
          </p:cNvSpPr>
          <p:nvPr>
            <p:ph type="body" sz="quarter" idx="21"/>
          </p:nvPr>
        </p:nvSpPr>
        <p:spPr>
          <a:xfrm>
            <a:off x="1501043" y="794348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달성(목표 대비 +5%p)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협력사 합동점검 48건 시행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번호 띠 + 칩 · 소제목 + 박스 라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안전 문화 확산 노력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"/>
          <p:cNvSpPr>
            <a:spLocks noGrp="1"/>
          </p:cNvSpPr>
          <p:nvPr>
            <p:ph type="body" sz="quarter" idx="23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8" name="분야 박스"/>
          <p:cNvSpPr/>
          <p:nvPr/>
        </p:nvSpPr>
        <p:spPr>
          <a:xfrm>
            <a:off x="766390" y="1227130"/>
            <a:ext cx="1125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분야 박스"/>
          <p:cNvSpPr>
            <a:spLocks noGrp="1"/>
          </p:cNvSpPr>
          <p:nvPr>
            <p:ph type="body" sz="quarter" idx="24"/>
          </p:nvPr>
        </p:nvSpPr>
        <p:spPr>
          <a:xfrm>
            <a:off x="766390" y="1227130"/>
            <a:ext cx="1125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· 규제개선</a:t>
            </a:r>
          </a:p>
        </p:txBody>
      </p:sp>
      <p:sp>
        <p:nvSpPr>
          <p:cNvPr id="20" name="형광 밑줄"/>
          <p:cNvSpPr/>
          <p:nvPr/>
        </p:nvSpPr>
        <p:spPr>
          <a:xfrm>
            <a:off x="1958058" y="1347652"/>
            <a:ext cx="157623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소제목"/>
          <p:cNvSpPr>
            <a:spLocks noGrp="1"/>
          </p:cNvSpPr>
          <p:nvPr>
            <p:ph type="body" sz="quarter" idx="25"/>
          </p:nvPr>
        </p:nvSpPr>
        <p:spPr>
          <a:xfrm>
            <a:off x="1958058" y="1194261"/>
            <a:ext cx="487881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제안을 정책으로 연결</a:t>
            </a:r>
          </a:p>
        </p:txBody>
      </p:sp>
      <p:sp>
        <p:nvSpPr>
          <p:cNvPr id="22" name="태그칩"/>
          <p:cNvSpPr/>
          <p:nvPr/>
        </p:nvSpPr>
        <p:spPr>
          <a:xfrm>
            <a:off x="3632903" y="1227130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3632903" y="1227130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이행체계 · 화살 머리 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레일"/>
          <p:cNvSpPr/>
          <p:nvPr/>
        </p:nvSpPr>
        <p:spPr>
          <a:xfrm>
            <a:off x="734087" y="788870"/>
            <a:ext cx="580696" cy="23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88870"/>
            <a:ext cx="58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이행체계</a:t>
            </a:r>
          </a:p>
        </p:txBody>
      </p:sp>
      <p:sp>
        <p:nvSpPr>
          <p:cNvPr id="11" name="단계"/>
          <p:cNvSpPr/>
          <p:nvPr/>
        </p:nvSpPr>
        <p:spPr>
          <a:xfrm>
            <a:off x="1358609" y="777913"/>
            <a:ext cx="1416130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" name="단계"/>
          <p:cNvSpPr>
            <a:spLocks noGrp="1"/>
          </p:cNvSpPr>
          <p:nvPr>
            <p:ph type="body" sz="quarter" idx="21"/>
          </p:nvPr>
        </p:nvSpPr>
        <p:spPr>
          <a:xfrm>
            <a:off x="1358609" y="777913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13" name="단계"/>
          <p:cNvSpPr/>
          <p:nvPr/>
        </p:nvSpPr>
        <p:spPr>
          <a:xfrm>
            <a:off x="2774739" y="777913"/>
            <a:ext cx="1416130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4" name="단계"/>
          <p:cNvSpPr>
            <a:spLocks noGrp="1"/>
          </p:cNvSpPr>
          <p:nvPr>
            <p:ph type="body" sz="quarter" idx="22"/>
          </p:nvPr>
        </p:nvSpPr>
        <p:spPr>
          <a:xfrm>
            <a:off x="2774739" y="777913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설계</a:t>
            </a:r>
          </a:p>
        </p:txBody>
      </p:sp>
      <p:sp>
        <p:nvSpPr>
          <p:cNvPr id="15" name="단계"/>
          <p:cNvSpPr/>
          <p:nvPr/>
        </p:nvSpPr>
        <p:spPr>
          <a:xfrm>
            <a:off x="4190870" y="777913"/>
            <a:ext cx="141613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6" name="단계"/>
          <p:cNvSpPr>
            <a:spLocks noGrp="1"/>
          </p:cNvSpPr>
          <p:nvPr>
            <p:ph type="body" sz="quarter" idx="23"/>
          </p:nvPr>
        </p:nvSpPr>
        <p:spPr>
          <a:xfrm>
            <a:off x="4190870" y="777913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이행</a:t>
            </a:r>
          </a:p>
        </p:txBody>
      </p:sp>
      <p:sp>
        <p:nvSpPr>
          <p:cNvPr id="17" name="단계"/>
          <p:cNvSpPr/>
          <p:nvPr/>
        </p:nvSpPr>
        <p:spPr>
          <a:xfrm>
            <a:off x="5607000" y="777913"/>
            <a:ext cx="1416130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4"/>
          </p:nvPr>
        </p:nvSpPr>
        <p:spPr>
          <a:xfrm>
            <a:off x="5607000" y="777913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9" name="단계 삼각형"/>
          <p:cNvSpPr/>
          <p:nvPr/>
        </p:nvSpPr>
        <p:spPr>
          <a:xfrm>
            <a:off x="2774739" y="777913"/>
            <a:ext cx="109565" cy="241043"/>
          </a:xfrm>
          <a:custGeom>
            <a:avLst/>
            <a:gdLst/>
            <a:ahLst/>
            <a:cxnLst/>
            <a:rect l="l" t="t" r="r" b="b"/>
            <a:pathLst>
              <a:path w="109565" h="241043">
                <a:moveTo>
                  <a:pt x="0" y="0"/>
                </a:moveTo>
                <a:lnTo>
                  <a:pt x="109565" y="120521"/>
                </a:lnTo>
                <a:lnTo>
                  <a:pt x="0" y="241043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단계 삼각형"/>
          <p:cNvSpPr/>
          <p:nvPr/>
        </p:nvSpPr>
        <p:spPr>
          <a:xfrm>
            <a:off x="4190869" y="777913"/>
            <a:ext cx="109565" cy="241043"/>
          </a:xfrm>
          <a:custGeom>
            <a:avLst/>
            <a:gdLst/>
            <a:ahLst/>
            <a:cxnLst/>
            <a:rect l="l" t="t" r="r" b="b"/>
            <a:pathLst>
              <a:path w="109565" h="241043">
                <a:moveTo>
                  <a:pt x="0" y="0"/>
                </a:moveTo>
                <a:lnTo>
                  <a:pt x="109565" y="120521"/>
                </a:lnTo>
                <a:lnTo>
                  <a:pt x="0" y="241043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단계 삼각형"/>
          <p:cNvSpPr/>
          <p:nvPr/>
        </p:nvSpPr>
        <p:spPr>
          <a:xfrm>
            <a:off x="5607000" y="777913"/>
            <a:ext cx="109565" cy="241043"/>
          </a:xfrm>
          <a:custGeom>
            <a:avLst/>
            <a:gdLst/>
            <a:ahLst/>
            <a:cxnLst/>
            <a:rect l="l" t="t" r="r" b="b"/>
            <a:pathLst>
              <a:path w="109565" h="241043">
                <a:moveTo>
                  <a:pt x="0" y="0"/>
                </a:moveTo>
                <a:lnTo>
                  <a:pt x="109565" y="120521"/>
                </a:lnTo>
                <a:lnTo>
                  <a:pt x="0" y="241043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본문 틀"/>
          <p:cNvSpPr/>
          <p:nvPr/>
        </p:nvSpPr>
        <p:spPr>
          <a:xfrm>
            <a:off x="1358609" y="1029913"/>
            <a:ext cx="5664522" cy="4191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5"/>
          </p:nvPr>
        </p:nvSpPr>
        <p:spPr>
          <a:xfrm>
            <a:off x="1369565" y="1029913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위험요인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의견 수렴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2785696" y="1029913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책임 부서 지정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2774739" y="1062783"/>
            <a:ext cx="0" cy="3534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4201826" y="1029913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과제별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월간 점검회의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4190870" y="1062783"/>
            <a:ext cx="0" cy="3534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5617957" y="1029913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다음 연도 반영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607000" y="1062783"/>
            <a:ext cx="0" cy="3534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이행 요약"/>
          <p:cNvSpPr/>
          <p:nvPr/>
        </p:nvSpPr>
        <p:spPr>
          <a:xfrm>
            <a:off x="1358609" y="1470991"/>
            <a:ext cx="56645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1" name="이행 요약"/>
          <p:cNvSpPr>
            <a:spLocks noGrp="1"/>
          </p:cNvSpPr>
          <p:nvPr>
            <p:ph type="body" sz="quarter" idx="29"/>
          </p:nvPr>
        </p:nvSpPr>
        <p:spPr>
          <a:xfrm>
            <a:off x="1358609" y="1470991"/>
            <a:ext cx="56645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 1회 추진 성과를 평가해 계획에 다시 반영한다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536870" y="1347652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3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9" name="패널 외곽"/>
          <p:cNvSpPr/>
          <p:nvPr/>
        </p:nvSpPr>
        <p:spPr>
          <a:xfrm>
            <a:off x="536870" y="1501043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512000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512000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2" name="소제목 띠"/>
          <p:cNvSpPr/>
          <p:nvPr/>
        </p:nvSpPr>
        <p:spPr>
          <a:xfrm>
            <a:off x="1183304" y="1533913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띠 제목"/>
          <p:cNvSpPr>
            <a:spLocks noGrp="1"/>
          </p:cNvSpPr>
          <p:nvPr>
            <p:ph type="body" sz="quarter" idx="25"/>
          </p:nvPr>
        </p:nvSpPr>
        <p:spPr>
          <a:xfrm>
            <a:off x="1457217" y="1533913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4" name="아이콘 칸"/>
          <p:cNvSpPr/>
          <p:nvPr/>
        </p:nvSpPr>
        <p:spPr>
          <a:xfrm>
            <a:off x="1205217" y="1555826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5" name="소제목 띠"/>
          <p:cNvSpPr/>
          <p:nvPr/>
        </p:nvSpPr>
        <p:spPr>
          <a:xfrm>
            <a:off x="4700348" y="1533913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띠 제목"/>
          <p:cNvSpPr>
            <a:spLocks noGrp="1"/>
          </p:cNvSpPr>
          <p:nvPr>
            <p:ph type="body" sz="quarter" idx="26"/>
          </p:nvPr>
        </p:nvSpPr>
        <p:spPr>
          <a:xfrm>
            <a:off x="4733217" y="1533913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7" name="아이콘 칸"/>
          <p:cNvSpPr/>
          <p:nvPr/>
        </p:nvSpPr>
        <p:spPr>
          <a:xfrm>
            <a:off x="6584870" y="1555826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183304" y="1818783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4700348" y="1818783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30" name="사진 칸"/>
          <p:cNvSpPr/>
          <p:nvPr/>
        </p:nvSpPr>
        <p:spPr>
          <a:xfrm>
            <a:off x="3319826" y="1698261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1" name="사진 칸"/>
          <p:cNvSpPr>
            <a:spLocks noGrp="1"/>
          </p:cNvSpPr>
          <p:nvPr>
            <p:ph type="body" sz="quarter" idx="29"/>
          </p:nvPr>
        </p:nvSpPr>
        <p:spPr>
          <a:xfrm>
            <a:off x="3319826" y="1698261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2" name="태그"/>
          <p:cNvSpPr/>
          <p:nvPr/>
        </p:nvSpPr>
        <p:spPr>
          <a:xfrm>
            <a:off x="3385565" y="1566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3385565" y="1566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4" name="사진 칸"/>
          <p:cNvSpPr/>
          <p:nvPr/>
        </p:nvSpPr>
        <p:spPr>
          <a:xfrm>
            <a:off x="4004609" y="1698261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5" name="사진 칸"/>
          <p:cNvSpPr>
            <a:spLocks noGrp="1"/>
          </p:cNvSpPr>
          <p:nvPr>
            <p:ph type="body" sz="quarter" idx="31"/>
          </p:nvPr>
        </p:nvSpPr>
        <p:spPr>
          <a:xfrm>
            <a:off x="4004609" y="1698261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6" name="태그"/>
          <p:cNvSpPr/>
          <p:nvPr/>
        </p:nvSpPr>
        <p:spPr>
          <a:xfrm>
            <a:off x="4070348" y="1566783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2"/>
          </p:nvPr>
        </p:nvSpPr>
        <p:spPr>
          <a:xfrm>
            <a:off x="4070348" y="1566783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1183304" y="2782957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삼각 화살표"/>
          <p:cNvSpPr/>
          <p:nvPr/>
        </p:nvSpPr>
        <p:spPr>
          <a:xfrm>
            <a:off x="2180347" y="2750086"/>
            <a:ext cx="131479" cy="65740"/>
          </a:xfrm>
          <a:custGeom>
            <a:avLst/>
            <a:gdLst/>
            <a:ahLst/>
            <a:cxnLst/>
            <a:rect l="l" t="t" r="r" b="b"/>
            <a:pathLst>
              <a:path w="131479" h="65740">
                <a:moveTo>
                  <a:pt x="0" y="0"/>
                </a:moveTo>
                <a:lnTo>
                  <a:pt x="131479" y="0"/>
                </a:lnTo>
                <a:lnTo>
                  <a:pt x="65739" y="65740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삼각 화살표"/>
          <p:cNvSpPr/>
          <p:nvPr/>
        </p:nvSpPr>
        <p:spPr>
          <a:xfrm>
            <a:off x="5675478" y="2750086"/>
            <a:ext cx="131478" cy="65740"/>
          </a:xfrm>
          <a:custGeom>
            <a:avLst/>
            <a:gdLst/>
            <a:ahLst/>
            <a:cxnLst/>
            <a:rect l="l" t="t" r="r" b="b"/>
            <a:pathLst>
              <a:path w="131478" h="65740">
                <a:moveTo>
                  <a:pt x="0" y="0"/>
                </a:moveTo>
                <a:lnTo>
                  <a:pt x="131478" y="0"/>
                </a:lnTo>
                <a:lnTo>
                  <a:pt x="65739" y="65740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소제목 띠"/>
          <p:cNvSpPr/>
          <p:nvPr/>
        </p:nvSpPr>
        <p:spPr>
          <a:xfrm>
            <a:off x="1183304" y="2826783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띠 제목"/>
          <p:cNvSpPr>
            <a:spLocks noGrp="1"/>
          </p:cNvSpPr>
          <p:nvPr>
            <p:ph type="body" sz="quarter" idx="33"/>
          </p:nvPr>
        </p:nvSpPr>
        <p:spPr>
          <a:xfrm>
            <a:off x="1457217" y="2826783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3" name="아이콘 칸"/>
          <p:cNvSpPr/>
          <p:nvPr/>
        </p:nvSpPr>
        <p:spPr>
          <a:xfrm>
            <a:off x="1205217" y="2848696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4" name="소제목 띠"/>
          <p:cNvSpPr/>
          <p:nvPr/>
        </p:nvSpPr>
        <p:spPr>
          <a:xfrm>
            <a:off x="4700348" y="2826783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띠 제목"/>
          <p:cNvSpPr>
            <a:spLocks noGrp="1"/>
          </p:cNvSpPr>
          <p:nvPr>
            <p:ph type="body" sz="quarter" idx="34"/>
          </p:nvPr>
        </p:nvSpPr>
        <p:spPr>
          <a:xfrm>
            <a:off x="4733217" y="2826783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6" name="아이콘 칸"/>
          <p:cNvSpPr/>
          <p:nvPr/>
        </p:nvSpPr>
        <p:spPr>
          <a:xfrm>
            <a:off x="6584870" y="2848696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3111652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6"/>
          </p:nvPr>
        </p:nvSpPr>
        <p:spPr>
          <a:xfrm>
            <a:off x="4700348" y="3111652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9" name="사진 칸"/>
          <p:cNvSpPr/>
          <p:nvPr/>
        </p:nvSpPr>
        <p:spPr>
          <a:xfrm>
            <a:off x="3319826" y="2991130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0" name="사진 칸"/>
          <p:cNvSpPr>
            <a:spLocks noGrp="1"/>
          </p:cNvSpPr>
          <p:nvPr>
            <p:ph type="body" sz="quarter" idx="37"/>
          </p:nvPr>
        </p:nvSpPr>
        <p:spPr>
          <a:xfrm>
            <a:off x="3319826" y="2991130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1" name="태그"/>
          <p:cNvSpPr/>
          <p:nvPr/>
        </p:nvSpPr>
        <p:spPr>
          <a:xfrm>
            <a:off x="3385565" y="2859652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태그"/>
          <p:cNvSpPr>
            <a:spLocks noGrp="1"/>
          </p:cNvSpPr>
          <p:nvPr>
            <p:ph type="body" sz="quarter" idx="38"/>
          </p:nvPr>
        </p:nvSpPr>
        <p:spPr>
          <a:xfrm>
            <a:off x="3385565" y="2859652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3" name="사진 칸"/>
          <p:cNvSpPr/>
          <p:nvPr/>
        </p:nvSpPr>
        <p:spPr>
          <a:xfrm>
            <a:off x="4004609" y="2991130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4" name="사진 칸"/>
          <p:cNvSpPr>
            <a:spLocks noGrp="1"/>
          </p:cNvSpPr>
          <p:nvPr>
            <p:ph type="body" sz="quarter" idx="39"/>
          </p:nvPr>
        </p:nvSpPr>
        <p:spPr>
          <a:xfrm>
            <a:off x="4004609" y="2991130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5" name="태그"/>
          <p:cNvSpPr/>
          <p:nvPr/>
        </p:nvSpPr>
        <p:spPr>
          <a:xfrm>
            <a:off x="4070348" y="2859652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0"/>
          </p:nvPr>
        </p:nvSpPr>
        <p:spPr>
          <a:xfrm>
            <a:off x="4070348" y="2859652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7" name="배너"/>
          <p:cNvSpPr/>
          <p:nvPr/>
        </p:nvSpPr>
        <p:spPr>
          <a:xfrm>
            <a:off x="536869" y="418539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756000" y="4240174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1"/>
          </p:nvPr>
        </p:nvSpPr>
        <p:spPr>
          <a:xfrm>
            <a:off x="756000" y="4240174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60" name="배너 글"/>
          <p:cNvSpPr>
            <a:spLocks noGrp="1"/>
          </p:cNvSpPr>
          <p:nvPr>
            <p:ph type="body" sz="quarter" idx="42"/>
          </p:nvPr>
        </p:nvSpPr>
        <p:spPr>
          <a:xfrm>
            <a:off x="1331514" y="4185391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1" name="틀"/>
          <p:cNvSpPr/>
          <p:nvPr/>
        </p:nvSpPr>
        <p:spPr>
          <a:xfrm>
            <a:off x="536870" y="4525043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상단 칸"/>
          <p:cNvSpPr/>
          <p:nvPr/>
        </p:nvSpPr>
        <p:spPr>
          <a:xfrm>
            <a:off x="1183304" y="4557913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3" name="상단 칸"/>
          <p:cNvSpPr>
            <a:spLocks noGrp="1"/>
          </p:cNvSpPr>
          <p:nvPr>
            <p:ph type="body" sz="quarter" idx="43"/>
          </p:nvPr>
        </p:nvSpPr>
        <p:spPr>
          <a:xfrm>
            <a:off x="1183304" y="4557913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4" name="상단 칸"/>
          <p:cNvSpPr/>
          <p:nvPr/>
        </p:nvSpPr>
        <p:spPr>
          <a:xfrm>
            <a:off x="4103217" y="4557913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5" name="상단 칸"/>
          <p:cNvSpPr>
            <a:spLocks noGrp="1"/>
          </p:cNvSpPr>
          <p:nvPr>
            <p:ph type="body" sz="quarter" idx="44"/>
          </p:nvPr>
        </p:nvSpPr>
        <p:spPr>
          <a:xfrm>
            <a:off x="4103217" y="4557913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6" name="더하기"/>
          <p:cNvSpPr/>
          <p:nvPr/>
        </p:nvSpPr>
        <p:spPr>
          <a:xfrm>
            <a:off x="3895043" y="4568870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7" name="더하기"/>
          <p:cNvSpPr>
            <a:spLocks noGrp="1"/>
          </p:cNvSpPr>
          <p:nvPr>
            <p:ph type="body" sz="quarter" idx="45"/>
          </p:nvPr>
        </p:nvSpPr>
        <p:spPr>
          <a:xfrm>
            <a:off x="3895043" y="4568870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8" name="레일"/>
          <p:cNvSpPr/>
          <p:nvPr/>
        </p:nvSpPr>
        <p:spPr>
          <a:xfrm>
            <a:off x="547826" y="4798957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9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4798957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70" name="카드"/>
          <p:cNvSpPr/>
          <p:nvPr/>
        </p:nvSpPr>
        <p:spPr>
          <a:xfrm>
            <a:off x="1183304" y="4798957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아이콘 칸"/>
          <p:cNvSpPr/>
          <p:nvPr/>
        </p:nvSpPr>
        <p:spPr>
          <a:xfrm>
            <a:off x="1216174" y="4853739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2" name="카드 글"/>
          <p:cNvSpPr>
            <a:spLocks noGrp="1"/>
          </p:cNvSpPr>
          <p:nvPr>
            <p:ph type="body" sz="quarter" idx="47"/>
          </p:nvPr>
        </p:nvSpPr>
        <p:spPr>
          <a:xfrm>
            <a:off x="1665391" y="4798957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3" name="카드"/>
          <p:cNvSpPr/>
          <p:nvPr/>
        </p:nvSpPr>
        <p:spPr>
          <a:xfrm>
            <a:off x="3064174" y="4798957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아이콘 칸"/>
          <p:cNvSpPr/>
          <p:nvPr/>
        </p:nvSpPr>
        <p:spPr>
          <a:xfrm>
            <a:off x="3097043" y="4853739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5" name="카드 글"/>
          <p:cNvSpPr>
            <a:spLocks noGrp="1"/>
          </p:cNvSpPr>
          <p:nvPr>
            <p:ph type="body" sz="quarter" idx="48"/>
          </p:nvPr>
        </p:nvSpPr>
        <p:spPr>
          <a:xfrm>
            <a:off x="3546261" y="4798957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6" name="카드"/>
          <p:cNvSpPr/>
          <p:nvPr/>
        </p:nvSpPr>
        <p:spPr>
          <a:xfrm>
            <a:off x="4945043" y="4798957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아이콘 칸"/>
          <p:cNvSpPr/>
          <p:nvPr/>
        </p:nvSpPr>
        <p:spPr>
          <a:xfrm>
            <a:off x="4977913" y="4853739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8" name="카드 글"/>
          <p:cNvSpPr>
            <a:spLocks noGrp="1"/>
          </p:cNvSpPr>
          <p:nvPr>
            <p:ph type="body" sz="quarter" idx="49"/>
          </p:nvPr>
        </p:nvSpPr>
        <p:spPr>
          <a:xfrm>
            <a:off x="5427130" y="4798957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0"/>
          </p:nvPr>
        </p:nvSpPr>
        <p:spPr>
          <a:xfrm>
            <a:off x="1183304" y="5412522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80" name="설명 글"/>
          <p:cNvSpPr>
            <a:spLocks noGrp="1"/>
          </p:cNvSpPr>
          <p:nvPr>
            <p:ph type="body" sz="quarter" idx="51"/>
          </p:nvPr>
        </p:nvSpPr>
        <p:spPr>
          <a:xfrm>
            <a:off x="3064174" y="5412522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1" name="Connector 62"/>
          <p:cNvCxnSpPr/>
          <p:nvPr/>
        </p:nvCxnSpPr>
        <p:spPr>
          <a:xfrm>
            <a:off x="3053217" y="544539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설명 글"/>
          <p:cNvSpPr>
            <a:spLocks noGrp="1"/>
          </p:cNvSpPr>
          <p:nvPr>
            <p:ph type="body" sz="quarter" idx="52"/>
          </p:nvPr>
        </p:nvSpPr>
        <p:spPr>
          <a:xfrm>
            <a:off x="4945043" y="5412522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3" name="Connector 64"/>
          <p:cNvCxnSpPr/>
          <p:nvPr/>
        </p:nvCxnSpPr>
        <p:spPr>
          <a:xfrm>
            <a:off x="4934087" y="544539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5916522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5916522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6" name="열 머리"/>
          <p:cNvSpPr/>
          <p:nvPr/>
        </p:nvSpPr>
        <p:spPr>
          <a:xfrm>
            <a:off x="1183304" y="5916522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7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5916522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8" name="열 머리"/>
          <p:cNvSpPr/>
          <p:nvPr/>
        </p:nvSpPr>
        <p:spPr>
          <a:xfrm>
            <a:off x="3064174" y="5916522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9" name="열 머리"/>
          <p:cNvSpPr>
            <a:spLocks noGrp="1"/>
          </p:cNvSpPr>
          <p:nvPr>
            <p:ph type="body" sz="quarter" idx="55"/>
          </p:nvPr>
        </p:nvSpPr>
        <p:spPr>
          <a:xfrm>
            <a:off x="3064174" y="5916522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90" name="열 머리"/>
          <p:cNvSpPr/>
          <p:nvPr/>
        </p:nvSpPr>
        <p:spPr>
          <a:xfrm>
            <a:off x="4945043" y="5916522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1" name="열 머리"/>
          <p:cNvSpPr>
            <a:spLocks noGrp="1"/>
          </p:cNvSpPr>
          <p:nvPr>
            <p:ph type="body" sz="quarter" idx="56"/>
          </p:nvPr>
        </p:nvSpPr>
        <p:spPr>
          <a:xfrm>
            <a:off x="4945043" y="5916522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7"/>
          </p:nvPr>
        </p:nvSpPr>
        <p:spPr>
          <a:xfrm>
            <a:off x="1183304" y="6146609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3" name="설명 글"/>
          <p:cNvSpPr>
            <a:spLocks noGrp="1"/>
          </p:cNvSpPr>
          <p:nvPr>
            <p:ph type="body" sz="quarter" idx="58"/>
          </p:nvPr>
        </p:nvSpPr>
        <p:spPr>
          <a:xfrm>
            <a:off x="3064174" y="6146609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53217" y="6179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설명 글"/>
          <p:cNvSpPr>
            <a:spLocks noGrp="1"/>
          </p:cNvSpPr>
          <p:nvPr>
            <p:ph type="body" sz="quarter" idx="59"/>
          </p:nvPr>
        </p:nvSpPr>
        <p:spPr>
          <a:xfrm>
            <a:off x="4945043" y="6146609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34087" y="6179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레일"/>
          <p:cNvSpPr/>
          <p:nvPr/>
        </p:nvSpPr>
        <p:spPr>
          <a:xfrm>
            <a:off x="547826" y="6650609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650609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9" name="카드"/>
          <p:cNvSpPr/>
          <p:nvPr/>
        </p:nvSpPr>
        <p:spPr>
          <a:xfrm>
            <a:off x="1183304" y="6650609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아이콘 칸"/>
          <p:cNvSpPr/>
          <p:nvPr/>
        </p:nvSpPr>
        <p:spPr>
          <a:xfrm>
            <a:off x="1216174" y="6705391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1" name="카드 글"/>
          <p:cNvSpPr>
            <a:spLocks noGrp="1"/>
          </p:cNvSpPr>
          <p:nvPr>
            <p:ph type="body" sz="quarter" idx="61"/>
          </p:nvPr>
        </p:nvSpPr>
        <p:spPr>
          <a:xfrm>
            <a:off x="1665391" y="6650609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2" name="카드"/>
          <p:cNvSpPr/>
          <p:nvPr/>
        </p:nvSpPr>
        <p:spPr>
          <a:xfrm>
            <a:off x="3064174" y="6650609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아이콘 칸"/>
          <p:cNvSpPr/>
          <p:nvPr/>
        </p:nvSpPr>
        <p:spPr>
          <a:xfrm>
            <a:off x="3097043" y="6705391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4" name="카드 글"/>
          <p:cNvSpPr>
            <a:spLocks noGrp="1"/>
          </p:cNvSpPr>
          <p:nvPr>
            <p:ph type="body" sz="quarter" idx="62"/>
          </p:nvPr>
        </p:nvSpPr>
        <p:spPr>
          <a:xfrm>
            <a:off x="3546261" y="6650609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5" name="카드"/>
          <p:cNvSpPr/>
          <p:nvPr/>
        </p:nvSpPr>
        <p:spPr>
          <a:xfrm>
            <a:off x="4945043" y="6650609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아이콘 칸"/>
          <p:cNvSpPr/>
          <p:nvPr/>
        </p:nvSpPr>
        <p:spPr>
          <a:xfrm>
            <a:off x="4977913" y="6705391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7" name="카드 글"/>
          <p:cNvSpPr>
            <a:spLocks noGrp="1"/>
          </p:cNvSpPr>
          <p:nvPr>
            <p:ph type="body" sz="quarter" idx="63"/>
          </p:nvPr>
        </p:nvSpPr>
        <p:spPr>
          <a:xfrm>
            <a:off x="5427130" y="6650609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8" name="요약 바"/>
          <p:cNvSpPr/>
          <p:nvPr/>
        </p:nvSpPr>
        <p:spPr>
          <a:xfrm>
            <a:off x="1183304" y="7329913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9" name="요약 바"/>
          <p:cNvSpPr>
            <a:spLocks noGrp="1"/>
          </p:cNvSpPr>
          <p:nvPr>
            <p:ph type="body" sz="quarter" idx="64"/>
          </p:nvPr>
        </p:nvSpPr>
        <p:spPr>
          <a:xfrm>
            <a:off x="1183304" y="7329913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1" name="패널 외곽"/>
          <p:cNvSpPr/>
          <p:nvPr/>
        </p:nvSpPr>
        <p:spPr>
          <a:xfrm>
            <a:off x="723130" y="1084696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레일"/>
          <p:cNvSpPr/>
          <p:nvPr/>
        </p:nvSpPr>
        <p:spPr>
          <a:xfrm>
            <a:off x="734087" y="1095652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레일"/>
          <p:cNvSpPr>
            <a:spLocks noGrp="1"/>
          </p:cNvSpPr>
          <p:nvPr>
            <p:ph type="body" sz="quarter" idx="21"/>
          </p:nvPr>
        </p:nvSpPr>
        <p:spPr>
          <a:xfrm>
            <a:off x="734087" y="1095652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4" name="배너"/>
          <p:cNvSpPr/>
          <p:nvPr/>
        </p:nvSpPr>
        <p:spPr>
          <a:xfrm>
            <a:off x="1369565" y="1117565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" name="배너"/>
          <p:cNvSpPr>
            <a:spLocks noGrp="1"/>
          </p:cNvSpPr>
          <p:nvPr>
            <p:ph type="body" sz="quarter" idx="22"/>
          </p:nvPr>
        </p:nvSpPr>
        <p:spPr>
          <a:xfrm>
            <a:off x="1369565" y="1117565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6" name="단계"/>
          <p:cNvSpPr/>
          <p:nvPr/>
        </p:nvSpPr>
        <p:spPr>
          <a:xfrm>
            <a:off x="1369565" y="1369565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69565" y="1369565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8" name="단계"/>
          <p:cNvSpPr/>
          <p:nvPr/>
        </p:nvSpPr>
        <p:spPr>
          <a:xfrm>
            <a:off x="2774739" y="1369565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774739" y="1369565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0" name="단계"/>
          <p:cNvSpPr/>
          <p:nvPr/>
        </p:nvSpPr>
        <p:spPr>
          <a:xfrm>
            <a:off x="4179913" y="1369565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4179913" y="1369565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2" name="단계"/>
          <p:cNvSpPr/>
          <p:nvPr/>
        </p:nvSpPr>
        <p:spPr>
          <a:xfrm>
            <a:off x="5585087" y="1369565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585087" y="1369565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2774739" y="136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4179913" y="136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5585086" y="136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카드"/>
          <p:cNvSpPr/>
          <p:nvPr/>
        </p:nvSpPr>
        <p:spPr>
          <a:xfrm>
            <a:off x="1369565" y="1643478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아이콘 칸"/>
          <p:cNvSpPr/>
          <p:nvPr/>
        </p:nvSpPr>
        <p:spPr>
          <a:xfrm>
            <a:off x="1402435" y="1687304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29" name="아이콘 칸"/>
          <p:cNvSpPr>
            <a:spLocks noGrp="1"/>
          </p:cNvSpPr>
          <p:nvPr>
            <p:ph type="body" sz="quarter" idx="27"/>
          </p:nvPr>
        </p:nvSpPr>
        <p:spPr>
          <a:xfrm>
            <a:off x="1402435" y="1687304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0" name="구분 칩"/>
          <p:cNvSpPr/>
          <p:nvPr/>
        </p:nvSpPr>
        <p:spPr>
          <a:xfrm>
            <a:off x="1873565" y="1687304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구분 칩"/>
          <p:cNvSpPr>
            <a:spLocks noGrp="1"/>
          </p:cNvSpPr>
          <p:nvPr>
            <p:ph type="body" sz="quarter" idx="28"/>
          </p:nvPr>
        </p:nvSpPr>
        <p:spPr>
          <a:xfrm>
            <a:off x="1873565" y="1687304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2" name="칩 줄 글"/>
          <p:cNvSpPr>
            <a:spLocks noGrp="1"/>
          </p:cNvSpPr>
          <p:nvPr>
            <p:ph type="body" sz="quarter" idx="29"/>
          </p:nvPr>
        </p:nvSpPr>
        <p:spPr>
          <a:xfrm>
            <a:off x="2191304" y="1687304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3" name="구분 칩"/>
          <p:cNvSpPr/>
          <p:nvPr/>
        </p:nvSpPr>
        <p:spPr>
          <a:xfrm>
            <a:off x="1873565" y="1906435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구분 칩"/>
          <p:cNvSpPr>
            <a:spLocks noGrp="1"/>
          </p:cNvSpPr>
          <p:nvPr>
            <p:ph type="body" sz="quarter" idx="30"/>
          </p:nvPr>
        </p:nvSpPr>
        <p:spPr>
          <a:xfrm>
            <a:off x="1873565" y="1906435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5" name="칩 줄 글"/>
          <p:cNvSpPr>
            <a:spLocks noGrp="1"/>
          </p:cNvSpPr>
          <p:nvPr>
            <p:ph type="body" sz="quarter" idx="31"/>
          </p:nvPr>
        </p:nvSpPr>
        <p:spPr>
          <a:xfrm>
            <a:off x="2191304" y="1906435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6" name="카드 요약"/>
          <p:cNvSpPr/>
          <p:nvPr/>
        </p:nvSpPr>
        <p:spPr>
          <a:xfrm>
            <a:off x="1391478" y="2169391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7" name="카드 요약"/>
          <p:cNvSpPr>
            <a:spLocks noGrp="1"/>
          </p:cNvSpPr>
          <p:nvPr>
            <p:ph type="body" sz="quarter" idx="32"/>
          </p:nvPr>
        </p:nvSpPr>
        <p:spPr>
          <a:xfrm>
            <a:off x="1391478" y="2169391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8" name="카드"/>
          <p:cNvSpPr/>
          <p:nvPr/>
        </p:nvSpPr>
        <p:spPr>
          <a:xfrm>
            <a:off x="4201826" y="1643478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아이콘 칸"/>
          <p:cNvSpPr/>
          <p:nvPr/>
        </p:nvSpPr>
        <p:spPr>
          <a:xfrm>
            <a:off x="4234696" y="1687304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0" name="아이콘 칸"/>
          <p:cNvSpPr>
            <a:spLocks noGrp="1"/>
          </p:cNvSpPr>
          <p:nvPr>
            <p:ph type="body" sz="quarter" idx="33"/>
          </p:nvPr>
        </p:nvSpPr>
        <p:spPr>
          <a:xfrm>
            <a:off x="4234696" y="1687304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1" name="구분 칩"/>
          <p:cNvSpPr/>
          <p:nvPr/>
        </p:nvSpPr>
        <p:spPr>
          <a:xfrm>
            <a:off x="4705826" y="1687304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구분 칩"/>
          <p:cNvSpPr>
            <a:spLocks noGrp="1"/>
          </p:cNvSpPr>
          <p:nvPr>
            <p:ph type="body" sz="quarter" idx="34"/>
          </p:nvPr>
        </p:nvSpPr>
        <p:spPr>
          <a:xfrm>
            <a:off x="4705826" y="1687304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3" name="칩 줄 글"/>
          <p:cNvSpPr>
            <a:spLocks noGrp="1"/>
          </p:cNvSpPr>
          <p:nvPr>
            <p:ph type="body" sz="quarter" idx="35"/>
          </p:nvPr>
        </p:nvSpPr>
        <p:spPr>
          <a:xfrm>
            <a:off x="5023565" y="1687304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4" name="구분 칩"/>
          <p:cNvSpPr/>
          <p:nvPr/>
        </p:nvSpPr>
        <p:spPr>
          <a:xfrm>
            <a:off x="4705826" y="1906435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구분 칩"/>
          <p:cNvSpPr>
            <a:spLocks noGrp="1"/>
          </p:cNvSpPr>
          <p:nvPr>
            <p:ph type="body" sz="quarter" idx="36"/>
          </p:nvPr>
        </p:nvSpPr>
        <p:spPr>
          <a:xfrm>
            <a:off x="4705826" y="1906435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6" name="칩 줄 글"/>
          <p:cNvSpPr>
            <a:spLocks noGrp="1"/>
          </p:cNvSpPr>
          <p:nvPr>
            <p:ph type="body" sz="quarter" idx="37"/>
          </p:nvPr>
        </p:nvSpPr>
        <p:spPr>
          <a:xfrm>
            <a:off x="5023565" y="1906435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7" name="카드 요약"/>
          <p:cNvSpPr/>
          <p:nvPr/>
        </p:nvSpPr>
        <p:spPr>
          <a:xfrm>
            <a:off x="4223739" y="2169391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8" name="카드 요약"/>
          <p:cNvSpPr>
            <a:spLocks noGrp="1"/>
          </p:cNvSpPr>
          <p:nvPr>
            <p:ph type="body" sz="quarter" idx="38"/>
          </p:nvPr>
        </p:nvSpPr>
        <p:spPr>
          <a:xfrm>
            <a:off x="4223739" y="2169391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49" name="카드"/>
          <p:cNvSpPr/>
          <p:nvPr/>
        </p:nvSpPr>
        <p:spPr>
          <a:xfrm>
            <a:off x="1369565" y="2585739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아이콘 칸"/>
          <p:cNvSpPr/>
          <p:nvPr/>
        </p:nvSpPr>
        <p:spPr>
          <a:xfrm>
            <a:off x="1402435" y="2629565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1" name="아이콘 칸"/>
          <p:cNvSpPr>
            <a:spLocks noGrp="1"/>
          </p:cNvSpPr>
          <p:nvPr>
            <p:ph type="body" sz="quarter" idx="39"/>
          </p:nvPr>
        </p:nvSpPr>
        <p:spPr>
          <a:xfrm>
            <a:off x="1402435" y="2629565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2" name="구분 칩"/>
          <p:cNvSpPr/>
          <p:nvPr/>
        </p:nvSpPr>
        <p:spPr>
          <a:xfrm>
            <a:off x="1873565" y="2629565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구분 칩"/>
          <p:cNvSpPr>
            <a:spLocks noGrp="1"/>
          </p:cNvSpPr>
          <p:nvPr>
            <p:ph type="body" sz="quarter" idx="40"/>
          </p:nvPr>
        </p:nvSpPr>
        <p:spPr>
          <a:xfrm>
            <a:off x="1873565" y="2629565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4" name="칩 줄 글"/>
          <p:cNvSpPr>
            <a:spLocks noGrp="1"/>
          </p:cNvSpPr>
          <p:nvPr>
            <p:ph type="body" sz="quarter" idx="41"/>
          </p:nvPr>
        </p:nvSpPr>
        <p:spPr>
          <a:xfrm>
            <a:off x="2191304" y="2629565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5" name="구분 칩"/>
          <p:cNvSpPr/>
          <p:nvPr/>
        </p:nvSpPr>
        <p:spPr>
          <a:xfrm>
            <a:off x="1873565" y="2848696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구분 칩"/>
          <p:cNvSpPr>
            <a:spLocks noGrp="1"/>
          </p:cNvSpPr>
          <p:nvPr>
            <p:ph type="body" sz="quarter" idx="42"/>
          </p:nvPr>
        </p:nvSpPr>
        <p:spPr>
          <a:xfrm>
            <a:off x="1873565" y="2848696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7" name="칩 줄 글"/>
          <p:cNvSpPr>
            <a:spLocks noGrp="1"/>
          </p:cNvSpPr>
          <p:nvPr>
            <p:ph type="body" sz="quarter" idx="43"/>
          </p:nvPr>
        </p:nvSpPr>
        <p:spPr>
          <a:xfrm>
            <a:off x="2191304" y="2848696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1391478" y="3111652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4"/>
          </p:nvPr>
        </p:nvSpPr>
        <p:spPr>
          <a:xfrm>
            <a:off x="1391478" y="3111652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0" name="카드"/>
          <p:cNvSpPr/>
          <p:nvPr/>
        </p:nvSpPr>
        <p:spPr>
          <a:xfrm>
            <a:off x="4201826" y="2585739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아이콘 칸"/>
          <p:cNvSpPr/>
          <p:nvPr/>
        </p:nvSpPr>
        <p:spPr>
          <a:xfrm>
            <a:off x="4234696" y="2629565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2" name="아이콘 칸"/>
          <p:cNvSpPr>
            <a:spLocks noGrp="1"/>
          </p:cNvSpPr>
          <p:nvPr>
            <p:ph type="body" sz="quarter" idx="45"/>
          </p:nvPr>
        </p:nvSpPr>
        <p:spPr>
          <a:xfrm>
            <a:off x="4234696" y="2629565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3" name="구분 칩"/>
          <p:cNvSpPr/>
          <p:nvPr/>
        </p:nvSpPr>
        <p:spPr>
          <a:xfrm>
            <a:off x="4705826" y="2629565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구분 칩"/>
          <p:cNvSpPr>
            <a:spLocks noGrp="1"/>
          </p:cNvSpPr>
          <p:nvPr>
            <p:ph type="body" sz="quarter" idx="46"/>
          </p:nvPr>
        </p:nvSpPr>
        <p:spPr>
          <a:xfrm>
            <a:off x="4705826" y="2629565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5" name="칩 줄 글"/>
          <p:cNvSpPr>
            <a:spLocks noGrp="1"/>
          </p:cNvSpPr>
          <p:nvPr>
            <p:ph type="body" sz="quarter" idx="47"/>
          </p:nvPr>
        </p:nvSpPr>
        <p:spPr>
          <a:xfrm>
            <a:off x="5023565" y="2629565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6" name="구분 칩"/>
          <p:cNvSpPr/>
          <p:nvPr/>
        </p:nvSpPr>
        <p:spPr>
          <a:xfrm>
            <a:off x="4705826" y="2848696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구분 칩"/>
          <p:cNvSpPr>
            <a:spLocks noGrp="1"/>
          </p:cNvSpPr>
          <p:nvPr>
            <p:ph type="body" sz="quarter" idx="48"/>
          </p:nvPr>
        </p:nvSpPr>
        <p:spPr>
          <a:xfrm>
            <a:off x="4705826" y="2848696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8" name="칩 줄 글"/>
          <p:cNvSpPr>
            <a:spLocks noGrp="1"/>
          </p:cNvSpPr>
          <p:nvPr>
            <p:ph type="body" sz="quarter" idx="49"/>
          </p:nvPr>
        </p:nvSpPr>
        <p:spPr>
          <a:xfrm>
            <a:off x="5023565" y="2848696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69" name="카드 요약"/>
          <p:cNvSpPr/>
          <p:nvPr/>
        </p:nvSpPr>
        <p:spPr>
          <a:xfrm>
            <a:off x="4223739" y="3111652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0" name="카드 요약"/>
          <p:cNvSpPr>
            <a:spLocks noGrp="1"/>
          </p:cNvSpPr>
          <p:nvPr>
            <p:ph type="body" sz="quarter" idx="50"/>
          </p:nvPr>
        </p:nvSpPr>
        <p:spPr>
          <a:xfrm>
            <a:off x="4223739" y="3111652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1" name="캡션 띠"/>
          <p:cNvSpPr/>
          <p:nvPr/>
        </p:nvSpPr>
        <p:spPr>
          <a:xfrm>
            <a:off x="723130" y="36046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캡션"/>
          <p:cNvSpPr>
            <a:spLocks noGrp="1"/>
          </p:cNvSpPr>
          <p:nvPr>
            <p:ph type="body" sz="quarter" idx="51"/>
          </p:nvPr>
        </p:nvSpPr>
        <p:spPr>
          <a:xfrm>
            <a:off x="942261" y="3604696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3" name="패널 외곽"/>
          <p:cNvSpPr/>
          <p:nvPr/>
        </p:nvSpPr>
        <p:spPr>
          <a:xfrm>
            <a:off x="723130" y="3933391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레일"/>
          <p:cNvSpPr/>
          <p:nvPr/>
        </p:nvSpPr>
        <p:spPr>
          <a:xfrm>
            <a:off x="734087" y="3944348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5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3944348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6" name="도입 글"/>
          <p:cNvSpPr>
            <a:spLocks noGrp="1"/>
          </p:cNvSpPr>
          <p:nvPr>
            <p:ph type="body" sz="quarter" idx="53"/>
          </p:nvPr>
        </p:nvSpPr>
        <p:spPr>
          <a:xfrm>
            <a:off x="1369565" y="3955304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7" name="열 머리"/>
          <p:cNvSpPr/>
          <p:nvPr/>
        </p:nvSpPr>
        <p:spPr>
          <a:xfrm>
            <a:off x="1369565" y="4349739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8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4349739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79" name="열 본문"/>
          <p:cNvSpPr>
            <a:spLocks noGrp="1"/>
          </p:cNvSpPr>
          <p:nvPr>
            <p:ph type="body" sz="quarter" idx="55"/>
          </p:nvPr>
        </p:nvSpPr>
        <p:spPr>
          <a:xfrm>
            <a:off x="1369565" y="4557913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0" name="열 머리"/>
          <p:cNvSpPr/>
          <p:nvPr/>
        </p:nvSpPr>
        <p:spPr>
          <a:xfrm>
            <a:off x="3250435" y="4349739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1" name="열 머리"/>
          <p:cNvSpPr>
            <a:spLocks noGrp="1"/>
          </p:cNvSpPr>
          <p:nvPr>
            <p:ph type="body" sz="quarter" idx="56"/>
          </p:nvPr>
        </p:nvSpPr>
        <p:spPr>
          <a:xfrm>
            <a:off x="3250435" y="4349739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2" name="열 본문"/>
          <p:cNvSpPr>
            <a:spLocks noGrp="1"/>
          </p:cNvSpPr>
          <p:nvPr>
            <p:ph type="body" sz="quarter" idx="57"/>
          </p:nvPr>
        </p:nvSpPr>
        <p:spPr>
          <a:xfrm>
            <a:off x="3250435" y="4557913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3" name="열 머리"/>
          <p:cNvSpPr/>
          <p:nvPr/>
        </p:nvSpPr>
        <p:spPr>
          <a:xfrm>
            <a:off x="5131304" y="4349739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열 머리"/>
          <p:cNvSpPr>
            <a:spLocks noGrp="1"/>
          </p:cNvSpPr>
          <p:nvPr>
            <p:ph type="body" sz="quarter" idx="58"/>
          </p:nvPr>
        </p:nvSpPr>
        <p:spPr>
          <a:xfrm>
            <a:off x="5131304" y="4349739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5" name="열 본문"/>
          <p:cNvSpPr>
            <a:spLocks noGrp="1"/>
          </p:cNvSpPr>
          <p:nvPr>
            <p:ph type="body" sz="quarter" idx="59"/>
          </p:nvPr>
        </p:nvSpPr>
        <p:spPr>
          <a:xfrm>
            <a:off x="5131304" y="4557913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6" name="강조 띠"/>
          <p:cNvSpPr/>
          <p:nvPr/>
        </p:nvSpPr>
        <p:spPr>
          <a:xfrm>
            <a:off x="1369565" y="5040000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7" name="강조 띠"/>
          <p:cNvSpPr>
            <a:spLocks noGrp="1"/>
          </p:cNvSpPr>
          <p:nvPr>
            <p:ph type="body" sz="quarter" idx="60"/>
          </p:nvPr>
        </p:nvSpPr>
        <p:spPr>
          <a:xfrm>
            <a:off x="1369565" y="5040000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8" name="행 라벨"/>
          <p:cNvSpPr/>
          <p:nvPr/>
        </p:nvSpPr>
        <p:spPr>
          <a:xfrm>
            <a:off x="1369565" y="5292000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9" name="행 라벨"/>
          <p:cNvSpPr>
            <a:spLocks noGrp="1"/>
          </p:cNvSpPr>
          <p:nvPr>
            <p:ph type="body" sz="quarter" idx="61"/>
          </p:nvPr>
        </p:nvSpPr>
        <p:spPr>
          <a:xfrm>
            <a:off x="1369565" y="5292000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0" name="지표"/>
          <p:cNvSpPr>
            <a:spLocks noGrp="1"/>
          </p:cNvSpPr>
          <p:nvPr>
            <p:ph type="body" sz="quarter" idx="62"/>
          </p:nvPr>
        </p:nvSpPr>
        <p:spPr>
          <a:xfrm>
            <a:off x="1753043" y="5292000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1" name="수치"/>
          <p:cNvSpPr>
            <a:spLocks noGrp="1"/>
          </p:cNvSpPr>
          <p:nvPr>
            <p:ph type="body" sz="quarter" idx="63"/>
          </p:nvPr>
        </p:nvSpPr>
        <p:spPr>
          <a:xfrm>
            <a:off x="1753043" y="5489217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2" name="지표"/>
          <p:cNvSpPr>
            <a:spLocks noGrp="1"/>
          </p:cNvSpPr>
          <p:nvPr>
            <p:ph type="body" sz="quarter" idx="64"/>
          </p:nvPr>
        </p:nvSpPr>
        <p:spPr>
          <a:xfrm>
            <a:off x="2936713" y="5292000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3" name="수치"/>
          <p:cNvSpPr>
            <a:spLocks noGrp="1"/>
          </p:cNvSpPr>
          <p:nvPr>
            <p:ph type="body" sz="quarter" idx="65"/>
          </p:nvPr>
        </p:nvSpPr>
        <p:spPr>
          <a:xfrm>
            <a:off x="2936713" y="5489217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4" name="지표"/>
          <p:cNvSpPr>
            <a:spLocks noGrp="1"/>
          </p:cNvSpPr>
          <p:nvPr>
            <p:ph type="body" sz="quarter" idx="66"/>
          </p:nvPr>
        </p:nvSpPr>
        <p:spPr>
          <a:xfrm>
            <a:off x="4120383" y="5292000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5" name="수치"/>
          <p:cNvSpPr>
            <a:spLocks noGrp="1"/>
          </p:cNvSpPr>
          <p:nvPr>
            <p:ph type="body" sz="quarter" idx="67"/>
          </p:nvPr>
        </p:nvSpPr>
        <p:spPr>
          <a:xfrm>
            <a:off x="4120383" y="5489217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6" name="Connector 62"/>
          <p:cNvCxnSpPr/>
          <p:nvPr/>
        </p:nvCxnSpPr>
        <p:spPr>
          <a:xfrm>
            <a:off x="1753043" y="5483739"/>
            <a:ext cx="3551009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행 라벨"/>
          <p:cNvSpPr/>
          <p:nvPr/>
        </p:nvSpPr>
        <p:spPr>
          <a:xfrm>
            <a:off x="1369565" y="5708348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8" name="행 라벨"/>
          <p:cNvSpPr>
            <a:spLocks noGrp="1"/>
          </p:cNvSpPr>
          <p:nvPr>
            <p:ph type="body" sz="quarter" idx="68"/>
          </p:nvPr>
        </p:nvSpPr>
        <p:spPr>
          <a:xfrm>
            <a:off x="1369565" y="5708348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9" name="지표"/>
          <p:cNvSpPr>
            <a:spLocks noGrp="1"/>
          </p:cNvSpPr>
          <p:nvPr>
            <p:ph type="body" sz="quarter" idx="69"/>
          </p:nvPr>
        </p:nvSpPr>
        <p:spPr>
          <a:xfrm>
            <a:off x="1753043" y="5708348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0" name="수치"/>
          <p:cNvSpPr>
            <a:spLocks noGrp="1"/>
          </p:cNvSpPr>
          <p:nvPr>
            <p:ph type="body" sz="quarter" idx="70"/>
          </p:nvPr>
        </p:nvSpPr>
        <p:spPr>
          <a:xfrm>
            <a:off x="1753043" y="5905565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1" name="지표"/>
          <p:cNvSpPr>
            <a:spLocks noGrp="1"/>
          </p:cNvSpPr>
          <p:nvPr>
            <p:ph type="body" sz="quarter" idx="71"/>
          </p:nvPr>
        </p:nvSpPr>
        <p:spPr>
          <a:xfrm>
            <a:off x="2936713" y="5708348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2" name="수치"/>
          <p:cNvSpPr>
            <a:spLocks noGrp="1"/>
          </p:cNvSpPr>
          <p:nvPr>
            <p:ph type="body" sz="quarter" idx="72"/>
          </p:nvPr>
        </p:nvSpPr>
        <p:spPr>
          <a:xfrm>
            <a:off x="2936713" y="5905565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3" name="지표"/>
          <p:cNvSpPr>
            <a:spLocks noGrp="1"/>
          </p:cNvSpPr>
          <p:nvPr>
            <p:ph type="body" sz="quarter" idx="73"/>
          </p:nvPr>
        </p:nvSpPr>
        <p:spPr>
          <a:xfrm>
            <a:off x="4120383" y="5708348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4" name="수치"/>
          <p:cNvSpPr>
            <a:spLocks noGrp="1"/>
          </p:cNvSpPr>
          <p:nvPr>
            <p:ph type="body" sz="quarter" idx="74"/>
          </p:nvPr>
        </p:nvSpPr>
        <p:spPr>
          <a:xfrm>
            <a:off x="4120383" y="5905565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5" name="Connector 70"/>
          <p:cNvCxnSpPr/>
          <p:nvPr/>
        </p:nvCxnSpPr>
        <p:spPr>
          <a:xfrm>
            <a:off x="1753043" y="5900087"/>
            <a:ext cx="3551009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판단 글"/>
          <p:cNvSpPr>
            <a:spLocks noGrp="1"/>
          </p:cNvSpPr>
          <p:nvPr>
            <p:ph type="body" sz="quarter" idx="75"/>
          </p:nvPr>
        </p:nvSpPr>
        <p:spPr>
          <a:xfrm>
            <a:off x="5347878" y="5292000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7" name="판단 글"/>
          <p:cNvSpPr>
            <a:spLocks noGrp="1"/>
          </p:cNvSpPr>
          <p:nvPr>
            <p:ph type="body" sz="quarter" idx="76"/>
          </p:nvPr>
        </p:nvSpPr>
        <p:spPr>
          <a:xfrm>
            <a:off x="5347878" y="5708348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8" name="캡션 띠"/>
          <p:cNvSpPr/>
          <p:nvPr/>
        </p:nvSpPr>
        <p:spPr>
          <a:xfrm>
            <a:off x="723130" y="620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캡션"/>
          <p:cNvSpPr>
            <a:spLocks noGrp="1"/>
          </p:cNvSpPr>
          <p:nvPr>
            <p:ph type="body" sz="quarter" idx="77"/>
          </p:nvPr>
        </p:nvSpPr>
        <p:spPr>
          <a:xfrm>
            <a:off x="942261" y="6201391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0" name="틀"/>
          <p:cNvSpPr/>
          <p:nvPr/>
        </p:nvSpPr>
        <p:spPr>
          <a:xfrm>
            <a:off x="723130" y="6530087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1" name="단계"/>
          <p:cNvSpPr/>
          <p:nvPr/>
        </p:nvSpPr>
        <p:spPr>
          <a:xfrm>
            <a:off x="723130" y="6530087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2" name="단계"/>
          <p:cNvSpPr>
            <a:spLocks noGrp="1"/>
          </p:cNvSpPr>
          <p:nvPr>
            <p:ph type="body" sz="quarter" idx="78"/>
          </p:nvPr>
        </p:nvSpPr>
        <p:spPr>
          <a:xfrm>
            <a:off x="723130" y="6530087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3" name="단계"/>
          <p:cNvSpPr/>
          <p:nvPr/>
        </p:nvSpPr>
        <p:spPr>
          <a:xfrm>
            <a:off x="2823130" y="6530087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4" name="단계"/>
          <p:cNvSpPr>
            <a:spLocks noGrp="1"/>
          </p:cNvSpPr>
          <p:nvPr>
            <p:ph type="body" sz="quarter" idx="79"/>
          </p:nvPr>
        </p:nvSpPr>
        <p:spPr>
          <a:xfrm>
            <a:off x="2823130" y="6530087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5" name="단계"/>
          <p:cNvSpPr/>
          <p:nvPr/>
        </p:nvSpPr>
        <p:spPr>
          <a:xfrm>
            <a:off x="4923130" y="6530087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6" name="단계"/>
          <p:cNvSpPr>
            <a:spLocks noGrp="1"/>
          </p:cNvSpPr>
          <p:nvPr>
            <p:ph type="body" sz="quarter" idx="80"/>
          </p:nvPr>
        </p:nvSpPr>
        <p:spPr>
          <a:xfrm>
            <a:off x="4923130" y="6530087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7" name="단계 삼각형"/>
          <p:cNvSpPr/>
          <p:nvPr/>
        </p:nvSpPr>
        <p:spPr>
          <a:xfrm>
            <a:off x="2823130" y="6530086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단계 삼각형"/>
          <p:cNvSpPr/>
          <p:nvPr/>
        </p:nvSpPr>
        <p:spPr>
          <a:xfrm>
            <a:off x="4923130" y="6530086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아이콘 칸"/>
          <p:cNvSpPr/>
          <p:nvPr/>
        </p:nvSpPr>
        <p:spPr>
          <a:xfrm>
            <a:off x="777913" y="6836870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0" name="큰 문구"/>
          <p:cNvSpPr>
            <a:spLocks noGrp="1"/>
          </p:cNvSpPr>
          <p:nvPr>
            <p:ph type="body" sz="quarter" idx="81"/>
          </p:nvPr>
        </p:nvSpPr>
        <p:spPr>
          <a:xfrm>
            <a:off x="1227130" y="6804000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1" name="요약 줄"/>
          <p:cNvSpPr/>
          <p:nvPr/>
        </p:nvSpPr>
        <p:spPr>
          <a:xfrm>
            <a:off x="745043" y="7439478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2" name="요약 줄"/>
          <p:cNvSpPr>
            <a:spLocks noGrp="1"/>
          </p:cNvSpPr>
          <p:nvPr>
            <p:ph type="body" sz="quarter" idx="82"/>
          </p:nvPr>
        </p:nvSpPr>
        <p:spPr>
          <a:xfrm>
            <a:off x="745043" y="7439478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3" name="불릿"/>
          <p:cNvSpPr>
            <a:spLocks noGrp="1"/>
          </p:cNvSpPr>
          <p:nvPr>
            <p:ph type="body" sz="quarter" idx="83"/>
          </p:nvPr>
        </p:nvSpPr>
        <p:spPr>
          <a:xfrm>
            <a:off x="745043" y="7658609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4" name="아이콘 칸"/>
          <p:cNvSpPr/>
          <p:nvPr/>
        </p:nvSpPr>
        <p:spPr>
          <a:xfrm>
            <a:off x="2877913" y="6836870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5" name="큰 문구"/>
          <p:cNvSpPr>
            <a:spLocks noGrp="1"/>
          </p:cNvSpPr>
          <p:nvPr>
            <p:ph type="body" sz="quarter" idx="84"/>
          </p:nvPr>
        </p:nvSpPr>
        <p:spPr>
          <a:xfrm>
            <a:off x="3327130" y="6804000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6" name="요약 줄"/>
          <p:cNvSpPr/>
          <p:nvPr/>
        </p:nvSpPr>
        <p:spPr>
          <a:xfrm>
            <a:off x="2845043" y="7439478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7" name="요약 줄"/>
          <p:cNvSpPr>
            <a:spLocks noGrp="1"/>
          </p:cNvSpPr>
          <p:nvPr>
            <p:ph type="body" sz="quarter" idx="85"/>
          </p:nvPr>
        </p:nvSpPr>
        <p:spPr>
          <a:xfrm>
            <a:off x="2845043" y="7439478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8" name="불릿"/>
          <p:cNvSpPr>
            <a:spLocks noGrp="1"/>
          </p:cNvSpPr>
          <p:nvPr>
            <p:ph type="body" sz="quarter" idx="86"/>
          </p:nvPr>
        </p:nvSpPr>
        <p:spPr>
          <a:xfrm>
            <a:off x="2845043" y="7658609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29" name="Connector 89"/>
          <p:cNvCxnSpPr/>
          <p:nvPr/>
        </p:nvCxnSpPr>
        <p:spPr>
          <a:xfrm>
            <a:off x="2823130" y="6836870"/>
            <a:ext cx="0" cy="1216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0" name="아이콘 칸"/>
          <p:cNvSpPr/>
          <p:nvPr/>
        </p:nvSpPr>
        <p:spPr>
          <a:xfrm>
            <a:off x="4977913" y="6836870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1" name="큰 문구"/>
          <p:cNvSpPr>
            <a:spLocks noGrp="1"/>
          </p:cNvSpPr>
          <p:nvPr>
            <p:ph type="body" sz="quarter" idx="87"/>
          </p:nvPr>
        </p:nvSpPr>
        <p:spPr>
          <a:xfrm>
            <a:off x="5427130" y="6804000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2" name="요약 줄"/>
          <p:cNvSpPr/>
          <p:nvPr/>
        </p:nvSpPr>
        <p:spPr>
          <a:xfrm>
            <a:off x="4945043" y="7439478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3" name="요약 줄"/>
          <p:cNvSpPr>
            <a:spLocks noGrp="1"/>
          </p:cNvSpPr>
          <p:nvPr>
            <p:ph type="body" sz="quarter" idx="88"/>
          </p:nvPr>
        </p:nvSpPr>
        <p:spPr>
          <a:xfrm>
            <a:off x="4945043" y="7439478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4" name="불릿"/>
          <p:cNvSpPr>
            <a:spLocks noGrp="1"/>
          </p:cNvSpPr>
          <p:nvPr>
            <p:ph type="body" sz="quarter" idx="89"/>
          </p:nvPr>
        </p:nvSpPr>
        <p:spPr>
          <a:xfrm>
            <a:off x="4945043" y="7658609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5" name="Connector 94"/>
          <p:cNvCxnSpPr/>
          <p:nvPr/>
        </p:nvCxnSpPr>
        <p:spPr>
          <a:xfrm>
            <a:off x="4923130" y="6836870"/>
            <a:ext cx="0" cy="1216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2" name="분류 패널"/>
          <p:cNvSpPr/>
          <p:nvPr/>
        </p:nvSpPr>
        <p:spPr>
          <a:xfrm>
            <a:off x="536870" y="1073739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4분면"/>
          <p:cNvSpPr/>
          <p:nvPr/>
        </p:nvSpPr>
        <p:spPr>
          <a:xfrm>
            <a:off x="701217" y="1128522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4" name="Connector 10"/>
          <p:cNvCxnSpPr/>
          <p:nvPr/>
        </p:nvCxnSpPr>
        <p:spPr>
          <a:xfrm>
            <a:off x="1662652" y="1128522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5" name="Connector 11"/>
          <p:cNvCxnSpPr/>
          <p:nvPr/>
        </p:nvCxnSpPr>
        <p:spPr>
          <a:xfrm>
            <a:off x="701217" y="1999565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6" name="분면 이름"/>
          <p:cNvSpPr/>
          <p:nvPr/>
        </p:nvSpPr>
        <p:spPr>
          <a:xfrm>
            <a:off x="723130" y="1150435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분면 이름"/>
          <p:cNvSpPr>
            <a:spLocks noGrp="1"/>
          </p:cNvSpPr>
          <p:nvPr>
            <p:ph type="body" sz="quarter" idx="21"/>
          </p:nvPr>
        </p:nvSpPr>
        <p:spPr>
          <a:xfrm>
            <a:off x="723130" y="1150435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8" name="분면 글"/>
          <p:cNvSpPr>
            <a:spLocks noGrp="1"/>
          </p:cNvSpPr>
          <p:nvPr>
            <p:ph type="body" sz="quarter" idx="22"/>
          </p:nvPr>
        </p:nvSpPr>
        <p:spPr>
          <a:xfrm>
            <a:off x="723130" y="1325739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9" name="분면 이름"/>
          <p:cNvSpPr/>
          <p:nvPr/>
        </p:nvSpPr>
        <p:spPr>
          <a:xfrm>
            <a:off x="1684565" y="1150435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분면 이름"/>
          <p:cNvSpPr>
            <a:spLocks noGrp="1"/>
          </p:cNvSpPr>
          <p:nvPr>
            <p:ph type="body" sz="quarter" idx="23"/>
          </p:nvPr>
        </p:nvSpPr>
        <p:spPr>
          <a:xfrm>
            <a:off x="1684565" y="1150435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1" name="분면 글"/>
          <p:cNvSpPr>
            <a:spLocks noGrp="1"/>
          </p:cNvSpPr>
          <p:nvPr>
            <p:ph type="body" sz="quarter" idx="24"/>
          </p:nvPr>
        </p:nvSpPr>
        <p:spPr>
          <a:xfrm>
            <a:off x="1684565" y="1325739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2" name="분면 이름"/>
          <p:cNvSpPr/>
          <p:nvPr/>
        </p:nvSpPr>
        <p:spPr>
          <a:xfrm>
            <a:off x="723130" y="2684348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분면 이름"/>
          <p:cNvSpPr>
            <a:spLocks noGrp="1"/>
          </p:cNvSpPr>
          <p:nvPr>
            <p:ph type="body" sz="quarter" idx="25"/>
          </p:nvPr>
        </p:nvSpPr>
        <p:spPr>
          <a:xfrm>
            <a:off x="723130" y="2684348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4" name="분면 글"/>
          <p:cNvSpPr>
            <a:spLocks noGrp="1"/>
          </p:cNvSpPr>
          <p:nvPr>
            <p:ph type="body" sz="quarter" idx="26"/>
          </p:nvPr>
        </p:nvSpPr>
        <p:spPr>
          <a:xfrm>
            <a:off x="723130" y="2021478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5" name="분면 이름"/>
          <p:cNvSpPr/>
          <p:nvPr/>
        </p:nvSpPr>
        <p:spPr>
          <a:xfrm>
            <a:off x="1684565" y="2684348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분면 이름"/>
          <p:cNvSpPr>
            <a:spLocks noGrp="1"/>
          </p:cNvSpPr>
          <p:nvPr>
            <p:ph type="body" sz="quarter" idx="27"/>
          </p:nvPr>
        </p:nvSpPr>
        <p:spPr>
          <a:xfrm>
            <a:off x="1684565" y="2684348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7" name="분면 글"/>
          <p:cNvSpPr>
            <a:spLocks noGrp="1"/>
          </p:cNvSpPr>
          <p:nvPr>
            <p:ph type="body" sz="quarter" idx="28"/>
          </p:nvPr>
        </p:nvSpPr>
        <p:spPr>
          <a:xfrm>
            <a:off x="1684565" y="2021478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8" name="세로축"/>
          <p:cNvSpPr>
            <a:spLocks noGrp="1"/>
          </p:cNvSpPr>
          <p:nvPr>
            <p:ph type="body" sz="quarter" idx="29"/>
          </p:nvPr>
        </p:nvSpPr>
        <p:spPr>
          <a:xfrm>
            <a:off x="547826" y="1128522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9" name="가로축"/>
          <p:cNvSpPr>
            <a:spLocks noGrp="1"/>
          </p:cNvSpPr>
          <p:nvPr>
            <p:ph type="body" sz="quarter" idx="30"/>
          </p:nvPr>
        </p:nvSpPr>
        <p:spPr>
          <a:xfrm>
            <a:off x="701217" y="2881565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30" name="분류 설명"/>
          <p:cNvSpPr/>
          <p:nvPr/>
        </p:nvSpPr>
        <p:spPr>
          <a:xfrm>
            <a:off x="569739" y="3034957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1" name="분류 설명"/>
          <p:cNvSpPr>
            <a:spLocks noGrp="1"/>
          </p:cNvSpPr>
          <p:nvPr>
            <p:ph type="body" sz="quarter" idx="31"/>
          </p:nvPr>
        </p:nvSpPr>
        <p:spPr>
          <a:xfrm>
            <a:off x="569739" y="3034957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2" name="소통 패널"/>
          <p:cNvSpPr/>
          <p:nvPr/>
        </p:nvSpPr>
        <p:spPr>
          <a:xfrm>
            <a:off x="2722696" y="1073739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패널 머리"/>
          <p:cNvSpPr/>
          <p:nvPr/>
        </p:nvSpPr>
        <p:spPr>
          <a:xfrm>
            <a:off x="2722696" y="1073739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4" name="패널 머리"/>
          <p:cNvSpPr>
            <a:spLocks noGrp="1"/>
          </p:cNvSpPr>
          <p:nvPr>
            <p:ph type="body" sz="quarter" idx="32"/>
          </p:nvPr>
        </p:nvSpPr>
        <p:spPr>
          <a:xfrm>
            <a:off x="2722696" y="1073739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5" name="패널 머리"/>
          <p:cNvSpPr/>
          <p:nvPr/>
        </p:nvSpPr>
        <p:spPr>
          <a:xfrm>
            <a:off x="5224070" y="1073739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패널 머리"/>
          <p:cNvSpPr>
            <a:spLocks noGrp="1"/>
          </p:cNvSpPr>
          <p:nvPr>
            <p:ph type="body" sz="quarter" idx="33"/>
          </p:nvPr>
        </p:nvSpPr>
        <p:spPr>
          <a:xfrm>
            <a:off x="5224070" y="1073739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7" name="번호"/>
          <p:cNvSpPr>
            <a:spLocks noGrp="1"/>
          </p:cNvSpPr>
          <p:nvPr>
            <p:ph type="body" sz="quarter" idx="34"/>
          </p:nvPr>
        </p:nvSpPr>
        <p:spPr>
          <a:xfrm>
            <a:off x="2733652" y="134765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8" name="소통 이름"/>
          <p:cNvSpPr>
            <a:spLocks noGrp="1"/>
          </p:cNvSpPr>
          <p:nvPr>
            <p:ph type="body" sz="quarter" idx="35"/>
          </p:nvPr>
        </p:nvSpPr>
        <p:spPr>
          <a:xfrm>
            <a:off x="2930870" y="134765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9" name="소통 칩"/>
          <p:cNvSpPr/>
          <p:nvPr/>
        </p:nvSpPr>
        <p:spPr>
          <a:xfrm>
            <a:off x="2930870" y="158299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소통 칩"/>
          <p:cNvSpPr>
            <a:spLocks noGrp="1"/>
          </p:cNvSpPr>
          <p:nvPr>
            <p:ph type="body" sz="quarter" idx="36"/>
          </p:nvPr>
        </p:nvSpPr>
        <p:spPr>
          <a:xfrm>
            <a:off x="2930870" y="158299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1" name="소통 이름"/>
          <p:cNvSpPr>
            <a:spLocks noGrp="1"/>
          </p:cNvSpPr>
          <p:nvPr>
            <p:ph type="body" sz="quarter" idx="37"/>
          </p:nvPr>
        </p:nvSpPr>
        <p:spPr>
          <a:xfrm>
            <a:off x="4055557" y="134765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2" name="소통 칩"/>
          <p:cNvSpPr/>
          <p:nvPr/>
        </p:nvSpPr>
        <p:spPr>
          <a:xfrm>
            <a:off x="4055557" y="158299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소통 칩"/>
          <p:cNvSpPr>
            <a:spLocks noGrp="1"/>
          </p:cNvSpPr>
          <p:nvPr>
            <p:ph type="body" sz="quarter" idx="38"/>
          </p:nvPr>
        </p:nvSpPr>
        <p:spPr>
          <a:xfrm>
            <a:off x="4055557" y="158299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4" name="번호"/>
          <p:cNvSpPr>
            <a:spLocks noGrp="1"/>
          </p:cNvSpPr>
          <p:nvPr>
            <p:ph type="body" sz="quarter" idx="39"/>
          </p:nvPr>
        </p:nvSpPr>
        <p:spPr>
          <a:xfrm>
            <a:off x="2733652" y="183795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5" name="소통 이름"/>
          <p:cNvSpPr>
            <a:spLocks noGrp="1"/>
          </p:cNvSpPr>
          <p:nvPr>
            <p:ph type="body" sz="quarter" idx="40"/>
          </p:nvPr>
        </p:nvSpPr>
        <p:spPr>
          <a:xfrm>
            <a:off x="2930870" y="183795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6" name="소통 칩"/>
          <p:cNvSpPr/>
          <p:nvPr/>
        </p:nvSpPr>
        <p:spPr>
          <a:xfrm>
            <a:off x="2930870" y="207330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소통 칩"/>
          <p:cNvSpPr>
            <a:spLocks noGrp="1"/>
          </p:cNvSpPr>
          <p:nvPr>
            <p:ph type="body" sz="quarter" idx="41"/>
          </p:nvPr>
        </p:nvSpPr>
        <p:spPr>
          <a:xfrm>
            <a:off x="2930870" y="207330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8" name="소통 이름"/>
          <p:cNvSpPr>
            <a:spLocks noGrp="1"/>
          </p:cNvSpPr>
          <p:nvPr>
            <p:ph type="body" sz="quarter" idx="42"/>
          </p:nvPr>
        </p:nvSpPr>
        <p:spPr>
          <a:xfrm>
            <a:off x="4055557" y="183795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9" name="소통 칩"/>
          <p:cNvSpPr/>
          <p:nvPr/>
        </p:nvSpPr>
        <p:spPr>
          <a:xfrm>
            <a:off x="4055557" y="207330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소통 칩"/>
          <p:cNvSpPr>
            <a:spLocks noGrp="1"/>
          </p:cNvSpPr>
          <p:nvPr>
            <p:ph type="body" sz="quarter" idx="43"/>
          </p:nvPr>
        </p:nvSpPr>
        <p:spPr>
          <a:xfrm>
            <a:off x="4055557" y="207330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1" name="번호"/>
          <p:cNvSpPr>
            <a:spLocks noGrp="1"/>
          </p:cNvSpPr>
          <p:nvPr>
            <p:ph type="body" sz="quarter" idx="44"/>
          </p:nvPr>
        </p:nvSpPr>
        <p:spPr>
          <a:xfrm>
            <a:off x="2733652" y="2328261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2" name="소통 이름"/>
          <p:cNvSpPr>
            <a:spLocks noGrp="1"/>
          </p:cNvSpPr>
          <p:nvPr>
            <p:ph type="body" sz="quarter" idx="45"/>
          </p:nvPr>
        </p:nvSpPr>
        <p:spPr>
          <a:xfrm>
            <a:off x="2930870" y="2328261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3" name="소통 칩"/>
          <p:cNvSpPr/>
          <p:nvPr/>
        </p:nvSpPr>
        <p:spPr>
          <a:xfrm>
            <a:off x="2930870" y="2563607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소통 칩"/>
          <p:cNvSpPr>
            <a:spLocks noGrp="1"/>
          </p:cNvSpPr>
          <p:nvPr>
            <p:ph type="body" sz="quarter" idx="46"/>
          </p:nvPr>
        </p:nvSpPr>
        <p:spPr>
          <a:xfrm>
            <a:off x="2930870" y="2563607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5" name="소통 이름"/>
          <p:cNvSpPr>
            <a:spLocks noGrp="1"/>
          </p:cNvSpPr>
          <p:nvPr>
            <p:ph type="body" sz="quarter" idx="47"/>
          </p:nvPr>
        </p:nvSpPr>
        <p:spPr>
          <a:xfrm>
            <a:off x="4055557" y="2328261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6" name="소통 칩"/>
          <p:cNvSpPr/>
          <p:nvPr/>
        </p:nvSpPr>
        <p:spPr>
          <a:xfrm>
            <a:off x="4055557" y="2563607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소통 칩"/>
          <p:cNvSpPr>
            <a:spLocks noGrp="1"/>
          </p:cNvSpPr>
          <p:nvPr>
            <p:ph type="body" sz="quarter" idx="48"/>
          </p:nvPr>
        </p:nvSpPr>
        <p:spPr>
          <a:xfrm>
            <a:off x="4055557" y="2563607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8" name="번호"/>
          <p:cNvSpPr>
            <a:spLocks noGrp="1"/>
          </p:cNvSpPr>
          <p:nvPr>
            <p:ph type="body" sz="quarter" idx="49"/>
          </p:nvPr>
        </p:nvSpPr>
        <p:spPr>
          <a:xfrm>
            <a:off x="2733652" y="2818565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9" name="소통 이름"/>
          <p:cNvSpPr>
            <a:spLocks noGrp="1"/>
          </p:cNvSpPr>
          <p:nvPr>
            <p:ph type="body" sz="quarter" idx="50"/>
          </p:nvPr>
        </p:nvSpPr>
        <p:spPr>
          <a:xfrm>
            <a:off x="2930870" y="2818565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60" name="소통 칩"/>
          <p:cNvSpPr/>
          <p:nvPr/>
        </p:nvSpPr>
        <p:spPr>
          <a:xfrm>
            <a:off x="2930870" y="3053911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1" name="소통 칩"/>
          <p:cNvSpPr>
            <a:spLocks noGrp="1"/>
          </p:cNvSpPr>
          <p:nvPr>
            <p:ph type="body" sz="quarter" idx="51"/>
          </p:nvPr>
        </p:nvSpPr>
        <p:spPr>
          <a:xfrm>
            <a:off x="2930870" y="3053911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2" name="소통 이름"/>
          <p:cNvSpPr>
            <a:spLocks noGrp="1"/>
          </p:cNvSpPr>
          <p:nvPr>
            <p:ph type="body" sz="quarter" idx="52"/>
          </p:nvPr>
        </p:nvSpPr>
        <p:spPr>
          <a:xfrm>
            <a:off x="4055557" y="2818565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3" name="소통 칩"/>
          <p:cNvSpPr/>
          <p:nvPr/>
        </p:nvSpPr>
        <p:spPr>
          <a:xfrm>
            <a:off x="4055557" y="3053911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소통 칩"/>
          <p:cNvSpPr>
            <a:spLocks noGrp="1"/>
          </p:cNvSpPr>
          <p:nvPr>
            <p:ph type="body" sz="quarter" idx="53"/>
          </p:nvPr>
        </p:nvSpPr>
        <p:spPr>
          <a:xfrm>
            <a:off x="4055557" y="3053911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5" name="사진 칸"/>
          <p:cNvSpPr/>
          <p:nvPr/>
        </p:nvSpPr>
        <p:spPr>
          <a:xfrm>
            <a:off x="5235026" y="1347652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사진 칸"/>
          <p:cNvSpPr>
            <a:spLocks noGrp="1"/>
          </p:cNvSpPr>
          <p:nvPr>
            <p:ph type="body" sz="quarter" idx="54"/>
          </p:nvPr>
        </p:nvSpPr>
        <p:spPr>
          <a:xfrm>
            <a:off x="5235026" y="1347652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7" name="태그"/>
          <p:cNvSpPr/>
          <p:nvPr/>
        </p:nvSpPr>
        <p:spPr>
          <a:xfrm>
            <a:off x="5901446" y="1369565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55"/>
          </p:nvPr>
        </p:nvSpPr>
        <p:spPr>
          <a:xfrm>
            <a:off x="5901446" y="1369565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9" name="확산 글"/>
          <p:cNvSpPr>
            <a:spLocks noGrp="1"/>
          </p:cNvSpPr>
          <p:nvPr>
            <p:ph type="body" sz="quarter" idx="56"/>
          </p:nvPr>
        </p:nvSpPr>
        <p:spPr>
          <a:xfrm>
            <a:off x="5901446" y="1512000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70" name="사진 칸"/>
          <p:cNvSpPr/>
          <p:nvPr/>
        </p:nvSpPr>
        <p:spPr>
          <a:xfrm>
            <a:off x="5235026" y="2001391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1" name="사진 칸"/>
          <p:cNvSpPr>
            <a:spLocks noGrp="1"/>
          </p:cNvSpPr>
          <p:nvPr>
            <p:ph type="body" sz="quarter" idx="57"/>
          </p:nvPr>
        </p:nvSpPr>
        <p:spPr>
          <a:xfrm>
            <a:off x="5235026" y="2001391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2" name="태그"/>
          <p:cNvSpPr/>
          <p:nvPr/>
        </p:nvSpPr>
        <p:spPr>
          <a:xfrm>
            <a:off x="5901446" y="2023304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8"/>
          </p:nvPr>
        </p:nvSpPr>
        <p:spPr>
          <a:xfrm>
            <a:off x="5901446" y="2023304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4" name="확산 글"/>
          <p:cNvSpPr>
            <a:spLocks noGrp="1"/>
          </p:cNvSpPr>
          <p:nvPr>
            <p:ph type="body" sz="quarter" idx="59"/>
          </p:nvPr>
        </p:nvSpPr>
        <p:spPr>
          <a:xfrm>
            <a:off x="5901446" y="2165739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5" name="사진 칸"/>
          <p:cNvSpPr/>
          <p:nvPr/>
        </p:nvSpPr>
        <p:spPr>
          <a:xfrm>
            <a:off x="5235026" y="2655130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6" name="사진 칸"/>
          <p:cNvSpPr>
            <a:spLocks noGrp="1"/>
          </p:cNvSpPr>
          <p:nvPr>
            <p:ph type="body" sz="quarter" idx="60"/>
          </p:nvPr>
        </p:nvSpPr>
        <p:spPr>
          <a:xfrm>
            <a:off x="5235026" y="2655130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7" name="태그"/>
          <p:cNvSpPr/>
          <p:nvPr/>
        </p:nvSpPr>
        <p:spPr>
          <a:xfrm>
            <a:off x="5901446" y="2677043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61"/>
          </p:nvPr>
        </p:nvSpPr>
        <p:spPr>
          <a:xfrm>
            <a:off x="5901446" y="2677043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9" name="확산 글"/>
          <p:cNvSpPr>
            <a:spLocks noGrp="1"/>
          </p:cNvSpPr>
          <p:nvPr>
            <p:ph type="body" sz="quarter" idx="62"/>
          </p:nvPr>
        </p:nvSpPr>
        <p:spPr>
          <a:xfrm>
            <a:off x="5901446" y="2819478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3" name="단계"/>
          <p:cNvSpPr/>
          <p:nvPr/>
        </p:nvSpPr>
        <p:spPr>
          <a:xfrm>
            <a:off x="3230348" y="14024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5" name="단계"/>
          <p:cNvSpPr/>
          <p:nvPr/>
        </p:nvSpPr>
        <p:spPr>
          <a:xfrm>
            <a:off x="5113043" y="14024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230347" y="1402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5113043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54435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54435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687304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54435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687304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40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084557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1"/>
          </p:nvPr>
        </p:nvSpPr>
        <p:spPr>
          <a:xfrm>
            <a:off x="1051826" y="2084557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2"/>
          </p:nvPr>
        </p:nvSpPr>
        <p:spPr>
          <a:xfrm>
            <a:off x="1589883" y="2040730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47513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363948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363948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1" name="단계"/>
          <p:cNvSpPr/>
          <p:nvPr/>
        </p:nvSpPr>
        <p:spPr>
          <a:xfrm>
            <a:off x="1347652" y="2385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385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3230348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385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5113043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385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385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63786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41304" y="263786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2670730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263786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2670730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99128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299128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02415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299128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02415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734087" y="3350191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350191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33501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배너"/>
          <p:cNvSpPr/>
          <p:nvPr/>
        </p:nvSpPr>
        <p:spPr>
          <a:xfrm>
            <a:off x="1347652" y="33721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33721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6076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5"/>
          </p:nvPr>
        </p:nvSpPr>
        <p:spPr>
          <a:xfrm>
            <a:off x="1347652" y="36076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6076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6"/>
          </p:nvPr>
        </p:nvSpPr>
        <p:spPr>
          <a:xfrm>
            <a:off x="3230348" y="36076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6076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5113043" y="36076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6076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6076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8"/>
          </p:nvPr>
        </p:nvSpPr>
        <p:spPr>
          <a:xfrm>
            <a:off x="1358609" y="385967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3241304" y="385967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4" name="Connector 52"/>
          <p:cNvCxnSpPr/>
          <p:nvPr/>
        </p:nvCxnSpPr>
        <p:spPr>
          <a:xfrm>
            <a:off x="3230348" y="3892539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385967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6" name="Connector 54"/>
          <p:cNvCxnSpPr/>
          <p:nvPr/>
        </p:nvCxnSpPr>
        <p:spPr>
          <a:xfrm>
            <a:off x="5113043" y="3892539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723130" y="44007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1051826" y="4444591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51"/>
          </p:nvPr>
        </p:nvSpPr>
        <p:spPr>
          <a:xfrm>
            <a:off x="1051826" y="4444591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2"/>
          </p:nvPr>
        </p:nvSpPr>
        <p:spPr>
          <a:xfrm>
            <a:off x="1508642" y="4400765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1" name="표 외곽"/>
          <p:cNvSpPr/>
          <p:nvPr/>
        </p:nvSpPr>
        <p:spPr>
          <a:xfrm>
            <a:off x="723130" y="4707548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734087" y="4723983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4723983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4" name="단계"/>
          <p:cNvSpPr/>
          <p:nvPr/>
        </p:nvSpPr>
        <p:spPr>
          <a:xfrm>
            <a:off x="1347652" y="474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4"/>
          </p:nvPr>
        </p:nvSpPr>
        <p:spPr>
          <a:xfrm>
            <a:off x="1347652" y="474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6" name="단계"/>
          <p:cNvSpPr/>
          <p:nvPr/>
        </p:nvSpPr>
        <p:spPr>
          <a:xfrm>
            <a:off x="3230348" y="474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5"/>
          </p:nvPr>
        </p:nvSpPr>
        <p:spPr>
          <a:xfrm>
            <a:off x="3230348" y="474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8" name="단계"/>
          <p:cNvSpPr/>
          <p:nvPr/>
        </p:nvSpPr>
        <p:spPr>
          <a:xfrm>
            <a:off x="5113043" y="474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6"/>
          </p:nvPr>
        </p:nvSpPr>
        <p:spPr>
          <a:xfrm>
            <a:off x="5113043" y="474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230347" y="474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5113043" y="474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499789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499789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4" name="Connector 67"/>
          <p:cNvCxnSpPr/>
          <p:nvPr/>
        </p:nvCxnSpPr>
        <p:spPr>
          <a:xfrm>
            <a:off x="3230348" y="5030765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499789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6" name="Connector 69"/>
          <p:cNvCxnSpPr/>
          <p:nvPr/>
        </p:nvCxnSpPr>
        <p:spPr>
          <a:xfrm>
            <a:off x="5113043" y="5030765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60"/>
          </p:nvPr>
        </p:nvSpPr>
        <p:spPr>
          <a:xfrm>
            <a:off x="1358609" y="5321113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1"/>
          </p:nvPr>
        </p:nvSpPr>
        <p:spPr>
          <a:xfrm>
            <a:off x="3241304" y="5321113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99" name="Connector 72"/>
          <p:cNvCxnSpPr/>
          <p:nvPr/>
        </p:nvCxnSpPr>
        <p:spPr>
          <a:xfrm>
            <a:off x="3230348" y="5353983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2"/>
          </p:nvPr>
        </p:nvSpPr>
        <p:spPr>
          <a:xfrm>
            <a:off x="5124000" y="5321113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1" name="Connector 74"/>
          <p:cNvCxnSpPr/>
          <p:nvPr/>
        </p:nvCxnSpPr>
        <p:spPr>
          <a:xfrm>
            <a:off x="5113043" y="5353983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레일"/>
          <p:cNvSpPr/>
          <p:nvPr/>
        </p:nvSpPr>
        <p:spPr>
          <a:xfrm>
            <a:off x="734087" y="5605983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3" name="레일"/>
          <p:cNvSpPr>
            <a:spLocks noGrp="1"/>
          </p:cNvSpPr>
          <p:nvPr>
            <p:ph type="body" sz="quarter" idx="63"/>
          </p:nvPr>
        </p:nvSpPr>
        <p:spPr>
          <a:xfrm>
            <a:off x="734087" y="5605983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4" name="레일 삼각형"/>
          <p:cNvSpPr/>
          <p:nvPr/>
        </p:nvSpPr>
        <p:spPr>
          <a:xfrm>
            <a:off x="734086" y="5605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배너"/>
          <p:cNvSpPr/>
          <p:nvPr/>
        </p:nvSpPr>
        <p:spPr>
          <a:xfrm>
            <a:off x="1347652" y="56278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6" name="배너"/>
          <p:cNvSpPr>
            <a:spLocks noGrp="1"/>
          </p:cNvSpPr>
          <p:nvPr>
            <p:ph type="body" sz="quarter" idx="64"/>
          </p:nvPr>
        </p:nvSpPr>
        <p:spPr>
          <a:xfrm>
            <a:off x="1347652" y="56278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7" name="머리칸"/>
          <p:cNvSpPr/>
          <p:nvPr/>
        </p:nvSpPr>
        <p:spPr>
          <a:xfrm>
            <a:off x="1347652" y="5863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8" name="머리칸"/>
          <p:cNvSpPr>
            <a:spLocks noGrp="1"/>
          </p:cNvSpPr>
          <p:nvPr>
            <p:ph type="body" sz="quarter" idx="65"/>
          </p:nvPr>
        </p:nvSpPr>
        <p:spPr>
          <a:xfrm>
            <a:off x="1347652" y="5863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09" name="머리칸"/>
          <p:cNvSpPr/>
          <p:nvPr/>
        </p:nvSpPr>
        <p:spPr>
          <a:xfrm>
            <a:off x="3230348" y="5863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0" name="머리칸"/>
          <p:cNvSpPr>
            <a:spLocks noGrp="1"/>
          </p:cNvSpPr>
          <p:nvPr>
            <p:ph type="body" sz="quarter" idx="66"/>
          </p:nvPr>
        </p:nvSpPr>
        <p:spPr>
          <a:xfrm>
            <a:off x="3230348" y="5863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1" name="머리칸"/>
          <p:cNvSpPr/>
          <p:nvPr/>
        </p:nvSpPr>
        <p:spPr>
          <a:xfrm>
            <a:off x="5113043" y="5863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2" name="머리칸"/>
          <p:cNvSpPr>
            <a:spLocks noGrp="1"/>
          </p:cNvSpPr>
          <p:nvPr>
            <p:ph type="body" sz="quarter" idx="67"/>
          </p:nvPr>
        </p:nvSpPr>
        <p:spPr>
          <a:xfrm>
            <a:off x="5113043" y="5863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68"/>
          </p:nvPr>
        </p:nvSpPr>
        <p:spPr>
          <a:xfrm>
            <a:off x="1358609" y="6104504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9"/>
          </p:nvPr>
        </p:nvSpPr>
        <p:spPr>
          <a:xfrm>
            <a:off x="3241304" y="6104504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5" name="Connector 83"/>
          <p:cNvCxnSpPr/>
          <p:nvPr/>
        </p:nvCxnSpPr>
        <p:spPr>
          <a:xfrm>
            <a:off x="3230348" y="6137374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6" name="칸 본문"/>
          <p:cNvSpPr>
            <a:spLocks noGrp="1"/>
          </p:cNvSpPr>
          <p:nvPr>
            <p:ph type="body" sz="quarter" idx="70"/>
          </p:nvPr>
        </p:nvSpPr>
        <p:spPr>
          <a:xfrm>
            <a:off x="5124000" y="6104504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7" name="Connector 85"/>
          <p:cNvCxnSpPr/>
          <p:nvPr/>
        </p:nvCxnSpPr>
        <p:spPr>
          <a:xfrm>
            <a:off x="5113043" y="6137374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8" name="캡션 띠"/>
          <p:cNvSpPr/>
          <p:nvPr/>
        </p:nvSpPr>
        <p:spPr>
          <a:xfrm>
            <a:off x="723130" y="647702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태그"/>
          <p:cNvSpPr/>
          <p:nvPr/>
        </p:nvSpPr>
        <p:spPr>
          <a:xfrm>
            <a:off x="1051826" y="6520852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0" name="태그"/>
          <p:cNvSpPr>
            <a:spLocks noGrp="1"/>
          </p:cNvSpPr>
          <p:nvPr>
            <p:ph type="body" sz="quarter" idx="71"/>
          </p:nvPr>
        </p:nvSpPr>
        <p:spPr>
          <a:xfrm>
            <a:off x="1051826" y="6520852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1" name="캡션"/>
          <p:cNvSpPr>
            <a:spLocks noGrp="1"/>
          </p:cNvSpPr>
          <p:nvPr>
            <p:ph type="body" sz="quarter" idx="72"/>
          </p:nvPr>
        </p:nvSpPr>
        <p:spPr>
          <a:xfrm>
            <a:off x="1655249" y="6477026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2" name="표 외곽"/>
          <p:cNvSpPr/>
          <p:nvPr/>
        </p:nvSpPr>
        <p:spPr>
          <a:xfrm>
            <a:off x="723130" y="6783809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레일"/>
          <p:cNvSpPr/>
          <p:nvPr/>
        </p:nvSpPr>
        <p:spPr>
          <a:xfrm>
            <a:off x="734087" y="6800243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4" name="레일"/>
          <p:cNvSpPr>
            <a:spLocks noGrp="1"/>
          </p:cNvSpPr>
          <p:nvPr>
            <p:ph type="body" sz="quarter" idx="73"/>
          </p:nvPr>
        </p:nvSpPr>
        <p:spPr>
          <a:xfrm>
            <a:off x="734087" y="6800243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5" name="단계"/>
          <p:cNvSpPr/>
          <p:nvPr/>
        </p:nvSpPr>
        <p:spPr>
          <a:xfrm>
            <a:off x="1347652" y="68221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6" name="단계"/>
          <p:cNvSpPr>
            <a:spLocks noGrp="1"/>
          </p:cNvSpPr>
          <p:nvPr>
            <p:ph type="body" sz="quarter" idx="74"/>
          </p:nvPr>
        </p:nvSpPr>
        <p:spPr>
          <a:xfrm>
            <a:off x="1347652" y="68221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7" name="단계"/>
          <p:cNvSpPr/>
          <p:nvPr/>
        </p:nvSpPr>
        <p:spPr>
          <a:xfrm>
            <a:off x="3230348" y="682215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8" name="단계"/>
          <p:cNvSpPr>
            <a:spLocks noGrp="1"/>
          </p:cNvSpPr>
          <p:nvPr>
            <p:ph type="body" sz="quarter" idx="75"/>
          </p:nvPr>
        </p:nvSpPr>
        <p:spPr>
          <a:xfrm>
            <a:off x="3230348" y="68221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29" name="단계"/>
          <p:cNvSpPr/>
          <p:nvPr/>
        </p:nvSpPr>
        <p:spPr>
          <a:xfrm>
            <a:off x="5113043" y="682215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0" name="단계"/>
          <p:cNvSpPr>
            <a:spLocks noGrp="1"/>
          </p:cNvSpPr>
          <p:nvPr>
            <p:ph type="body" sz="quarter" idx="76"/>
          </p:nvPr>
        </p:nvSpPr>
        <p:spPr>
          <a:xfrm>
            <a:off x="5113043" y="68221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1" name="단계 삼각형"/>
          <p:cNvSpPr/>
          <p:nvPr/>
        </p:nvSpPr>
        <p:spPr>
          <a:xfrm>
            <a:off x="3230347" y="68221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단계 삼각형"/>
          <p:cNvSpPr/>
          <p:nvPr/>
        </p:nvSpPr>
        <p:spPr>
          <a:xfrm>
            <a:off x="5113043" y="68221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77"/>
          </p:nvPr>
        </p:nvSpPr>
        <p:spPr>
          <a:xfrm>
            <a:off x="1358609" y="70741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8"/>
          </p:nvPr>
        </p:nvSpPr>
        <p:spPr>
          <a:xfrm>
            <a:off x="3241304" y="70741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5" name="Connector 98"/>
          <p:cNvCxnSpPr/>
          <p:nvPr/>
        </p:nvCxnSpPr>
        <p:spPr>
          <a:xfrm>
            <a:off x="3230348" y="7107026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6" name="칸 본문"/>
          <p:cNvSpPr>
            <a:spLocks noGrp="1"/>
          </p:cNvSpPr>
          <p:nvPr>
            <p:ph type="body" sz="quarter" idx="79"/>
          </p:nvPr>
        </p:nvSpPr>
        <p:spPr>
          <a:xfrm>
            <a:off x="5124000" y="70741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7" name="Connector 100"/>
          <p:cNvCxnSpPr/>
          <p:nvPr/>
        </p:nvCxnSpPr>
        <p:spPr>
          <a:xfrm>
            <a:off x="5113043" y="7107026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8" name="레일"/>
          <p:cNvSpPr/>
          <p:nvPr/>
        </p:nvSpPr>
        <p:spPr>
          <a:xfrm>
            <a:off x="734087" y="7402852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9" name="레일"/>
          <p:cNvSpPr>
            <a:spLocks noGrp="1"/>
          </p:cNvSpPr>
          <p:nvPr>
            <p:ph type="body" sz="quarter" idx="80"/>
          </p:nvPr>
        </p:nvSpPr>
        <p:spPr>
          <a:xfrm>
            <a:off x="734087" y="7402852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0" name="레일 삼각형"/>
          <p:cNvSpPr/>
          <p:nvPr/>
        </p:nvSpPr>
        <p:spPr>
          <a:xfrm>
            <a:off x="734086" y="74028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배너"/>
          <p:cNvSpPr/>
          <p:nvPr/>
        </p:nvSpPr>
        <p:spPr>
          <a:xfrm>
            <a:off x="1347652" y="742476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2" name="배너"/>
          <p:cNvSpPr>
            <a:spLocks noGrp="1"/>
          </p:cNvSpPr>
          <p:nvPr>
            <p:ph type="body" sz="quarter" idx="81"/>
          </p:nvPr>
        </p:nvSpPr>
        <p:spPr>
          <a:xfrm>
            <a:off x="1347652" y="742476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3" name="태그"/>
          <p:cNvSpPr/>
          <p:nvPr/>
        </p:nvSpPr>
        <p:spPr>
          <a:xfrm>
            <a:off x="1347652" y="76822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4" name="태그"/>
          <p:cNvSpPr>
            <a:spLocks noGrp="1"/>
          </p:cNvSpPr>
          <p:nvPr>
            <p:ph type="body" sz="quarter" idx="82"/>
          </p:nvPr>
        </p:nvSpPr>
        <p:spPr>
          <a:xfrm>
            <a:off x="1347652" y="76822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5" name="태그 설명"/>
          <p:cNvSpPr>
            <a:spLocks noGrp="1"/>
          </p:cNvSpPr>
          <p:nvPr>
            <p:ph type="body" sz="quarter" idx="83"/>
          </p:nvPr>
        </p:nvSpPr>
        <p:spPr>
          <a:xfrm>
            <a:off x="1972988" y="76712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6" name="태그"/>
          <p:cNvSpPr/>
          <p:nvPr/>
        </p:nvSpPr>
        <p:spPr>
          <a:xfrm>
            <a:off x="1347652" y="78794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4"/>
          </p:nvPr>
        </p:nvSpPr>
        <p:spPr>
          <a:xfrm>
            <a:off x="1347652" y="78794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8" name="태그 설명"/>
          <p:cNvSpPr>
            <a:spLocks noGrp="1"/>
          </p:cNvSpPr>
          <p:nvPr>
            <p:ph type="body" sz="quarter" idx="85"/>
          </p:nvPr>
        </p:nvSpPr>
        <p:spPr>
          <a:xfrm>
            <a:off x="1972988" y="78685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배너"/>
          <p:cNvSpPr/>
          <p:nvPr/>
        </p:nvSpPr>
        <p:spPr>
          <a:xfrm>
            <a:off x="536869" y="1117565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태그"/>
          <p:cNvSpPr/>
          <p:nvPr/>
        </p:nvSpPr>
        <p:spPr>
          <a:xfrm>
            <a:off x="756000" y="117234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756000" y="117234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0" name="배너 글"/>
          <p:cNvSpPr>
            <a:spLocks noGrp="1"/>
          </p:cNvSpPr>
          <p:nvPr>
            <p:ph type="body" sz="quarter" idx="24"/>
          </p:nvPr>
        </p:nvSpPr>
        <p:spPr>
          <a:xfrm>
            <a:off x="1359422" y="1117565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1" name="주체 박스"/>
          <p:cNvSpPr/>
          <p:nvPr/>
        </p:nvSpPr>
        <p:spPr>
          <a:xfrm>
            <a:off x="536870" y="1446261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2" name="주체 박스"/>
          <p:cNvSpPr>
            <a:spLocks noGrp="1"/>
          </p:cNvSpPr>
          <p:nvPr>
            <p:ph type="body" sz="quarter" idx="25"/>
          </p:nvPr>
        </p:nvSpPr>
        <p:spPr>
          <a:xfrm>
            <a:off x="536870" y="1446261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3" name="시작"/>
          <p:cNvSpPr>
            <a:spLocks noGrp="1"/>
          </p:cNvSpPr>
          <p:nvPr>
            <p:ph type="body" sz="quarter" idx="26"/>
          </p:nvPr>
        </p:nvSpPr>
        <p:spPr>
          <a:xfrm>
            <a:off x="1755783" y="2005043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4" name="로드맵 선"/>
          <p:cNvSpPr/>
          <p:nvPr/>
        </p:nvSpPr>
        <p:spPr>
          <a:xfrm>
            <a:off x="2226913" y="2065304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위 마디"/>
          <p:cNvSpPr/>
          <p:nvPr/>
        </p:nvSpPr>
        <p:spPr>
          <a:xfrm>
            <a:off x="2237870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위 마디"/>
          <p:cNvSpPr>
            <a:spLocks noGrp="1"/>
          </p:cNvSpPr>
          <p:nvPr>
            <p:ph type="body" sz="quarter" idx="27"/>
          </p:nvPr>
        </p:nvSpPr>
        <p:spPr>
          <a:xfrm>
            <a:off x="2237870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635317" y="1816043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날짜"/>
          <p:cNvSpPr>
            <a:spLocks noGrp="1"/>
          </p:cNvSpPr>
          <p:nvPr>
            <p:ph type="body" sz="quarter" idx="28"/>
          </p:nvPr>
        </p:nvSpPr>
        <p:spPr>
          <a:xfrm>
            <a:off x="2226913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9" name="마디 점"/>
          <p:cNvSpPr/>
          <p:nvPr/>
        </p:nvSpPr>
        <p:spPr>
          <a:xfrm>
            <a:off x="2646274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위 마디"/>
          <p:cNvSpPr/>
          <p:nvPr/>
        </p:nvSpPr>
        <p:spPr>
          <a:xfrm>
            <a:off x="3153287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위 마디"/>
          <p:cNvSpPr>
            <a:spLocks noGrp="1"/>
          </p:cNvSpPr>
          <p:nvPr>
            <p:ph type="body" sz="quarter" idx="29"/>
          </p:nvPr>
        </p:nvSpPr>
        <p:spPr>
          <a:xfrm>
            <a:off x="3153287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2" name="삼각 화살표"/>
          <p:cNvSpPr/>
          <p:nvPr/>
        </p:nvSpPr>
        <p:spPr>
          <a:xfrm>
            <a:off x="3550734" y="1816043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날짜"/>
          <p:cNvSpPr>
            <a:spLocks noGrp="1"/>
          </p:cNvSpPr>
          <p:nvPr>
            <p:ph type="body" sz="quarter" idx="30"/>
          </p:nvPr>
        </p:nvSpPr>
        <p:spPr>
          <a:xfrm>
            <a:off x="3142330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4" name="마디 점"/>
          <p:cNvSpPr/>
          <p:nvPr/>
        </p:nvSpPr>
        <p:spPr>
          <a:xfrm>
            <a:off x="3561691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위 마디"/>
          <p:cNvSpPr/>
          <p:nvPr/>
        </p:nvSpPr>
        <p:spPr>
          <a:xfrm>
            <a:off x="4068704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위 마디"/>
          <p:cNvSpPr>
            <a:spLocks noGrp="1"/>
          </p:cNvSpPr>
          <p:nvPr>
            <p:ph type="body" sz="quarter" idx="31"/>
          </p:nvPr>
        </p:nvSpPr>
        <p:spPr>
          <a:xfrm>
            <a:off x="4068704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7" name="삼각 화살표"/>
          <p:cNvSpPr/>
          <p:nvPr/>
        </p:nvSpPr>
        <p:spPr>
          <a:xfrm>
            <a:off x="4466152" y="1816043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날짜"/>
          <p:cNvSpPr>
            <a:spLocks noGrp="1"/>
          </p:cNvSpPr>
          <p:nvPr>
            <p:ph type="body" sz="quarter" idx="32"/>
          </p:nvPr>
        </p:nvSpPr>
        <p:spPr>
          <a:xfrm>
            <a:off x="4057748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9" name="마디 점"/>
          <p:cNvSpPr/>
          <p:nvPr/>
        </p:nvSpPr>
        <p:spPr>
          <a:xfrm>
            <a:off x="4477109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위 마디"/>
          <p:cNvSpPr/>
          <p:nvPr/>
        </p:nvSpPr>
        <p:spPr>
          <a:xfrm>
            <a:off x="4984122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위 마디"/>
          <p:cNvSpPr>
            <a:spLocks noGrp="1"/>
          </p:cNvSpPr>
          <p:nvPr>
            <p:ph type="body" sz="quarter" idx="33"/>
          </p:nvPr>
        </p:nvSpPr>
        <p:spPr>
          <a:xfrm>
            <a:off x="4984122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2" name="삼각 화살표"/>
          <p:cNvSpPr/>
          <p:nvPr/>
        </p:nvSpPr>
        <p:spPr>
          <a:xfrm>
            <a:off x="5381569" y="1816043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날짜"/>
          <p:cNvSpPr>
            <a:spLocks noGrp="1"/>
          </p:cNvSpPr>
          <p:nvPr>
            <p:ph type="body" sz="quarter" idx="34"/>
          </p:nvPr>
        </p:nvSpPr>
        <p:spPr>
          <a:xfrm>
            <a:off x="4973165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4" name="마디 점"/>
          <p:cNvSpPr/>
          <p:nvPr/>
        </p:nvSpPr>
        <p:spPr>
          <a:xfrm>
            <a:off x="5392526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위 마디"/>
          <p:cNvSpPr/>
          <p:nvPr/>
        </p:nvSpPr>
        <p:spPr>
          <a:xfrm>
            <a:off x="5899539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위 마디"/>
          <p:cNvSpPr>
            <a:spLocks noGrp="1"/>
          </p:cNvSpPr>
          <p:nvPr>
            <p:ph type="body" sz="quarter" idx="35"/>
          </p:nvPr>
        </p:nvSpPr>
        <p:spPr>
          <a:xfrm>
            <a:off x="5899539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7" name="삼각 화살표"/>
          <p:cNvSpPr/>
          <p:nvPr/>
        </p:nvSpPr>
        <p:spPr>
          <a:xfrm>
            <a:off x="6296986" y="1816043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7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날짜"/>
          <p:cNvSpPr>
            <a:spLocks noGrp="1"/>
          </p:cNvSpPr>
          <p:nvPr>
            <p:ph type="body" sz="quarter" idx="36"/>
          </p:nvPr>
        </p:nvSpPr>
        <p:spPr>
          <a:xfrm>
            <a:off x="5888583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9" name="마디 점"/>
          <p:cNvSpPr/>
          <p:nvPr/>
        </p:nvSpPr>
        <p:spPr>
          <a:xfrm>
            <a:off x="6307943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마디 점"/>
          <p:cNvSpPr/>
          <p:nvPr/>
        </p:nvSpPr>
        <p:spPr>
          <a:xfrm>
            <a:off x="2760701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날짜"/>
          <p:cNvSpPr>
            <a:spLocks noGrp="1"/>
          </p:cNvSpPr>
          <p:nvPr>
            <p:ph type="body" sz="quarter" idx="37"/>
          </p:nvPr>
        </p:nvSpPr>
        <p:spPr>
          <a:xfrm>
            <a:off x="2226913" y="2136522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2" name="아래 마디"/>
          <p:cNvSpPr/>
          <p:nvPr/>
        </p:nvSpPr>
        <p:spPr>
          <a:xfrm>
            <a:off x="2237870" y="2355652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아래 마디"/>
          <p:cNvSpPr>
            <a:spLocks noGrp="1"/>
          </p:cNvSpPr>
          <p:nvPr>
            <p:ph type="body" sz="quarter" idx="38"/>
          </p:nvPr>
        </p:nvSpPr>
        <p:spPr>
          <a:xfrm>
            <a:off x="2237870" y="2355652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4" name="마디 점"/>
          <p:cNvSpPr/>
          <p:nvPr/>
        </p:nvSpPr>
        <p:spPr>
          <a:xfrm>
            <a:off x="3904973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날짜"/>
          <p:cNvSpPr>
            <a:spLocks noGrp="1"/>
          </p:cNvSpPr>
          <p:nvPr>
            <p:ph type="body" sz="quarter" idx="39"/>
          </p:nvPr>
        </p:nvSpPr>
        <p:spPr>
          <a:xfrm>
            <a:off x="3371185" y="2136522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6" name="아래 마디"/>
          <p:cNvSpPr/>
          <p:nvPr/>
        </p:nvSpPr>
        <p:spPr>
          <a:xfrm>
            <a:off x="3382141" y="2355652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아래 마디"/>
          <p:cNvSpPr>
            <a:spLocks noGrp="1"/>
          </p:cNvSpPr>
          <p:nvPr>
            <p:ph type="body" sz="quarter" idx="40"/>
          </p:nvPr>
        </p:nvSpPr>
        <p:spPr>
          <a:xfrm>
            <a:off x="3382141" y="2355652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8" name="마디 점"/>
          <p:cNvSpPr/>
          <p:nvPr/>
        </p:nvSpPr>
        <p:spPr>
          <a:xfrm>
            <a:off x="5049245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날짜"/>
          <p:cNvSpPr>
            <a:spLocks noGrp="1"/>
          </p:cNvSpPr>
          <p:nvPr>
            <p:ph type="body" sz="quarter" idx="41"/>
          </p:nvPr>
        </p:nvSpPr>
        <p:spPr>
          <a:xfrm>
            <a:off x="4515457" y="2136522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60" name="아래 마디"/>
          <p:cNvSpPr/>
          <p:nvPr/>
        </p:nvSpPr>
        <p:spPr>
          <a:xfrm>
            <a:off x="4526413" y="2355652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아래 마디"/>
          <p:cNvSpPr>
            <a:spLocks noGrp="1"/>
          </p:cNvSpPr>
          <p:nvPr>
            <p:ph type="body" sz="quarter" idx="42"/>
          </p:nvPr>
        </p:nvSpPr>
        <p:spPr>
          <a:xfrm>
            <a:off x="4526413" y="2355652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2" name="마디 점"/>
          <p:cNvSpPr/>
          <p:nvPr/>
        </p:nvSpPr>
        <p:spPr>
          <a:xfrm>
            <a:off x="6193516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날짜"/>
          <p:cNvSpPr>
            <a:spLocks noGrp="1"/>
          </p:cNvSpPr>
          <p:nvPr>
            <p:ph type="body" sz="quarter" idx="43"/>
          </p:nvPr>
        </p:nvSpPr>
        <p:spPr>
          <a:xfrm>
            <a:off x="5659728" y="2136522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4" name="아래 마디"/>
          <p:cNvSpPr/>
          <p:nvPr/>
        </p:nvSpPr>
        <p:spPr>
          <a:xfrm>
            <a:off x="5670685" y="2355652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아래 마디"/>
          <p:cNvSpPr>
            <a:spLocks noGrp="1"/>
          </p:cNvSpPr>
          <p:nvPr>
            <p:ph type="body" sz="quarter" idx="44"/>
          </p:nvPr>
        </p:nvSpPr>
        <p:spPr>
          <a:xfrm>
            <a:off x="5670685" y="2355652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6" name="배너"/>
          <p:cNvSpPr/>
          <p:nvPr/>
        </p:nvSpPr>
        <p:spPr>
          <a:xfrm>
            <a:off x="536869" y="2772000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756000" y="2826783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5"/>
          </p:nvPr>
        </p:nvSpPr>
        <p:spPr>
          <a:xfrm>
            <a:off x="756000" y="2826783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9" name="배너 글"/>
          <p:cNvSpPr>
            <a:spLocks noGrp="1"/>
          </p:cNvSpPr>
          <p:nvPr>
            <p:ph type="body" sz="quarter" idx="46"/>
          </p:nvPr>
        </p:nvSpPr>
        <p:spPr>
          <a:xfrm>
            <a:off x="1388694" y="277200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70" name="머리"/>
          <p:cNvSpPr/>
          <p:nvPr/>
        </p:nvSpPr>
        <p:spPr>
          <a:xfrm>
            <a:off x="536870" y="3089739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태그"/>
          <p:cNvSpPr/>
          <p:nvPr/>
        </p:nvSpPr>
        <p:spPr>
          <a:xfrm>
            <a:off x="591652" y="3128087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47"/>
          </p:nvPr>
        </p:nvSpPr>
        <p:spPr>
          <a:xfrm>
            <a:off x="591652" y="3128087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3" name="머리 글"/>
          <p:cNvSpPr>
            <a:spLocks noGrp="1"/>
          </p:cNvSpPr>
          <p:nvPr>
            <p:ph type="body" sz="quarter" idx="48"/>
          </p:nvPr>
        </p:nvSpPr>
        <p:spPr>
          <a:xfrm>
            <a:off x="916911" y="3089739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4" name="본문"/>
          <p:cNvSpPr>
            <a:spLocks noGrp="1"/>
          </p:cNvSpPr>
          <p:nvPr>
            <p:ph type="body" sz="quarter" idx="49"/>
          </p:nvPr>
        </p:nvSpPr>
        <p:spPr>
          <a:xfrm>
            <a:off x="536870" y="3352696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5" name="머리"/>
          <p:cNvSpPr/>
          <p:nvPr/>
        </p:nvSpPr>
        <p:spPr>
          <a:xfrm>
            <a:off x="2636870" y="3089739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태그"/>
          <p:cNvSpPr/>
          <p:nvPr/>
        </p:nvSpPr>
        <p:spPr>
          <a:xfrm>
            <a:off x="2691652" y="3128087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50"/>
          </p:nvPr>
        </p:nvSpPr>
        <p:spPr>
          <a:xfrm>
            <a:off x="2691652" y="3128087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8" name="머리 글"/>
          <p:cNvSpPr>
            <a:spLocks noGrp="1"/>
          </p:cNvSpPr>
          <p:nvPr>
            <p:ph type="body" sz="quarter" idx="51"/>
          </p:nvPr>
        </p:nvSpPr>
        <p:spPr>
          <a:xfrm>
            <a:off x="3025593" y="3089739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9" name="본문"/>
          <p:cNvSpPr>
            <a:spLocks noGrp="1"/>
          </p:cNvSpPr>
          <p:nvPr>
            <p:ph type="body" sz="quarter" idx="52"/>
          </p:nvPr>
        </p:nvSpPr>
        <p:spPr>
          <a:xfrm>
            <a:off x="2636870" y="3352696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80" name="Connector 61"/>
          <p:cNvCxnSpPr/>
          <p:nvPr/>
        </p:nvCxnSpPr>
        <p:spPr>
          <a:xfrm>
            <a:off x="2625913" y="3374609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머리"/>
          <p:cNvSpPr/>
          <p:nvPr/>
        </p:nvSpPr>
        <p:spPr>
          <a:xfrm>
            <a:off x="4736870" y="3089739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4791652" y="3128087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53"/>
          </p:nvPr>
        </p:nvSpPr>
        <p:spPr>
          <a:xfrm>
            <a:off x="4791652" y="3128087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4" name="머리 글"/>
          <p:cNvSpPr>
            <a:spLocks noGrp="1"/>
          </p:cNvSpPr>
          <p:nvPr>
            <p:ph type="body" sz="quarter" idx="54"/>
          </p:nvPr>
        </p:nvSpPr>
        <p:spPr>
          <a:xfrm>
            <a:off x="5125468" y="3089739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5" name="본문"/>
          <p:cNvSpPr>
            <a:spLocks noGrp="1"/>
          </p:cNvSpPr>
          <p:nvPr>
            <p:ph type="body" sz="quarter" idx="55"/>
          </p:nvPr>
        </p:nvSpPr>
        <p:spPr>
          <a:xfrm>
            <a:off x="4736870" y="3352696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725913" y="3374609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단계"/>
          <p:cNvSpPr/>
          <p:nvPr/>
        </p:nvSpPr>
        <p:spPr>
          <a:xfrm>
            <a:off x="1062783" y="3801913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6"/>
          </p:nvPr>
        </p:nvSpPr>
        <p:spPr>
          <a:xfrm>
            <a:off x="1062783" y="3801913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9" name="단계"/>
          <p:cNvSpPr/>
          <p:nvPr/>
        </p:nvSpPr>
        <p:spPr>
          <a:xfrm>
            <a:off x="3938870" y="3801913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7"/>
          </p:nvPr>
        </p:nvSpPr>
        <p:spPr>
          <a:xfrm>
            <a:off x="3938870" y="3801913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938869" y="3801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행 틀"/>
          <p:cNvSpPr/>
          <p:nvPr/>
        </p:nvSpPr>
        <p:spPr>
          <a:xfrm>
            <a:off x="536870" y="4053913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"/>
          <p:cNvSpPr/>
          <p:nvPr/>
        </p:nvSpPr>
        <p:spPr>
          <a:xfrm>
            <a:off x="547826" y="4064870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4" name="레일"/>
          <p:cNvSpPr>
            <a:spLocks noGrp="1"/>
          </p:cNvSpPr>
          <p:nvPr>
            <p:ph type="body" sz="quarter" idx="58"/>
          </p:nvPr>
        </p:nvSpPr>
        <p:spPr>
          <a:xfrm>
            <a:off x="547826" y="4064870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5" name="번호 칩"/>
          <p:cNvSpPr/>
          <p:nvPr/>
        </p:nvSpPr>
        <p:spPr>
          <a:xfrm>
            <a:off x="1084696" y="4103217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번호 칩"/>
          <p:cNvSpPr>
            <a:spLocks noGrp="1"/>
          </p:cNvSpPr>
          <p:nvPr>
            <p:ph type="body" sz="quarter" idx="59"/>
          </p:nvPr>
        </p:nvSpPr>
        <p:spPr>
          <a:xfrm>
            <a:off x="1084696" y="4103217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7" name="과제명"/>
          <p:cNvSpPr>
            <a:spLocks noGrp="1"/>
          </p:cNvSpPr>
          <p:nvPr>
            <p:ph type="body" sz="quarter" idx="60"/>
          </p:nvPr>
        </p:nvSpPr>
        <p:spPr>
          <a:xfrm>
            <a:off x="1342392" y="4086783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8" name="번호 칩"/>
          <p:cNvSpPr/>
          <p:nvPr/>
        </p:nvSpPr>
        <p:spPr>
          <a:xfrm>
            <a:off x="1084696" y="4273043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번호 칩"/>
          <p:cNvSpPr>
            <a:spLocks noGrp="1"/>
          </p:cNvSpPr>
          <p:nvPr>
            <p:ph type="body" sz="quarter" idx="61"/>
          </p:nvPr>
        </p:nvSpPr>
        <p:spPr>
          <a:xfrm>
            <a:off x="1084696" y="4273043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100" name="과제명"/>
          <p:cNvSpPr>
            <a:spLocks noGrp="1"/>
          </p:cNvSpPr>
          <p:nvPr>
            <p:ph type="body" sz="quarter" idx="62"/>
          </p:nvPr>
        </p:nvSpPr>
        <p:spPr>
          <a:xfrm>
            <a:off x="1331119" y="4256609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1" name="번호 칩"/>
          <p:cNvSpPr/>
          <p:nvPr/>
        </p:nvSpPr>
        <p:spPr>
          <a:xfrm>
            <a:off x="3960783" y="4103217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2" name="번호 칩"/>
          <p:cNvSpPr>
            <a:spLocks noGrp="1"/>
          </p:cNvSpPr>
          <p:nvPr>
            <p:ph type="body" sz="quarter" idx="63"/>
          </p:nvPr>
        </p:nvSpPr>
        <p:spPr>
          <a:xfrm>
            <a:off x="3960783" y="4103217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3" name="과제명"/>
          <p:cNvSpPr>
            <a:spLocks noGrp="1"/>
          </p:cNvSpPr>
          <p:nvPr>
            <p:ph type="body" sz="quarter" idx="64"/>
          </p:nvPr>
        </p:nvSpPr>
        <p:spPr>
          <a:xfrm>
            <a:off x="4215243" y="4086783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4" name="번호 칩"/>
          <p:cNvSpPr/>
          <p:nvPr/>
        </p:nvSpPr>
        <p:spPr>
          <a:xfrm>
            <a:off x="3960783" y="4273043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5" name="번호 칩"/>
          <p:cNvSpPr>
            <a:spLocks noGrp="1"/>
          </p:cNvSpPr>
          <p:nvPr>
            <p:ph type="body" sz="quarter" idx="65"/>
          </p:nvPr>
        </p:nvSpPr>
        <p:spPr>
          <a:xfrm>
            <a:off x="3960783" y="4273043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6" name="과제명"/>
          <p:cNvSpPr>
            <a:spLocks noGrp="1"/>
          </p:cNvSpPr>
          <p:nvPr>
            <p:ph type="body" sz="quarter" idx="66"/>
          </p:nvPr>
        </p:nvSpPr>
        <p:spPr>
          <a:xfrm>
            <a:off x="4220601" y="4256609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7" name="Connector 80"/>
          <p:cNvCxnSpPr/>
          <p:nvPr/>
        </p:nvCxnSpPr>
        <p:spPr>
          <a:xfrm>
            <a:off x="3927913" y="4075826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8" name="행 틀"/>
          <p:cNvSpPr/>
          <p:nvPr/>
        </p:nvSpPr>
        <p:spPr>
          <a:xfrm>
            <a:off x="536870" y="4459304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"/>
          <p:cNvSpPr/>
          <p:nvPr/>
        </p:nvSpPr>
        <p:spPr>
          <a:xfrm>
            <a:off x="547826" y="4470261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0" name="레일"/>
          <p:cNvSpPr>
            <a:spLocks noGrp="1"/>
          </p:cNvSpPr>
          <p:nvPr>
            <p:ph type="body" sz="quarter" idx="67"/>
          </p:nvPr>
        </p:nvSpPr>
        <p:spPr>
          <a:xfrm>
            <a:off x="547826" y="4470261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1" name="번호 칩"/>
          <p:cNvSpPr/>
          <p:nvPr/>
        </p:nvSpPr>
        <p:spPr>
          <a:xfrm>
            <a:off x="1084696" y="4508609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2" name="번호 칩"/>
          <p:cNvSpPr>
            <a:spLocks noGrp="1"/>
          </p:cNvSpPr>
          <p:nvPr>
            <p:ph type="body" sz="quarter" idx="68"/>
          </p:nvPr>
        </p:nvSpPr>
        <p:spPr>
          <a:xfrm>
            <a:off x="1084696" y="4508609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3" name="과제명"/>
          <p:cNvSpPr>
            <a:spLocks noGrp="1"/>
          </p:cNvSpPr>
          <p:nvPr>
            <p:ph type="body" sz="quarter" idx="69"/>
          </p:nvPr>
        </p:nvSpPr>
        <p:spPr>
          <a:xfrm>
            <a:off x="1317611" y="4492174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4" name="번호 칩"/>
          <p:cNvSpPr/>
          <p:nvPr/>
        </p:nvSpPr>
        <p:spPr>
          <a:xfrm>
            <a:off x="1084696" y="4678435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5" name="번호 칩"/>
          <p:cNvSpPr>
            <a:spLocks noGrp="1"/>
          </p:cNvSpPr>
          <p:nvPr>
            <p:ph type="body" sz="quarter" idx="70"/>
          </p:nvPr>
        </p:nvSpPr>
        <p:spPr>
          <a:xfrm>
            <a:off x="1084696" y="4678435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6" name="과제명"/>
          <p:cNvSpPr>
            <a:spLocks noGrp="1"/>
          </p:cNvSpPr>
          <p:nvPr>
            <p:ph type="body" sz="quarter" idx="71"/>
          </p:nvPr>
        </p:nvSpPr>
        <p:spPr>
          <a:xfrm>
            <a:off x="1329779" y="4662000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7" name="번호 칩"/>
          <p:cNvSpPr/>
          <p:nvPr/>
        </p:nvSpPr>
        <p:spPr>
          <a:xfrm>
            <a:off x="3960783" y="4508609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8" name="번호 칩"/>
          <p:cNvSpPr>
            <a:spLocks noGrp="1"/>
          </p:cNvSpPr>
          <p:nvPr>
            <p:ph type="body" sz="quarter" idx="72"/>
          </p:nvPr>
        </p:nvSpPr>
        <p:spPr>
          <a:xfrm>
            <a:off x="3960783" y="4508609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9" name="과제명"/>
          <p:cNvSpPr>
            <a:spLocks noGrp="1"/>
          </p:cNvSpPr>
          <p:nvPr>
            <p:ph type="body" sz="quarter" idx="73"/>
          </p:nvPr>
        </p:nvSpPr>
        <p:spPr>
          <a:xfrm>
            <a:off x="4218813" y="4492174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20" name="번호 칩"/>
          <p:cNvSpPr/>
          <p:nvPr/>
        </p:nvSpPr>
        <p:spPr>
          <a:xfrm>
            <a:off x="3960783" y="4678435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1" name="번호 칩"/>
          <p:cNvSpPr>
            <a:spLocks noGrp="1"/>
          </p:cNvSpPr>
          <p:nvPr>
            <p:ph type="body" sz="quarter" idx="74"/>
          </p:nvPr>
        </p:nvSpPr>
        <p:spPr>
          <a:xfrm>
            <a:off x="3960783" y="4678435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2" name="과제명"/>
          <p:cNvSpPr>
            <a:spLocks noGrp="1"/>
          </p:cNvSpPr>
          <p:nvPr>
            <p:ph type="body" sz="quarter" idx="75"/>
          </p:nvPr>
        </p:nvSpPr>
        <p:spPr>
          <a:xfrm>
            <a:off x="4205866" y="4662000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3" name="Connector 91"/>
          <p:cNvCxnSpPr/>
          <p:nvPr/>
        </p:nvCxnSpPr>
        <p:spPr>
          <a:xfrm>
            <a:off x="3927913" y="4481217"/>
            <a:ext cx="0" cy="361566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4" name="행 틀"/>
          <p:cNvSpPr/>
          <p:nvPr/>
        </p:nvSpPr>
        <p:spPr>
          <a:xfrm>
            <a:off x="536870" y="4864696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5" name="레일"/>
          <p:cNvSpPr/>
          <p:nvPr/>
        </p:nvSpPr>
        <p:spPr>
          <a:xfrm>
            <a:off x="547826" y="4875652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6" name="레일"/>
          <p:cNvSpPr>
            <a:spLocks noGrp="1"/>
          </p:cNvSpPr>
          <p:nvPr>
            <p:ph type="body" sz="quarter" idx="76"/>
          </p:nvPr>
        </p:nvSpPr>
        <p:spPr>
          <a:xfrm>
            <a:off x="547826" y="4875652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7" name="번호 칩"/>
          <p:cNvSpPr/>
          <p:nvPr/>
        </p:nvSpPr>
        <p:spPr>
          <a:xfrm>
            <a:off x="1084696" y="4914000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8" name="번호 칩"/>
          <p:cNvSpPr>
            <a:spLocks noGrp="1"/>
          </p:cNvSpPr>
          <p:nvPr>
            <p:ph type="body" sz="quarter" idx="77"/>
          </p:nvPr>
        </p:nvSpPr>
        <p:spPr>
          <a:xfrm>
            <a:off x="1084696" y="4914000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9" name="과제명"/>
          <p:cNvSpPr>
            <a:spLocks noGrp="1"/>
          </p:cNvSpPr>
          <p:nvPr>
            <p:ph type="body" sz="quarter" idx="78"/>
          </p:nvPr>
        </p:nvSpPr>
        <p:spPr>
          <a:xfrm>
            <a:off x="1340717" y="4897565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30" name="번호 칩"/>
          <p:cNvSpPr/>
          <p:nvPr/>
        </p:nvSpPr>
        <p:spPr>
          <a:xfrm>
            <a:off x="1084696" y="5083826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1" name="번호 칩"/>
          <p:cNvSpPr>
            <a:spLocks noGrp="1"/>
          </p:cNvSpPr>
          <p:nvPr>
            <p:ph type="body" sz="quarter" idx="79"/>
          </p:nvPr>
        </p:nvSpPr>
        <p:spPr>
          <a:xfrm>
            <a:off x="1084696" y="5083826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2" name="과제명"/>
          <p:cNvSpPr>
            <a:spLocks noGrp="1"/>
          </p:cNvSpPr>
          <p:nvPr>
            <p:ph type="body" sz="quarter" idx="80"/>
          </p:nvPr>
        </p:nvSpPr>
        <p:spPr>
          <a:xfrm>
            <a:off x="1344848" y="5067391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3" name="번호 칩"/>
          <p:cNvSpPr/>
          <p:nvPr/>
        </p:nvSpPr>
        <p:spPr>
          <a:xfrm>
            <a:off x="3960783" y="4914000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4" name="번호 칩"/>
          <p:cNvSpPr>
            <a:spLocks noGrp="1"/>
          </p:cNvSpPr>
          <p:nvPr>
            <p:ph type="body" sz="quarter" idx="81"/>
          </p:nvPr>
        </p:nvSpPr>
        <p:spPr>
          <a:xfrm>
            <a:off x="3960783" y="4914000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5" name="과제명"/>
          <p:cNvSpPr>
            <a:spLocks noGrp="1"/>
          </p:cNvSpPr>
          <p:nvPr>
            <p:ph type="body" sz="quarter" idx="82"/>
          </p:nvPr>
        </p:nvSpPr>
        <p:spPr>
          <a:xfrm>
            <a:off x="4196934" y="4897565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6" name="번호 칩"/>
          <p:cNvSpPr/>
          <p:nvPr/>
        </p:nvSpPr>
        <p:spPr>
          <a:xfrm>
            <a:off x="3960783" y="5083826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7" name="번호 칩"/>
          <p:cNvSpPr>
            <a:spLocks noGrp="1"/>
          </p:cNvSpPr>
          <p:nvPr>
            <p:ph type="body" sz="quarter" idx="83"/>
          </p:nvPr>
        </p:nvSpPr>
        <p:spPr>
          <a:xfrm>
            <a:off x="3960783" y="5083826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8" name="과제명"/>
          <p:cNvSpPr>
            <a:spLocks noGrp="1"/>
          </p:cNvSpPr>
          <p:nvPr>
            <p:ph type="body" sz="quarter" idx="84"/>
          </p:nvPr>
        </p:nvSpPr>
        <p:spPr>
          <a:xfrm>
            <a:off x="4385252" y="5067391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9" name="Connector 102"/>
          <p:cNvCxnSpPr/>
          <p:nvPr/>
        </p:nvCxnSpPr>
        <p:spPr>
          <a:xfrm>
            <a:off x="3927913" y="4886609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40" name="배너"/>
          <p:cNvSpPr/>
          <p:nvPr/>
        </p:nvSpPr>
        <p:spPr>
          <a:xfrm>
            <a:off x="536869" y="5313913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태그"/>
          <p:cNvSpPr/>
          <p:nvPr/>
        </p:nvSpPr>
        <p:spPr>
          <a:xfrm>
            <a:off x="756000" y="5368696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2" name="태그"/>
          <p:cNvSpPr>
            <a:spLocks noGrp="1"/>
          </p:cNvSpPr>
          <p:nvPr>
            <p:ph type="body" sz="quarter" idx="85"/>
          </p:nvPr>
        </p:nvSpPr>
        <p:spPr>
          <a:xfrm>
            <a:off x="756000" y="5368696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3" name="배너 글"/>
          <p:cNvSpPr>
            <a:spLocks noGrp="1"/>
          </p:cNvSpPr>
          <p:nvPr>
            <p:ph type="body" sz="quarter" idx="86"/>
          </p:nvPr>
        </p:nvSpPr>
        <p:spPr>
          <a:xfrm>
            <a:off x="1388694" y="5313913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4" name="머리"/>
          <p:cNvSpPr/>
          <p:nvPr/>
        </p:nvSpPr>
        <p:spPr>
          <a:xfrm>
            <a:off x="536870" y="5631652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5" name="태그"/>
          <p:cNvSpPr/>
          <p:nvPr/>
        </p:nvSpPr>
        <p:spPr>
          <a:xfrm>
            <a:off x="580696" y="5670000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6" name="태그"/>
          <p:cNvSpPr>
            <a:spLocks noGrp="1"/>
          </p:cNvSpPr>
          <p:nvPr>
            <p:ph type="body" sz="quarter" idx="87"/>
          </p:nvPr>
        </p:nvSpPr>
        <p:spPr>
          <a:xfrm>
            <a:off x="580696" y="5670000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7" name="머리 글"/>
          <p:cNvSpPr>
            <a:spLocks noGrp="1"/>
          </p:cNvSpPr>
          <p:nvPr>
            <p:ph type="body" sz="quarter" idx="88"/>
          </p:nvPr>
        </p:nvSpPr>
        <p:spPr>
          <a:xfrm>
            <a:off x="942668" y="5631652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8" name="삼각 화살표"/>
          <p:cNvSpPr/>
          <p:nvPr/>
        </p:nvSpPr>
        <p:spPr>
          <a:xfrm>
            <a:off x="3560869" y="5686434"/>
            <a:ext cx="76696" cy="131479"/>
          </a:xfrm>
          <a:custGeom>
            <a:avLst/>
            <a:gdLst/>
            <a:ahLst/>
            <a:cxnLst/>
            <a:rect l="l" t="t" r="r" b="b"/>
            <a:pathLst>
              <a:path w="76696" h="131479">
                <a:moveTo>
                  <a:pt x="0" y="0"/>
                </a:moveTo>
                <a:lnTo>
                  <a:pt x="0" y="131479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알약 칸"/>
          <p:cNvSpPr/>
          <p:nvPr/>
        </p:nvSpPr>
        <p:spPr>
          <a:xfrm>
            <a:off x="536870" y="5927478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0" name="알약 칸"/>
          <p:cNvSpPr>
            <a:spLocks noGrp="1"/>
          </p:cNvSpPr>
          <p:nvPr>
            <p:ph type="body" sz="quarter" idx="89"/>
          </p:nvPr>
        </p:nvSpPr>
        <p:spPr>
          <a:xfrm>
            <a:off x="536870" y="5927478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1" name="Connector 111"/>
          <p:cNvCxnSpPr/>
          <p:nvPr/>
        </p:nvCxnSpPr>
        <p:spPr>
          <a:xfrm>
            <a:off x="1939578" y="6075391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2" name="연결 점"/>
          <p:cNvSpPr/>
          <p:nvPr/>
        </p:nvSpPr>
        <p:spPr>
          <a:xfrm>
            <a:off x="1917665" y="605347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3" name="상자"/>
          <p:cNvSpPr/>
          <p:nvPr/>
        </p:nvSpPr>
        <p:spPr>
          <a:xfrm>
            <a:off x="2251291" y="5927478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4" name="상자"/>
          <p:cNvSpPr>
            <a:spLocks noGrp="1"/>
          </p:cNvSpPr>
          <p:nvPr>
            <p:ph type="body" sz="quarter" idx="90"/>
          </p:nvPr>
        </p:nvSpPr>
        <p:spPr>
          <a:xfrm>
            <a:off x="2251291" y="5927478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5" name="알약 칸"/>
          <p:cNvSpPr/>
          <p:nvPr/>
        </p:nvSpPr>
        <p:spPr>
          <a:xfrm>
            <a:off x="536870" y="6267130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6" name="알약 칸"/>
          <p:cNvSpPr>
            <a:spLocks noGrp="1"/>
          </p:cNvSpPr>
          <p:nvPr>
            <p:ph type="body" sz="quarter" idx="91"/>
          </p:nvPr>
        </p:nvSpPr>
        <p:spPr>
          <a:xfrm>
            <a:off x="536870" y="6267130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7" name="Connector 115"/>
          <p:cNvCxnSpPr/>
          <p:nvPr/>
        </p:nvCxnSpPr>
        <p:spPr>
          <a:xfrm>
            <a:off x="1939578" y="6415043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8" name="연결 점"/>
          <p:cNvSpPr/>
          <p:nvPr/>
        </p:nvSpPr>
        <p:spPr>
          <a:xfrm>
            <a:off x="1917665" y="63931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9" name="상자"/>
          <p:cNvSpPr/>
          <p:nvPr/>
        </p:nvSpPr>
        <p:spPr>
          <a:xfrm>
            <a:off x="2251291" y="6267130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0" name="상자"/>
          <p:cNvSpPr>
            <a:spLocks noGrp="1"/>
          </p:cNvSpPr>
          <p:nvPr>
            <p:ph type="body" sz="quarter" idx="92"/>
          </p:nvPr>
        </p:nvSpPr>
        <p:spPr>
          <a:xfrm>
            <a:off x="2251291" y="6267130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1" name="알약 칸"/>
          <p:cNvSpPr/>
          <p:nvPr/>
        </p:nvSpPr>
        <p:spPr>
          <a:xfrm>
            <a:off x="536870" y="6606783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2" name="알약 칸"/>
          <p:cNvSpPr>
            <a:spLocks noGrp="1"/>
          </p:cNvSpPr>
          <p:nvPr>
            <p:ph type="body" sz="quarter" idx="93"/>
          </p:nvPr>
        </p:nvSpPr>
        <p:spPr>
          <a:xfrm>
            <a:off x="536870" y="6606783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3" name="Connector 119"/>
          <p:cNvCxnSpPr/>
          <p:nvPr/>
        </p:nvCxnSpPr>
        <p:spPr>
          <a:xfrm>
            <a:off x="1939578" y="6754696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4" name="연결 점"/>
          <p:cNvSpPr/>
          <p:nvPr/>
        </p:nvSpPr>
        <p:spPr>
          <a:xfrm>
            <a:off x="1917665" y="67327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5" name="상자"/>
          <p:cNvSpPr/>
          <p:nvPr/>
        </p:nvSpPr>
        <p:spPr>
          <a:xfrm>
            <a:off x="2251291" y="6606783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6" name="상자"/>
          <p:cNvSpPr>
            <a:spLocks noGrp="1"/>
          </p:cNvSpPr>
          <p:nvPr>
            <p:ph type="body" sz="quarter" idx="94"/>
          </p:nvPr>
        </p:nvSpPr>
        <p:spPr>
          <a:xfrm>
            <a:off x="2251291" y="6606783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7" name="머리"/>
          <p:cNvSpPr/>
          <p:nvPr/>
        </p:nvSpPr>
        <p:spPr>
          <a:xfrm>
            <a:off x="3719739" y="5631652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8" name="태그"/>
          <p:cNvSpPr/>
          <p:nvPr/>
        </p:nvSpPr>
        <p:spPr>
          <a:xfrm>
            <a:off x="3763565" y="5670000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9" name="태그"/>
          <p:cNvSpPr>
            <a:spLocks noGrp="1"/>
          </p:cNvSpPr>
          <p:nvPr>
            <p:ph type="body" sz="quarter" idx="95"/>
          </p:nvPr>
        </p:nvSpPr>
        <p:spPr>
          <a:xfrm>
            <a:off x="3763565" y="5670000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70" name="머리 글"/>
          <p:cNvSpPr>
            <a:spLocks noGrp="1"/>
          </p:cNvSpPr>
          <p:nvPr>
            <p:ph type="body" sz="quarter" idx="96"/>
          </p:nvPr>
        </p:nvSpPr>
        <p:spPr>
          <a:xfrm>
            <a:off x="4125537" y="5631652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1" name="삼각 화살표"/>
          <p:cNvSpPr/>
          <p:nvPr/>
        </p:nvSpPr>
        <p:spPr>
          <a:xfrm>
            <a:off x="6743739" y="5686434"/>
            <a:ext cx="76695" cy="131479"/>
          </a:xfrm>
          <a:custGeom>
            <a:avLst/>
            <a:gdLst/>
            <a:ahLst/>
            <a:cxnLst/>
            <a:rect l="l" t="t" r="r" b="b"/>
            <a:pathLst>
              <a:path w="76695" h="131479">
                <a:moveTo>
                  <a:pt x="0" y="0"/>
                </a:moveTo>
                <a:lnTo>
                  <a:pt x="0" y="131479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알약 칸"/>
          <p:cNvSpPr/>
          <p:nvPr/>
        </p:nvSpPr>
        <p:spPr>
          <a:xfrm>
            <a:off x="3719739" y="5927478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3" name="알약 칸"/>
          <p:cNvSpPr>
            <a:spLocks noGrp="1"/>
          </p:cNvSpPr>
          <p:nvPr>
            <p:ph type="body" sz="quarter" idx="97"/>
          </p:nvPr>
        </p:nvSpPr>
        <p:spPr>
          <a:xfrm>
            <a:off x="3719739" y="5927478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4" name="Connector 127"/>
          <p:cNvCxnSpPr/>
          <p:nvPr/>
        </p:nvCxnSpPr>
        <p:spPr>
          <a:xfrm>
            <a:off x="5122448" y="6075391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5" name="연결 점"/>
          <p:cNvSpPr/>
          <p:nvPr/>
        </p:nvSpPr>
        <p:spPr>
          <a:xfrm>
            <a:off x="5100535" y="605347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6" name="상자"/>
          <p:cNvSpPr/>
          <p:nvPr/>
        </p:nvSpPr>
        <p:spPr>
          <a:xfrm>
            <a:off x="5434161" y="5927478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7" name="상자"/>
          <p:cNvSpPr>
            <a:spLocks noGrp="1"/>
          </p:cNvSpPr>
          <p:nvPr>
            <p:ph type="body" sz="quarter" idx="98"/>
          </p:nvPr>
        </p:nvSpPr>
        <p:spPr>
          <a:xfrm>
            <a:off x="5434161" y="5927478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8" name="알약 칸"/>
          <p:cNvSpPr/>
          <p:nvPr/>
        </p:nvSpPr>
        <p:spPr>
          <a:xfrm>
            <a:off x="3719739" y="6267130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9" name="알약 칸"/>
          <p:cNvSpPr>
            <a:spLocks noGrp="1"/>
          </p:cNvSpPr>
          <p:nvPr>
            <p:ph type="body" sz="quarter" idx="99"/>
          </p:nvPr>
        </p:nvSpPr>
        <p:spPr>
          <a:xfrm>
            <a:off x="3719739" y="6267130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80" name="Connector 131"/>
          <p:cNvCxnSpPr/>
          <p:nvPr/>
        </p:nvCxnSpPr>
        <p:spPr>
          <a:xfrm>
            <a:off x="5122448" y="6415043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1" name="연결 점"/>
          <p:cNvSpPr/>
          <p:nvPr/>
        </p:nvSpPr>
        <p:spPr>
          <a:xfrm>
            <a:off x="5100535" y="63931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2" name="상자"/>
          <p:cNvSpPr/>
          <p:nvPr/>
        </p:nvSpPr>
        <p:spPr>
          <a:xfrm>
            <a:off x="5434161" y="6267130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3" name="상자"/>
          <p:cNvSpPr>
            <a:spLocks noGrp="1"/>
          </p:cNvSpPr>
          <p:nvPr>
            <p:ph type="body" sz="quarter" idx="100"/>
          </p:nvPr>
        </p:nvSpPr>
        <p:spPr>
          <a:xfrm>
            <a:off x="5434161" y="6267130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4" name="알약 칸"/>
          <p:cNvSpPr/>
          <p:nvPr/>
        </p:nvSpPr>
        <p:spPr>
          <a:xfrm>
            <a:off x="3719739" y="6606783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5" name="알약 칸"/>
          <p:cNvSpPr>
            <a:spLocks noGrp="1"/>
          </p:cNvSpPr>
          <p:nvPr>
            <p:ph type="body" sz="quarter" idx="101"/>
          </p:nvPr>
        </p:nvSpPr>
        <p:spPr>
          <a:xfrm>
            <a:off x="3719739" y="6606783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6" name="Connector 135"/>
          <p:cNvCxnSpPr/>
          <p:nvPr/>
        </p:nvCxnSpPr>
        <p:spPr>
          <a:xfrm>
            <a:off x="5122448" y="6754696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7" name="연결 점"/>
          <p:cNvSpPr/>
          <p:nvPr/>
        </p:nvSpPr>
        <p:spPr>
          <a:xfrm>
            <a:off x="5100535" y="67327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8" name="상자"/>
          <p:cNvSpPr/>
          <p:nvPr/>
        </p:nvSpPr>
        <p:spPr>
          <a:xfrm>
            <a:off x="5434161" y="6606783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9" name="상자"/>
          <p:cNvSpPr>
            <a:spLocks noGrp="1"/>
          </p:cNvSpPr>
          <p:nvPr>
            <p:ph type="body" sz="quarter" idx="102"/>
          </p:nvPr>
        </p:nvSpPr>
        <p:spPr>
          <a:xfrm>
            <a:off x="5434161" y="6606783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
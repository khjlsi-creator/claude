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사다리 ·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1009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10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10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161391" y="1614835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614835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2145304" y="1603878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12052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12052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145304" y="1801096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09270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09270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45304" y="1998313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2284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284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284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2250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7" name="단계"/>
          <p:cNvSpPr/>
          <p:nvPr/>
        </p:nvSpPr>
        <p:spPr>
          <a:xfrm>
            <a:off x="3044087" y="2250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9" name="단계"/>
          <p:cNvSpPr/>
          <p:nvPr/>
        </p:nvSpPr>
        <p:spPr>
          <a:xfrm>
            <a:off x="4926783" y="2250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044086" y="22503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4926782" y="22503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사다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380087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391043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3380087" y="14764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96278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6278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96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347652" y="1984696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363870" y="1984696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363870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0" name="단계"/>
          <p:cNvSpPr/>
          <p:nvPr/>
        </p:nvSpPr>
        <p:spPr>
          <a:xfrm>
            <a:off x="3380087" y="1984696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380087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2" name="단계"/>
          <p:cNvSpPr/>
          <p:nvPr/>
        </p:nvSpPr>
        <p:spPr>
          <a:xfrm>
            <a:off x="4396304" y="1984696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396304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363869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380086" y="198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396304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374826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2363870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391043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380087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07261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396304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성과 화살표"/>
          <p:cNvSpPr/>
          <p:nvPr/>
        </p:nvSpPr>
        <p:spPr>
          <a:xfrm>
            <a:off x="5467304" y="1621721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성과 패널 머리"/>
          <p:cNvSpPr/>
          <p:nvPr/>
        </p:nvSpPr>
        <p:spPr>
          <a:xfrm>
            <a:off x="5637130" y="777913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637130" y="777913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성과 패널"/>
          <p:cNvSpPr/>
          <p:nvPr/>
        </p:nvSpPr>
        <p:spPr>
          <a:xfrm>
            <a:off x="5637130" y="1029913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659043" y="1051826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사다리 ·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2049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5" name="단계"/>
          <p:cNvSpPr/>
          <p:nvPr/>
        </p:nvSpPr>
        <p:spPr>
          <a:xfrm>
            <a:off x="2573413" y="2049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573413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2049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3985435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9" name="단계"/>
          <p:cNvSpPr/>
          <p:nvPr/>
        </p:nvSpPr>
        <p:spPr>
          <a:xfrm>
            <a:off x="5397457" y="2049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5397457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573413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3985434" y="2049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397456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584370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2573413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985435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408413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5397457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사다리 ·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476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80250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025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8025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347652" y="1846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46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470605" y="1835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043548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43548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470605" y="203259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사다리 ·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68144" y="156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5"/>
          </p:nvPr>
        </p:nvSpPr>
        <p:spPr>
          <a:xfrm>
            <a:off x="668144" y="156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75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42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2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8" name="사진 칸"/>
          <p:cNvSpPr/>
          <p:nvPr/>
        </p:nvSpPr>
        <p:spPr>
          <a:xfrm>
            <a:off x="5730261" y="143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사진 칸"/>
          <p:cNvSpPr>
            <a:spLocks noGrp="1"/>
          </p:cNvSpPr>
          <p:nvPr>
            <p:ph type="body" sz="quarter" idx="29"/>
          </p:nvPr>
        </p:nvSpPr>
        <p:spPr>
          <a:xfrm>
            <a:off x="5730261" y="143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23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40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40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58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3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161391" y="225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25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9" name="머리칸"/>
          <p:cNvSpPr/>
          <p:nvPr/>
        </p:nvSpPr>
        <p:spPr>
          <a:xfrm>
            <a:off x="3044087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1" name="머리칸"/>
          <p:cNvSpPr/>
          <p:nvPr/>
        </p:nvSpPr>
        <p:spPr>
          <a:xfrm>
            <a:off x="4926783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사다리 ·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21687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1687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21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443600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4" name="단계"/>
          <p:cNvSpPr/>
          <p:nvPr/>
        </p:nvSpPr>
        <p:spPr>
          <a:xfrm>
            <a:off x="2759674" y="1443600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443600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8" name="단계"/>
          <p:cNvSpPr/>
          <p:nvPr/>
        </p:nvSpPr>
        <p:spPr>
          <a:xfrm>
            <a:off x="5583717" y="1443600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759673" y="14436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171695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583717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2759674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171696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583717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369583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69583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23695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347652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2539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269426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632539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4171696" y="2665409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사다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484174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484174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495130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484174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5" name="머리칸"/>
          <p:cNvSpPr/>
          <p:nvPr/>
        </p:nvSpPr>
        <p:spPr>
          <a:xfrm>
            <a:off x="3484174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484174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495130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484174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161391" y="204902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5" name="본문"/>
          <p:cNvSpPr>
            <a:spLocks noGrp="1"/>
          </p:cNvSpPr>
          <p:nvPr>
            <p:ph type="body" sz="quarter" idx="32"/>
          </p:nvPr>
        </p:nvSpPr>
        <p:spPr>
          <a:xfrm>
            <a:off x="1161391" y="228459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6" name="사진 칸"/>
          <p:cNvSpPr/>
          <p:nvPr/>
        </p:nvSpPr>
        <p:spPr>
          <a:xfrm>
            <a:off x="5878174" y="78339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7" name="사진 칸"/>
          <p:cNvSpPr>
            <a:spLocks noGrp="1"/>
          </p:cNvSpPr>
          <p:nvPr>
            <p:ph type="body" sz="quarter" idx="33"/>
          </p:nvPr>
        </p:nvSpPr>
        <p:spPr>
          <a:xfrm>
            <a:off x="5878174" y="78339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8" name="사진 칸"/>
          <p:cNvSpPr/>
          <p:nvPr/>
        </p:nvSpPr>
        <p:spPr>
          <a:xfrm>
            <a:off x="5878174" y="202711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878174" y="202711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사다리 ·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0641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641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5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0861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6" name="레일"/>
          <p:cNvSpPr/>
          <p:nvPr/>
        </p:nvSpPr>
        <p:spPr>
          <a:xfrm>
            <a:off x="734087" y="1334035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3403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사다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3" name="배너"/>
          <p:cNvSpPr/>
          <p:nvPr/>
        </p:nvSpPr>
        <p:spPr>
          <a:xfrm>
            <a:off x="1161391" y="80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배너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7" name="머리칸"/>
          <p:cNvSpPr/>
          <p:nvPr/>
        </p:nvSpPr>
        <p:spPr>
          <a:xfrm>
            <a:off x="3044087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044087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9" name="머리칸"/>
          <p:cNvSpPr/>
          <p:nvPr/>
        </p:nvSpPr>
        <p:spPr>
          <a:xfrm>
            <a:off x="4926783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926783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055043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044087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937739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926783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태그"/>
          <p:cNvSpPr/>
          <p:nvPr/>
        </p:nvSpPr>
        <p:spPr>
          <a:xfrm>
            <a:off x="1161391" y="166273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662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786727" y="1651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881861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818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161391" y="1903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03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985435" y="241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태그"/>
          <p:cNvSpPr/>
          <p:nvPr/>
        </p:nvSpPr>
        <p:spPr>
          <a:xfrm>
            <a:off x="1161391" y="27612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7612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786727" y="27502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사다리 ·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행 ·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3" name="강조 바"/>
          <p:cNvSpPr/>
          <p:nvPr/>
        </p:nvSpPr>
        <p:spPr>
          <a:xfrm>
            <a:off x="1172348" y="799826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강조 바 글"/>
          <p:cNvSpPr>
            <a:spLocks noGrp="1"/>
          </p:cNvSpPr>
          <p:nvPr>
            <p:ph type="body" sz="quarter" idx="21"/>
          </p:nvPr>
        </p:nvSpPr>
        <p:spPr>
          <a:xfrm>
            <a:off x="1172348" y="799826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9" name="가운데 글"/>
          <p:cNvSpPr>
            <a:spLocks noGrp="1"/>
          </p:cNvSpPr>
          <p:nvPr>
            <p:ph type="body" sz="quarter" idx="24"/>
          </p:nvPr>
        </p:nvSpPr>
        <p:spPr>
          <a:xfrm>
            <a:off x="3049565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20" name="Connector 14"/>
          <p:cNvCxnSpPr/>
          <p:nvPr/>
        </p:nvCxnSpPr>
        <p:spPr>
          <a:xfrm>
            <a:off x="3049565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4926783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4926783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536870" y="1457217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6817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6817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049565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926783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라벨 박스"/>
          <p:cNvSpPr/>
          <p:nvPr/>
        </p:nvSpPr>
        <p:spPr>
          <a:xfrm>
            <a:off x="536870" y="205857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069530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69530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6" name="Connector 28"/>
          <p:cNvCxnSpPr/>
          <p:nvPr/>
        </p:nvCxnSpPr>
        <p:spPr>
          <a:xfrm>
            <a:off x="3049565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8" name="Connector 30"/>
          <p:cNvCxnSpPr/>
          <p:nvPr/>
        </p:nvCxnSpPr>
        <p:spPr>
          <a:xfrm>
            <a:off x="4926783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라벨 박스"/>
          <p:cNvSpPr/>
          <p:nvPr/>
        </p:nvSpPr>
        <p:spPr>
          <a:xfrm>
            <a:off x="536870" y="24996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5106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106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4" name="Connector 35"/>
          <p:cNvCxnSpPr/>
          <p:nvPr/>
        </p:nvCxnSpPr>
        <p:spPr>
          <a:xfrm>
            <a:off x="3049565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6" name="Connector 37"/>
          <p:cNvCxnSpPr/>
          <p:nvPr/>
        </p:nvCxnSpPr>
        <p:spPr>
          <a:xfrm>
            <a:off x="4926783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행 · 점검(추진배경·방법·항목·결과) + 주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58609" y="79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7" name="주석"/>
          <p:cNvSpPr>
            <a:spLocks noGrp="1"/>
          </p:cNvSpPr>
          <p:nvPr>
            <p:ph type="body" sz="quarter" idx="24"/>
          </p:nvPr>
        </p:nvSpPr>
        <p:spPr>
          <a:xfrm>
            <a:off x="2366609" y="144626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676348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68730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8730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1" name="머리칸"/>
          <p:cNvSpPr/>
          <p:nvPr/>
        </p:nvSpPr>
        <p:spPr>
          <a:xfrm>
            <a:off x="1358609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58609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3" name="머리칸"/>
          <p:cNvSpPr/>
          <p:nvPr/>
        </p:nvSpPr>
        <p:spPr>
          <a:xfrm>
            <a:off x="3235826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3235826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3246783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5826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3803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3913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13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369565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246783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5826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행 ·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행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성과 띠(한 줄 · 두 줄 ·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3" name="핵심성과 박스"/>
          <p:cNvSpPr/>
          <p:nvPr/>
        </p:nvSpPr>
        <p:spPr>
          <a:xfrm>
            <a:off x="723130" y="117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핵심성과 라벨"/>
          <p:cNvSpPr/>
          <p:nvPr/>
        </p:nvSpPr>
        <p:spPr>
          <a:xfrm>
            <a:off x="756000" y="120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756000" y="120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501043" y="119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7" name="핵심성과 박스"/>
          <p:cNvSpPr/>
          <p:nvPr/>
        </p:nvSpPr>
        <p:spPr>
          <a:xfrm>
            <a:off x="723130" y="178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핵심성과 라벨"/>
          <p:cNvSpPr/>
          <p:nvPr/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9" name="핵심성과 라벨"/>
          <p:cNvSpPr>
            <a:spLocks noGrp="1"/>
          </p:cNvSpPr>
          <p:nvPr>
            <p:ph type="body" sz="quarter" idx="24"/>
          </p:nvPr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5"/>
          </p:nvPr>
        </p:nvSpPr>
        <p:spPr>
          <a:xfrm>
            <a:off x="1501043" y="180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연결 화살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삼각 화살표"/>
          <p:cNvSpPr/>
          <p:nvPr/>
        </p:nvSpPr>
        <p:spPr>
          <a:xfrm>
            <a:off x="3823826" y="794347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헤드라인 박스(라벨 + 큰 제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회색 배너(1~2줄 + 태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3" name="태그"/>
          <p:cNvSpPr/>
          <p:nvPr/>
        </p:nvSpPr>
        <p:spPr>
          <a:xfrm>
            <a:off x="1500671" y="104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500671" y="104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029913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칩 셀 복합 박스(안전 전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2" name="칩"/>
          <p:cNvSpPr/>
          <p:nvPr/>
        </p:nvSpPr>
        <p:spPr>
          <a:xfrm>
            <a:off x="1369565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3" name="칩"/>
          <p:cNvSpPr>
            <a:spLocks noGrp="1"/>
          </p:cNvSpPr>
          <p:nvPr>
            <p:ph type="body" sz="quarter" idx="21"/>
          </p:nvPr>
        </p:nvSpPr>
        <p:spPr>
          <a:xfrm>
            <a:off x="1369565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4" name="칩 셀 글"/>
          <p:cNvSpPr>
            <a:spLocks noGrp="1"/>
          </p:cNvSpPr>
          <p:nvPr>
            <p:ph type="body" sz="quarter" idx="22"/>
          </p:nvPr>
        </p:nvSpPr>
        <p:spPr>
          <a:xfrm>
            <a:off x="1753043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5" name="칩"/>
          <p:cNvSpPr/>
          <p:nvPr/>
        </p:nvSpPr>
        <p:spPr>
          <a:xfrm>
            <a:off x="2502470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칩"/>
          <p:cNvSpPr>
            <a:spLocks noGrp="1"/>
          </p:cNvSpPr>
          <p:nvPr>
            <p:ph type="body" sz="quarter" idx="23"/>
          </p:nvPr>
        </p:nvSpPr>
        <p:spPr>
          <a:xfrm>
            <a:off x="2502470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4"/>
          </p:nvPr>
        </p:nvSpPr>
        <p:spPr>
          <a:xfrm>
            <a:off x="2885948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/>
          <p:nvPr/>
        </p:nvSpPr>
        <p:spPr>
          <a:xfrm>
            <a:off x="1369565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칩"/>
          <p:cNvSpPr>
            <a:spLocks noGrp="1"/>
          </p:cNvSpPr>
          <p:nvPr>
            <p:ph type="body" sz="quarter" idx="25"/>
          </p:nvPr>
        </p:nvSpPr>
        <p:spPr>
          <a:xfrm>
            <a:off x="1369565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20" name="칩 셀 글"/>
          <p:cNvSpPr>
            <a:spLocks noGrp="1"/>
          </p:cNvSpPr>
          <p:nvPr>
            <p:ph type="body" sz="quarter" idx="26"/>
          </p:nvPr>
        </p:nvSpPr>
        <p:spPr>
          <a:xfrm>
            <a:off x="1753043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1" name="칩"/>
          <p:cNvSpPr/>
          <p:nvPr/>
        </p:nvSpPr>
        <p:spPr>
          <a:xfrm>
            <a:off x="2502470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칩"/>
          <p:cNvSpPr>
            <a:spLocks noGrp="1"/>
          </p:cNvSpPr>
          <p:nvPr>
            <p:ph type="body" sz="quarter" idx="27"/>
          </p:nvPr>
        </p:nvSpPr>
        <p:spPr>
          <a:xfrm>
            <a:off x="2502470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칩 셀 글"/>
          <p:cNvSpPr>
            <a:spLocks noGrp="1"/>
          </p:cNvSpPr>
          <p:nvPr>
            <p:ph type="body" sz="quarter" idx="28"/>
          </p:nvPr>
        </p:nvSpPr>
        <p:spPr>
          <a:xfrm>
            <a:off x="2885948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635374" y="832696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전략 제목"/>
          <p:cNvSpPr>
            <a:spLocks noGrp="1"/>
          </p:cNvSpPr>
          <p:nvPr>
            <p:ph type="body" sz="quarter" idx="29"/>
          </p:nvPr>
        </p:nvSpPr>
        <p:spPr>
          <a:xfrm>
            <a:off x="3657287" y="810783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6" name="타일"/>
          <p:cNvSpPr/>
          <p:nvPr/>
        </p:nvSpPr>
        <p:spPr>
          <a:xfrm>
            <a:off x="365728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7" name="타일"/>
          <p:cNvSpPr>
            <a:spLocks noGrp="1"/>
          </p:cNvSpPr>
          <p:nvPr>
            <p:ph type="body" sz="quarter" idx="30"/>
          </p:nvPr>
        </p:nvSpPr>
        <p:spPr>
          <a:xfrm>
            <a:off x="365728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8" name="타일"/>
          <p:cNvSpPr/>
          <p:nvPr/>
        </p:nvSpPr>
        <p:spPr>
          <a:xfrm>
            <a:off x="487433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9" name="타일"/>
          <p:cNvSpPr>
            <a:spLocks noGrp="1"/>
          </p:cNvSpPr>
          <p:nvPr>
            <p:ph type="body" sz="quarter" idx="31"/>
          </p:nvPr>
        </p:nvSpPr>
        <p:spPr>
          <a:xfrm>
            <a:off x="487433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30" name="타일"/>
          <p:cNvSpPr/>
          <p:nvPr/>
        </p:nvSpPr>
        <p:spPr>
          <a:xfrm>
            <a:off x="365728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타일"/>
          <p:cNvSpPr>
            <a:spLocks noGrp="1"/>
          </p:cNvSpPr>
          <p:nvPr>
            <p:ph type="body" sz="quarter" idx="32"/>
          </p:nvPr>
        </p:nvSpPr>
        <p:spPr>
          <a:xfrm>
            <a:off x="365728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32" name="타일"/>
          <p:cNvSpPr/>
          <p:nvPr/>
        </p:nvSpPr>
        <p:spPr>
          <a:xfrm>
            <a:off x="487433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타일"/>
          <p:cNvSpPr>
            <a:spLocks noGrp="1"/>
          </p:cNvSpPr>
          <p:nvPr>
            <p:ph type="body" sz="quarter" idx="33"/>
          </p:nvPr>
        </p:nvSpPr>
        <p:spPr>
          <a:xfrm>
            <a:off x="487433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34" name="요약 칸"/>
          <p:cNvSpPr/>
          <p:nvPr/>
        </p:nvSpPr>
        <p:spPr>
          <a:xfrm>
            <a:off x="6113301" y="832696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35" name="요약 칸"/>
          <p:cNvSpPr>
            <a:spLocks noGrp="1"/>
          </p:cNvSpPr>
          <p:nvPr>
            <p:ph type="body" sz="quarter" idx="34"/>
          </p:nvPr>
        </p:nvSpPr>
        <p:spPr>
          <a:xfrm>
            <a:off x="6113301" y="832696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CSF · PI · KPI · 로드맵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머리칸"/>
          <p:cNvSpPr/>
          <p:nvPr/>
        </p:nvSpPr>
        <p:spPr>
          <a:xfrm>
            <a:off x="536870" y="766957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머리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2" name="머리칸"/>
          <p:cNvSpPr/>
          <p:nvPr/>
        </p:nvSpPr>
        <p:spPr>
          <a:xfrm>
            <a:off x="1172348" y="766957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4" name="머리칸"/>
          <p:cNvSpPr/>
          <p:nvPr/>
        </p:nvSpPr>
        <p:spPr>
          <a:xfrm>
            <a:off x="3052816" y="766957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052816" y="766957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/>
          <p:nvPr/>
        </p:nvSpPr>
        <p:spPr>
          <a:xfrm>
            <a:off x="4821308" y="766957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4821308" y="766957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레일"/>
          <p:cNvSpPr/>
          <p:nvPr/>
        </p:nvSpPr>
        <p:spPr>
          <a:xfrm>
            <a:off x="536870" y="10080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36870" y="10080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0" name="PI 글"/>
          <p:cNvSpPr>
            <a:spLocks noGrp="1"/>
          </p:cNvSpPr>
          <p:nvPr>
            <p:ph type="body" sz="quarter" idx="25"/>
          </p:nvPr>
        </p:nvSpPr>
        <p:spPr>
          <a:xfrm>
            <a:off x="1172348" y="10080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1" name="KPI 칸"/>
          <p:cNvSpPr/>
          <p:nvPr/>
        </p:nvSpPr>
        <p:spPr>
          <a:xfrm>
            <a:off x="3052816" y="10080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3096642" y="1062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3096642" y="1062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4" name="KPI 글"/>
          <p:cNvSpPr>
            <a:spLocks noGrp="1"/>
          </p:cNvSpPr>
          <p:nvPr>
            <p:ph type="body" sz="quarter" idx="27"/>
          </p:nvPr>
        </p:nvSpPr>
        <p:spPr>
          <a:xfrm>
            <a:off x="3458614" y="104087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5" name="KPI 결과"/>
          <p:cNvSpPr/>
          <p:nvPr/>
        </p:nvSpPr>
        <p:spPr>
          <a:xfrm>
            <a:off x="3063772" y="14024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6" name="KPI 결과"/>
          <p:cNvSpPr>
            <a:spLocks noGrp="1"/>
          </p:cNvSpPr>
          <p:nvPr>
            <p:ph type="body" sz="quarter" idx="28"/>
          </p:nvPr>
        </p:nvSpPr>
        <p:spPr>
          <a:xfrm>
            <a:off x="3063772" y="14024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7" name="로드맵 칸"/>
          <p:cNvSpPr/>
          <p:nvPr/>
        </p:nvSpPr>
        <p:spPr>
          <a:xfrm>
            <a:off x="4821308" y="10080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단위"/>
          <p:cNvSpPr>
            <a:spLocks noGrp="1"/>
          </p:cNvSpPr>
          <p:nvPr>
            <p:ph type="body" sz="quarter" idx="29"/>
          </p:nvPr>
        </p:nvSpPr>
        <p:spPr>
          <a:xfrm>
            <a:off x="4843221" y="10189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29" name="Connector 18"/>
          <p:cNvCxnSpPr/>
          <p:nvPr/>
        </p:nvCxnSpPr>
        <p:spPr>
          <a:xfrm flipV="1">
            <a:off x="4898003" y="132300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0" name="Connector 19"/>
          <p:cNvCxnSpPr/>
          <p:nvPr/>
        </p:nvCxnSpPr>
        <p:spPr>
          <a:xfrm flipV="1">
            <a:off x="5518727" y="1284652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1" name="Connector 20"/>
          <p:cNvCxnSpPr/>
          <p:nvPr/>
        </p:nvCxnSpPr>
        <p:spPr>
          <a:xfrm flipV="1">
            <a:off x="6139450" y="122713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2" name="점"/>
          <p:cNvSpPr/>
          <p:nvPr/>
        </p:nvSpPr>
        <p:spPr>
          <a:xfrm>
            <a:off x="4876090" y="13586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0"/>
          </p:nvPr>
        </p:nvSpPr>
        <p:spPr>
          <a:xfrm>
            <a:off x="4733656" y="11833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1"/>
          </p:nvPr>
        </p:nvSpPr>
        <p:spPr>
          <a:xfrm>
            <a:off x="475556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5" name="점"/>
          <p:cNvSpPr/>
          <p:nvPr/>
        </p:nvSpPr>
        <p:spPr>
          <a:xfrm>
            <a:off x="5496814" y="1301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값"/>
          <p:cNvSpPr>
            <a:spLocks noGrp="1"/>
          </p:cNvSpPr>
          <p:nvPr>
            <p:ph type="body" sz="quarter" idx="32"/>
          </p:nvPr>
        </p:nvSpPr>
        <p:spPr>
          <a:xfrm>
            <a:off x="5354379" y="1125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33"/>
          </p:nvPr>
        </p:nvSpPr>
        <p:spPr>
          <a:xfrm>
            <a:off x="5376292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8" name="점"/>
          <p:cNvSpPr/>
          <p:nvPr/>
        </p:nvSpPr>
        <p:spPr>
          <a:xfrm>
            <a:off x="6117537" y="1262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값"/>
          <p:cNvSpPr>
            <a:spLocks noGrp="1"/>
          </p:cNvSpPr>
          <p:nvPr>
            <p:ph type="body" sz="quarter" idx="34"/>
          </p:nvPr>
        </p:nvSpPr>
        <p:spPr>
          <a:xfrm>
            <a:off x="5975103" y="1087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35"/>
          </p:nvPr>
        </p:nvSpPr>
        <p:spPr>
          <a:xfrm>
            <a:off x="5997016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1" name="점"/>
          <p:cNvSpPr/>
          <p:nvPr/>
        </p:nvSpPr>
        <p:spPr>
          <a:xfrm>
            <a:off x="6738261" y="1205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6595826" y="1029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661773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4854177" y="14133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36870" y="16544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36870" y="16544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7" name="PI 글"/>
          <p:cNvSpPr>
            <a:spLocks noGrp="1"/>
          </p:cNvSpPr>
          <p:nvPr>
            <p:ph type="body" sz="quarter" idx="39"/>
          </p:nvPr>
        </p:nvSpPr>
        <p:spPr>
          <a:xfrm>
            <a:off x="1172348" y="16544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8" name="KPI 칸"/>
          <p:cNvSpPr/>
          <p:nvPr/>
        </p:nvSpPr>
        <p:spPr>
          <a:xfrm>
            <a:off x="3052816" y="16544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3096642" y="1709217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40"/>
          </p:nvPr>
        </p:nvSpPr>
        <p:spPr>
          <a:xfrm>
            <a:off x="3096642" y="1709217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1" name="KPI 글"/>
          <p:cNvSpPr>
            <a:spLocks noGrp="1"/>
          </p:cNvSpPr>
          <p:nvPr>
            <p:ph type="body" sz="quarter" idx="41"/>
          </p:nvPr>
        </p:nvSpPr>
        <p:spPr>
          <a:xfrm>
            <a:off x="3458614" y="1687304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2" name="KPI 결과"/>
          <p:cNvSpPr/>
          <p:nvPr/>
        </p:nvSpPr>
        <p:spPr>
          <a:xfrm>
            <a:off x="3063772" y="20488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3" name="KPI 결과"/>
          <p:cNvSpPr>
            <a:spLocks noGrp="1"/>
          </p:cNvSpPr>
          <p:nvPr>
            <p:ph type="body" sz="quarter" idx="42"/>
          </p:nvPr>
        </p:nvSpPr>
        <p:spPr>
          <a:xfrm>
            <a:off x="3063772" y="20488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54" name="로드맵 칸"/>
          <p:cNvSpPr/>
          <p:nvPr/>
        </p:nvSpPr>
        <p:spPr>
          <a:xfrm>
            <a:off x="4821308" y="16544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단위"/>
          <p:cNvSpPr>
            <a:spLocks noGrp="1"/>
          </p:cNvSpPr>
          <p:nvPr>
            <p:ph type="body" sz="quarter" idx="43"/>
          </p:nvPr>
        </p:nvSpPr>
        <p:spPr>
          <a:xfrm>
            <a:off x="4843221" y="16653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56" name="Connector 42"/>
          <p:cNvCxnSpPr/>
          <p:nvPr/>
        </p:nvCxnSpPr>
        <p:spPr>
          <a:xfrm flipV="1">
            <a:off x="4898003" y="1983130"/>
            <a:ext cx="620724" cy="4382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7" name="Connector 43"/>
          <p:cNvCxnSpPr/>
          <p:nvPr/>
        </p:nvCxnSpPr>
        <p:spPr>
          <a:xfrm flipV="1">
            <a:off x="5518727" y="1939304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8" name="Connector 44"/>
          <p:cNvCxnSpPr/>
          <p:nvPr/>
        </p:nvCxnSpPr>
        <p:spPr>
          <a:xfrm flipV="1">
            <a:off x="6139450" y="1873565"/>
            <a:ext cx="620724" cy="657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59" name="점"/>
          <p:cNvSpPr/>
          <p:nvPr/>
        </p:nvSpPr>
        <p:spPr>
          <a:xfrm>
            <a:off x="4876090" y="200504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4"/>
          </p:nvPr>
        </p:nvSpPr>
        <p:spPr>
          <a:xfrm>
            <a:off x="4733656" y="182973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5"/>
          </p:nvPr>
        </p:nvSpPr>
        <p:spPr>
          <a:xfrm>
            <a:off x="475556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2" name="점"/>
          <p:cNvSpPr/>
          <p:nvPr/>
        </p:nvSpPr>
        <p:spPr>
          <a:xfrm>
            <a:off x="5496814" y="196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6"/>
          </p:nvPr>
        </p:nvSpPr>
        <p:spPr>
          <a:xfrm>
            <a:off x="5354379" y="178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7"/>
          </p:nvPr>
        </p:nvSpPr>
        <p:spPr>
          <a:xfrm>
            <a:off x="5376292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65" name="점"/>
          <p:cNvSpPr/>
          <p:nvPr/>
        </p:nvSpPr>
        <p:spPr>
          <a:xfrm>
            <a:off x="6117537" y="1917391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8"/>
          </p:nvPr>
        </p:nvSpPr>
        <p:spPr>
          <a:xfrm>
            <a:off x="5975103" y="174208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49"/>
          </p:nvPr>
        </p:nvSpPr>
        <p:spPr>
          <a:xfrm>
            <a:off x="5997016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8" name="점"/>
          <p:cNvSpPr/>
          <p:nvPr/>
        </p:nvSpPr>
        <p:spPr>
          <a:xfrm>
            <a:off x="6738261" y="1851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0"/>
          </p:nvPr>
        </p:nvSpPr>
        <p:spPr>
          <a:xfrm>
            <a:off x="6595826" y="1676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1"/>
          </p:nvPr>
        </p:nvSpPr>
        <p:spPr>
          <a:xfrm>
            <a:off x="661773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1" name="Connector 57"/>
          <p:cNvCxnSpPr/>
          <p:nvPr/>
        </p:nvCxnSpPr>
        <p:spPr>
          <a:xfrm>
            <a:off x="4854177" y="20598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36870" y="230087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536870" y="230087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74" name="PI 글"/>
          <p:cNvSpPr>
            <a:spLocks noGrp="1"/>
          </p:cNvSpPr>
          <p:nvPr>
            <p:ph type="body" sz="quarter" idx="53"/>
          </p:nvPr>
        </p:nvSpPr>
        <p:spPr>
          <a:xfrm>
            <a:off x="1172348" y="230087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75" name="KPI 칸"/>
          <p:cNvSpPr/>
          <p:nvPr/>
        </p:nvSpPr>
        <p:spPr>
          <a:xfrm>
            <a:off x="3052816" y="230087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3096642" y="235565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4"/>
          </p:nvPr>
        </p:nvSpPr>
        <p:spPr>
          <a:xfrm>
            <a:off x="3096642" y="235565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78" name="KPI 글"/>
          <p:cNvSpPr>
            <a:spLocks noGrp="1"/>
          </p:cNvSpPr>
          <p:nvPr>
            <p:ph type="body" sz="quarter" idx="55"/>
          </p:nvPr>
        </p:nvSpPr>
        <p:spPr>
          <a:xfrm>
            <a:off x="3458614" y="2333739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9" name="KPI 결과"/>
          <p:cNvSpPr/>
          <p:nvPr/>
        </p:nvSpPr>
        <p:spPr>
          <a:xfrm>
            <a:off x="3063772" y="2695304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KPI 결과"/>
          <p:cNvSpPr>
            <a:spLocks noGrp="1"/>
          </p:cNvSpPr>
          <p:nvPr>
            <p:ph type="body" sz="quarter" idx="56"/>
          </p:nvPr>
        </p:nvSpPr>
        <p:spPr>
          <a:xfrm>
            <a:off x="3063772" y="2695304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1" name="로드맵 칸"/>
          <p:cNvSpPr/>
          <p:nvPr/>
        </p:nvSpPr>
        <p:spPr>
          <a:xfrm>
            <a:off x="4821308" y="230087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단위"/>
          <p:cNvSpPr>
            <a:spLocks noGrp="1"/>
          </p:cNvSpPr>
          <p:nvPr>
            <p:ph type="body" sz="quarter" idx="57"/>
          </p:nvPr>
        </p:nvSpPr>
        <p:spPr>
          <a:xfrm>
            <a:off x="4843221" y="2311826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83" name="Connector 66"/>
          <p:cNvCxnSpPr/>
          <p:nvPr/>
        </p:nvCxnSpPr>
        <p:spPr>
          <a:xfrm flipV="1">
            <a:off x="4898003" y="2622261"/>
            <a:ext cx="620724" cy="5113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4" name="Connector 67"/>
          <p:cNvCxnSpPr/>
          <p:nvPr/>
        </p:nvCxnSpPr>
        <p:spPr>
          <a:xfrm flipV="1">
            <a:off x="5518727" y="2579652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5" name="Connector 68"/>
          <p:cNvCxnSpPr/>
          <p:nvPr/>
        </p:nvCxnSpPr>
        <p:spPr>
          <a:xfrm flipV="1">
            <a:off x="6139450" y="2520000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86" name="점"/>
          <p:cNvSpPr/>
          <p:nvPr/>
        </p:nvSpPr>
        <p:spPr>
          <a:xfrm>
            <a:off x="4876090" y="2651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58"/>
          </p:nvPr>
        </p:nvSpPr>
        <p:spPr>
          <a:xfrm>
            <a:off x="4733656" y="247617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59"/>
          </p:nvPr>
        </p:nvSpPr>
        <p:spPr>
          <a:xfrm>
            <a:off x="475556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9" name="점"/>
          <p:cNvSpPr/>
          <p:nvPr/>
        </p:nvSpPr>
        <p:spPr>
          <a:xfrm>
            <a:off x="5496814" y="26003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0"/>
          </p:nvPr>
        </p:nvSpPr>
        <p:spPr>
          <a:xfrm>
            <a:off x="5354379" y="24250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1"/>
          </p:nvPr>
        </p:nvSpPr>
        <p:spPr>
          <a:xfrm>
            <a:off x="5376292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2" name="점"/>
          <p:cNvSpPr/>
          <p:nvPr/>
        </p:nvSpPr>
        <p:spPr>
          <a:xfrm>
            <a:off x="6117537" y="2557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값"/>
          <p:cNvSpPr>
            <a:spLocks noGrp="1"/>
          </p:cNvSpPr>
          <p:nvPr>
            <p:ph type="body" sz="quarter" idx="62"/>
          </p:nvPr>
        </p:nvSpPr>
        <p:spPr>
          <a:xfrm>
            <a:off x="5975103" y="2382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63"/>
          </p:nvPr>
        </p:nvSpPr>
        <p:spPr>
          <a:xfrm>
            <a:off x="5997016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95" name="점"/>
          <p:cNvSpPr/>
          <p:nvPr/>
        </p:nvSpPr>
        <p:spPr>
          <a:xfrm>
            <a:off x="6738261" y="249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4"/>
          </p:nvPr>
        </p:nvSpPr>
        <p:spPr>
          <a:xfrm>
            <a:off x="6595826" y="232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5"/>
          </p:nvPr>
        </p:nvSpPr>
        <p:spPr>
          <a:xfrm>
            <a:off x="661773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98" name="Connector 81"/>
          <p:cNvCxnSpPr/>
          <p:nvPr/>
        </p:nvCxnSpPr>
        <p:spPr>
          <a:xfrm>
            <a:off x="4854177" y="270626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지표 카드 매트릭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행 틀"/>
          <p:cNvSpPr/>
          <p:nvPr/>
        </p:nvSpPr>
        <p:spPr>
          <a:xfrm>
            <a:off x="723130" y="777913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분야 라벨"/>
          <p:cNvSpPr/>
          <p:nvPr/>
        </p:nvSpPr>
        <p:spPr>
          <a:xfrm>
            <a:off x="745043" y="799826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분야 라벨"/>
          <p:cNvSpPr>
            <a:spLocks noGrp="1"/>
          </p:cNvSpPr>
          <p:nvPr>
            <p:ph type="body" sz="quarter" idx="20"/>
          </p:nvPr>
        </p:nvSpPr>
        <p:spPr>
          <a:xfrm>
            <a:off x="745043" y="799826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2" name="개수"/>
          <p:cNvSpPr>
            <a:spLocks noGrp="1"/>
          </p:cNvSpPr>
          <p:nvPr>
            <p:ph type="body" sz="quarter" idx="21"/>
          </p:nvPr>
        </p:nvSpPr>
        <p:spPr>
          <a:xfrm>
            <a:off x="745043" y="1106609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3" name="카드"/>
          <p:cNvSpPr/>
          <p:nvPr/>
        </p:nvSpPr>
        <p:spPr>
          <a:xfrm>
            <a:off x="1490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카드 머리"/>
          <p:cNvSpPr/>
          <p:nvPr/>
        </p:nvSpPr>
        <p:spPr>
          <a:xfrm>
            <a:off x="1490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태그"/>
          <p:cNvSpPr/>
          <p:nvPr/>
        </p:nvSpPr>
        <p:spPr>
          <a:xfrm>
            <a:off x="1522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태그"/>
          <p:cNvSpPr>
            <a:spLocks noGrp="1"/>
          </p:cNvSpPr>
          <p:nvPr>
            <p:ph type="body" sz="quarter" idx="22"/>
          </p:nvPr>
        </p:nvSpPr>
        <p:spPr>
          <a:xfrm>
            <a:off x="1522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3"/>
          </p:nvPr>
        </p:nvSpPr>
        <p:spPr>
          <a:xfrm>
            <a:off x="1884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8" name="카드 부제"/>
          <p:cNvSpPr>
            <a:spLocks noGrp="1"/>
          </p:cNvSpPr>
          <p:nvPr>
            <p:ph type="body" sz="quarter" idx="24"/>
          </p:nvPr>
        </p:nvSpPr>
        <p:spPr>
          <a:xfrm>
            <a:off x="1512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9" name="막대"/>
          <p:cNvSpPr/>
          <p:nvPr/>
        </p:nvSpPr>
        <p:spPr>
          <a:xfrm>
            <a:off x="1654435" y="1468174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값"/>
          <p:cNvSpPr>
            <a:spLocks noGrp="1"/>
          </p:cNvSpPr>
          <p:nvPr>
            <p:ph type="body" sz="quarter" idx="25"/>
          </p:nvPr>
        </p:nvSpPr>
        <p:spPr>
          <a:xfrm>
            <a:off x="1544870" y="129287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26"/>
          </p:nvPr>
        </p:nvSpPr>
        <p:spPr>
          <a:xfrm>
            <a:off x="1544870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2" name="막대"/>
          <p:cNvSpPr/>
          <p:nvPr/>
        </p:nvSpPr>
        <p:spPr>
          <a:xfrm>
            <a:off x="2147478" y="1439200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값"/>
          <p:cNvSpPr>
            <a:spLocks noGrp="1"/>
          </p:cNvSpPr>
          <p:nvPr>
            <p:ph type="body" sz="quarter" idx="27"/>
          </p:nvPr>
        </p:nvSpPr>
        <p:spPr>
          <a:xfrm>
            <a:off x="2037913" y="126389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28"/>
          </p:nvPr>
        </p:nvSpPr>
        <p:spPr>
          <a:xfrm>
            <a:off x="2037913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5" name="막대"/>
          <p:cNvSpPr/>
          <p:nvPr/>
        </p:nvSpPr>
        <p:spPr>
          <a:xfrm>
            <a:off x="2640522" y="1391478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값"/>
          <p:cNvSpPr>
            <a:spLocks noGrp="1"/>
          </p:cNvSpPr>
          <p:nvPr>
            <p:ph type="body" sz="quarter" idx="29"/>
          </p:nvPr>
        </p:nvSpPr>
        <p:spPr>
          <a:xfrm>
            <a:off x="2530957" y="1216174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0"/>
          </p:nvPr>
        </p:nvSpPr>
        <p:spPr>
          <a:xfrm>
            <a:off x="2530957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카드"/>
          <p:cNvSpPr/>
          <p:nvPr/>
        </p:nvSpPr>
        <p:spPr>
          <a:xfrm>
            <a:off x="4262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카드 머리"/>
          <p:cNvSpPr/>
          <p:nvPr/>
        </p:nvSpPr>
        <p:spPr>
          <a:xfrm>
            <a:off x="4262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4294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>
          <a:xfrm>
            <a:off x="4294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2"/>
          </p:nvPr>
        </p:nvSpPr>
        <p:spPr>
          <a:xfrm>
            <a:off x="4656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3" name="카드 부제"/>
          <p:cNvSpPr>
            <a:spLocks noGrp="1"/>
          </p:cNvSpPr>
          <p:nvPr>
            <p:ph type="body" sz="quarter" idx="33"/>
          </p:nvPr>
        </p:nvSpPr>
        <p:spPr>
          <a:xfrm>
            <a:off x="4284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4" name="현재"/>
          <p:cNvSpPr/>
          <p:nvPr/>
        </p:nvSpPr>
        <p:spPr>
          <a:xfrm>
            <a:off x="4316870" y="1249043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현재"/>
          <p:cNvSpPr>
            <a:spLocks noGrp="1"/>
          </p:cNvSpPr>
          <p:nvPr>
            <p:ph type="body" sz="quarter" idx="34"/>
          </p:nvPr>
        </p:nvSpPr>
        <p:spPr>
          <a:xfrm>
            <a:off x="4316870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5565913" y="1342173"/>
            <a:ext cx="131478" cy="219131"/>
          </a:xfrm>
          <a:custGeom>
            <a:avLst/>
            <a:gdLst/>
            <a:ahLst/>
            <a:cxnLst/>
            <a:rect l="l" t="t" r="r" b="b"/>
            <a:pathLst>
              <a:path w="131478" h="219131">
                <a:moveTo>
                  <a:pt x="0" y="0"/>
                </a:moveTo>
                <a:lnTo>
                  <a:pt x="0" y="219131"/>
                </a:lnTo>
                <a:lnTo>
                  <a:pt x="131478" y="10956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목표"/>
          <p:cNvSpPr/>
          <p:nvPr/>
        </p:nvSpPr>
        <p:spPr>
          <a:xfrm>
            <a:off x="5741217" y="1249043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8" name="목표"/>
          <p:cNvSpPr>
            <a:spLocks noGrp="1"/>
          </p:cNvSpPr>
          <p:nvPr>
            <p:ph type="body" sz="quarter" idx="35"/>
          </p:nvPr>
        </p:nvSpPr>
        <p:spPr>
          <a:xfrm>
            <a:off x="5741217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9" name="행 틀"/>
          <p:cNvSpPr/>
          <p:nvPr/>
        </p:nvSpPr>
        <p:spPr>
          <a:xfrm>
            <a:off x="723130" y="1774957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분야 라벨"/>
          <p:cNvSpPr/>
          <p:nvPr/>
        </p:nvSpPr>
        <p:spPr>
          <a:xfrm>
            <a:off x="745043" y="1796870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분야 라벨"/>
          <p:cNvSpPr>
            <a:spLocks noGrp="1"/>
          </p:cNvSpPr>
          <p:nvPr>
            <p:ph type="body" sz="quarter" idx="36"/>
          </p:nvPr>
        </p:nvSpPr>
        <p:spPr>
          <a:xfrm>
            <a:off x="745043" y="1796870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2" name="개수"/>
          <p:cNvSpPr>
            <a:spLocks noGrp="1"/>
          </p:cNvSpPr>
          <p:nvPr>
            <p:ph type="body" sz="quarter" idx="37"/>
          </p:nvPr>
        </p:nvSpPr>
        <p:spPr>
          <a:xfrm>
            <a:off x="745043" y="2103652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43" name="카드"/>
          <p:cNvSpPr/>
          <p:nvPr/>
        </p:nvSpPr>
        <p:spPr>
          <a:xfrm>
            <a:off x="1490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카드 머리"/>
          <p:cNvSpPr/>
          <p:nvPr/>
        </p:nvSpPr>
        <p:spPr>
          <a:xfrm>
            <a:off x="1490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522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522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9"/>
          </p:nvPr>
        </p:nvSpPr>
        <p:spPr>
          <a:xfrm>
            <a:off x="1884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8" name="카드 부제"/>
          <p:cNvSpPr>
            <a:spLocks noGrp="1"/>
          </p:cNvSpPr>
          <p:nvPr>
            <p:ph type="body" sz="quarter" idx="40"/>
          </p:nvPr>
        </p:nvSpPr>
        <p:spPr>
          <a:xfrm>
            <a:off x="1512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9" name="막대"/>
          <p:cNvSpPr/>
          <p:nvPr/>
        </p:nvSpPr>
        <p:spPr>
          <a:xfrm>
            <a:off x="1654435" y="2415591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1544870" y="224028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1544870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2" name="막대"/>
          <p:cNvSpPr/>
          <p:nvPr/>
        </p:nvSpPr>
        <p:spPr>
          <a:xfrm>
            <a:off x="2147478" y="2397545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2037913" y="222224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2037913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55" name="막대"/>
          <p:cNvSpPr/>
          <p:nvPr/>
        </p:nvSpPr>
        <p:spPr>
          <a:xfrm>
            <a:off x="2640522" y="2388522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5"/>
          </p:nvPr>
        </p:nvSpPr>
        <p:spPr>
          <a:xfrm>
            <a:off x="2530957" y="221321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6"/>
          </p:nvPr>
        </p:nvSpPr>
        <p:spPr>
          <a:xfrm>
            <a:off x="2530957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8" name="카드"/>
          <p:cNvSpPr/>
          <p:nvPr/>
        </p:nvSpPr>
        <p:spPr>
          <a:xfrm>
            <a:off x="4262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카드 머리"/>
          <p:cNvSpPr/>
          <p:nvPr/>
        </p:nvSpPr>
        <p:spPr>
          <a:xfrm>
            <a:off x="4262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4294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7"/>
          </p:nvPr>
        </p:nvSpPr>
        <p:spPr>
          <a:xfrm>
            <a:off x="4294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2" name="카드 제목"/>
          <p:cNvSpPr>
            <a:spLocks noGrp="1"/>
          </p:cNvSpPr>
          <p:nvPr>
            <p:ph type="body" sz="quarter" idx="48"/>
          </p:nvPr>
        </p:nvSpPr>
        <p:spPr>
          <a:xfrm>
            <a:off x="4656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63" name="카드 부제"/>
          <p:cNvSpPr>
            <a:spLocks noGrp="1"/>
          </p:cNvSpPr>
          <p:nvPr>
            <p:ph type="body" sz="quarter" idx="49"/>
          </p:nvPr>
        </p:nvSpPr>
        <p:spPr>
          <a:xfrm>
            <a:off x="4284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64" name="현재"/>
          <p:cNvSpPr/>
          <p:nvPr/>
        </p:nvSpPr>
        <p:spPr>
          <a:xfrm>
            <a:off x="4316870" y="2246087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현재"/>
          <p:cNvSpPr>
            <a:spLocks noGrp="1"/>
          </p:cNvSpPr>
          <p:nvPr>
            <p:ph type="body" sz="quarter" idx="50"/>
          </p:nvPr>
        </p:nvSpPr>
        <p:spPr>
          <a:xfrm>
            <a:off x="4316870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66" name="삼각 화살표"/>
          <p:cNvSpPr/>
          <p:nvPr/>
        </p:nvSpPr>
        <p:spPr>
          <a:xfrm>
            <a:off x="5565913" y="2339217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목표"/>
          <p:cNvSpPr/>
          <p:nvPr/>
        </p:nvSpPr>
        <p:spPr>
          <a:xfrm>
            <a:off x="5741217" y="2246087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목표"/>
          <p:cNvSpPr>
            <a:spLocks noGrp="1"/>
          </p:cNvSpPr>
          <p:nvPr>
            <p:ph type="body" sz="quarter" idx="51"/>
          </p:nvPr>
        </p:nvSpPr>
        <p:spPr>
          <a:xfrm>
            <a:off x="5741217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라벨 · 요약 · 사진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13" name="행 글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14" name="요약 박스"/>
          <p:cNvSpPr/>
          <p:nvPr/>
        </p:nvSpPr>
        <p:spPr>
          <a:xfrm>
            <a:off x="4452511" y="799826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요약 박스"/>
          <p:cNvSpPr>
            <a:spLocks noGrp="1"/>
          </p:cNvSpPr>
          <p:nvPr>
            <p:ph type="body" sz="quarter" idx="22"/>
          </p:nvPr>
        </p:nvSpPr>
        <p:spPr>
          <a:xfrm>
            <a:off x="4452511" y="799826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16" name="사진 칸"/>
          <p:cNvSpPr/>
          <p:nvPr/>
        </p:nvSpPr>
        <p:spPr>
          <a:xfrm>
            <a:off x="5381186" y="788870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381186" y="788870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8" name="행 틀"/>
          <p:cNvSpPr/>
          <p:nvPr/>
        </p:nvSpPr>
        <p:spPr>
          <a:xfrm>
            <a:off x="536870" y="1380522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391478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91478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1" name="행 글"/>
          <p:cNvSpPr>
            <a:spLocks noGrp="1"/>
          </p:cNvSpPr>
          <p:nvPr>
            <p:ph type="body" sz="quarter" idx="25"/>
          </p:nvPr>
        </p:nvSpPr>
        <p:spPr>
          <a:xfrm>
            <a:off x="1172348" y="1380522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2" name="요약 박스"/>
          <p:cNvSpPr/>
          <p:nvPr/>
        </p:nvSpPr>
        <p:spPr>
          <a:xfrm>
            <a:off x="4452511" y="1413391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3" name="요약 박스"/>
          <p:cNvSpPr>
            <a:spLocks noGrp="1"/>
          </p:cNvSpPr>
          <p:nvPr>
            <p:ph type="body" sz="quarter" idx="26"/>
          </p:nvPr>
        </p:nvSpPr>
        <p:spPr>
          <a:xfrm>
            <a:off x="4452511" y="1413391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4" name="사진 칸"/>
          <p:cNvSpPr/>
          <p:nvPr/>
        </p:nvSpPr>
        <p:spPr>
          <a:xfrm>
            <a:off x="5381186" y="1402435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7"/>
          </p:nvPr>
        </p:nvSpPr>
        <p:spPr>
          <a:xfrm>
            <a:off x="5381186" y="1402435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Best Practice 박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BP 라벨"/>
          <p:cNvSpPr/>
          <p:nvPr/>
        </p:nvSpPr>
        <p:spPr>
          <a:xfrm>
            <a:off x="723130" y="777913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BP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2" name="제목 띠"/>
          <p:cNvSpPr/>
          <p:nvPr/>
        </p:nvSpPr>
        <p:spPr>
          <a:xfrm>
            <a:off x="1457217" y="799826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BP 제목"/>
          <p:cNvSpPr>
            <a:spLocks noGrp="1"/>
          </p:cNvSpPr>
          <p:nvPr>
            <p:ph type="body" sz="quarter" idx="21"/>
          </p:nvPr>
        </p:nvSpPr>
        <p:spPr>
          <a:xfrm>
            <a:off x="1544870" y="799826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4" name="BP 문장"/>
          <p:cNvSpPr>
            <a:spLocks noGrp="1"/>
          </p:cNvSpPr>
          <p:nvPr>
            <p:ph type="body" sz="quarter" idx="22"/>
          </p:nvPr>
        </p:nvSpPr>
        <p:spPr>
          <a:xfrm>
            <a:off x="1522957" y="1139478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번호 과제 그룹(분야 박스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그룹 틀"/>
          <p:cNvSpPr/>
          <p:nvPr/>
        </p:nvSpPr>
        <p:spPr>
          <a:xfrm>
            <a:off x="536870" y="986087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캡션"/>
          <p:cNvSpPr/>
          <p:nvPr/>
        </p:nvSpPr>
        <p:spPr>
          <a:xfrm>
            <a:off x="1292870" y="766957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" name="캡션"/>
          <p:cNvSpPr>
            <a:spLocks noGrp="1"/>
          </p:cNvSpPr>
          <p:nvPr>
            <p:ph type="body" sz="quarter" idx="20"/>
          </p:nvPr>
        </p:nvSpPr>
        <p:spPr>
          <a:xfrm>
            <a:off x="1292870" y="766957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591652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분야 머리"/>
          <p:cNvSpPr>
            <a:spLocks noGrp="1"/>
          </p:cNvSpPr>
          <p:nvPr>
            <p:ph type="body" sz="quarter" idx="21"/>
          </p:nvPr>
        </p:nvSpPr>
        <p:spPr>
          <a:xfrm>
            <a:off x="591652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5" name="번호"/>
          <p:cNvSpPr/>
          <p:nvPr/>
        </p:nvSpPr>
        <p:spPr>
          <a:xfrm>
            <a:off x="63547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6" name="번호"/>
          <p:cNvSpPr>
            <a:spLocks noGrp="1"/>
          </p:cNvSpPr>
          <p:nvPr>
            <p:ph type="body" sz="quarter" idx="22"/>
          </p:nvPr>
        </p:nvSpPr>
        <p:spPr>
          <a:xfrm>
            <a:off x="63547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23"/>
          </p:nvPr>
        </p:nvSpPr>
        <p:spPr>
          <a:xfrm>
            <a:off x="854609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8" name="번호"/>
          <p:cNvSpPr/>
          <p:nvPr/>
        </p:nvSpPr>
        <p:spPr>
          <a:xfrm>
            <a:off x="63547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9" name="번호"/>
          <p:cNvSpPr>
            <a:spLocks noGrp="1"/>
          </p:cNvSpPr>
          <p:nvPr>
            <p:ph type="body" sz="quarter" idx="24"/>
          </p:nvPr>
        </p:nvSpPr>
        <p:spPr>
          <a:xfrm>
            <a:off x="63547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0" name="과제 글"/>
          <p:cNvSpPr>
            <a:spLocks noGrp="1"/>
          </p:cNvSpPr>
          <p:nvPr>
            <p:ph type="body" sz="quarter" idx="25"/>
          </p:nvPr>
        </p:nvSpPr>
        <p:spPr>
          <a:xfrm>
            <a:off x="854609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1" name="번호"/>
          <p:cNvSpPr/>
          <p:nvPr/>
        </p:nvSpPr>
        <p:spPr>
          <a:xfrm>
            <a:off x="63547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번호"/>
          <p:cNvSpPr>
            <a:spLocks noGrp="1"/>
          </p:cNvSpPr>
          <p:nvPr>
            <p:ph type="body" sz="quarter" idx="26"/>
          </p:nvPr>
        </p:nvSpPr>
        <p:spPr>
          <a:xfrm>
            <a:off x="63547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3" name="과제 글"/>
          <p:cNvSpPr>
            <a:spLocks noGrp="1"/>
          </p:cNvSpPr>
          <p:nvPr>
            <p:ph type="body" sz="quarter" idx="27"/>
          </p:nvPr>
        </p:nvSpPr>
        <p:spPr>
          <a:xfrm>
            <a:off x="854609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4" name="분야 박스"/>
          <p:cNvSpPr/>
          <p:nvPr/>
        </p:nvSpPr>
        <p:spPr>
          <a:xfrm>
            <a:off x="2161174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분야 머리"/>
          <p:cNvSpPr>
            <a:spLocks noGrp="1"/>
          </p:cNvSpPr>
          <p:nvPr>
            <p:ph type="body" sz="quarter" idx="28"/>
          </p:nvPr>
        </p:nvSpPr>
        <p:spPr>
          <a:xfrm>
            <a:off x="2161174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6" name="번호"/>
          <p:cNvSpPr/>
          <p:nvPr/>
        </p:nvSpPr>
        <p:spPr>
          <a:xfrm>
            <a:off x="2205000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7" name="번호"/>
          <p:cNvSpPr>
            <a:spLocks noGrp="1"/>
          </p:cNvSpPr>
          <p:nvPr>
            <p:ph type="body" sz="quarter" idx="29"/>
          </p:nvPr>
        </p:nvSpPr>
        <p:spPr>
          <a:xfrm>
            <a:off x="2205000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30"/>
          </p:nvPr>
        </p:nvSpPr>
        <p:spPr>
          <a:xfrm>
            <a:off x="2424130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9" name="번호"/>
          <p:cNvSpPr/>
          <p:nvPr/>
        </p:nvSpPr>
        <p:spPr>
          <a:xfrm>
            <a:off x="2205000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번호"/>
          <p:cNvSpPr>
            <a:spLocks noGrp="1"/>
          </p:cNvSpPr>
          <p:nvPr>
            <p:ph type="body" sz="quarter" idx="31"/>
          </p:nvPr>
        </p:nvSpPr>
        <p:spPr>
          <a:xfrm>
            <a:off x="2205000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1" name="과제 글"/>
          <p:cNvSpPr>
            <a:spLocks noGrp="1"/>
          </p:cNvSpPr>
          <p:nvPr>
            <p:ph type="body" sz="quarter" idx="32"/>
          </p:nvPr>
        </p:nvSpPr>
        <p:spPr>
          <a:xfrm>
            <a:off x="2424130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2" name="번호"/>
          <p:cNvSpPr/>
          <p:nvPr/>
        </p:nvSpPr>
        <p:spPr>
          <a:xfrm>
            <a:off x="2205000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번호"/>
          <p:cNvSpPr>
            <a:spLocks noGrp="1"/>
          </p:cNvSpPr>
          <p:nvPr>
            <p:ph type="body" sz="quarter" idx="33"/>
          </p:nvPr>
        </p:nvSpPr>
        <p:spPr>
          <a:xfrm>
            <a:off x="2205000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4" name="과제 글"/>
          <p:cNvSpPr>
            <a:spLocks noGrp="1"/>
          </p:cNvSpPr>
          <p:nvPr>
            <p:ph type="body" sz="quarter" idx="34"/>
          </p:nvPr>
        </p:nvSpPr>
        <p:spPr>
          <a:xfrm>
            <a:off x="2424130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5" name="분야 박스"/>
          <p:cNvSpPr/>
          <p:nvPr/>
        </p:nvSpPr>
        <p:spPr>
          <a:xfrm>
            <a:off x="3730696" y="1051826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분야 머리"/>
          <p:cNvSpPr>
            <a:spLocks noGrp="1"/>
          </p:cNvSpPr>
          <p:nvPr>
            <p:ph type="body" sz="quarter" idx="35"/>
          </p:nvPr>
        </p:nvSpPr>
        <p:spPr>
          <a:xfrm>
            <a:off x="3730696" y="1062783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7" name="소분야"/>
          <p:cNvSpPr/>
          <p:nvPr/>
        </p:nvSpPr>
        <p:spPr>
          <a:xfrm>
            <a:off x="3763565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소분야"/>
          <p:cNvSpPr>
            <a:spLocks noGrp="1"/>
          </p:cNvSpPr>
          <p:nvPr>
            <p:ph type="body" sz="quarter" idx="36"/>
          </p:nvPr>
        </p:nvSpPr>
        <p:spPr>
          <a:xfrm>
            <a:off x="3763565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9" name="번호"/>
          <p:cNvSpPr/>
          <p:nvPr/>
        </p:nvSpPr>
        <p:spPr>
          <a:xfrm>
            <a:off x="3774522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0" name="번호"/>
          <p:cNvSpPr>
            <a:spLocks noGrp="1"/>
          </p:cNvSpPr>
          <p:nvPr>
            <p:ph type="body" sz="quarter" idx="37"/>
          </p:nvPr>
        </p:nvSpPr>
        <p:spPr>
          <a:xfrm>
            <a:off x="3774522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1" name="과제 글"/>
          <p:cNvSpPr>
            <a:spLocks noGrp="1"/>
          </p:cNvSpPr>
          <p:nvPr>
            <p:ph type="body" sz="quarter" idx="38"/>
          </p:nvPr>
        </p:nvSpPr>
        <p:spPr>
          <a:xfrm>
            <a:off x="3993652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2" name="번호"/>
          <p:cNvSpPr/>
          <p:nvPr/>
        </p:nvSpPr>
        <p:spPr>
          <a:xfrm>
            <a:off x="3774522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3774522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4" name="과제 글"/>
          <p:cNvSpPr>
            <a:spLocks noGrp="1"/>
          </p:cNvSpPr>
          <p:nvPr>
            <p:ph type="body" sz="quarter" idx="40"/>
          </p:nvPr>
        </p:nvSpPr>
        <p:spPr>
          <a:xfrm>
            <a:off x="3993652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5" name="번호"/>
          <p:cNvSpPr/>
          <p:nvPr/>
        </p:nvSpPr>
        <p:spPr>
          <a:xfrm>
            <a:off x="3774522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6" name="번호"/>
          <p:cNvSpPr>
            <a:spLocks noGrp="1"/>
          </p:cNvSpPr>
          <p:nvPr>
            <p:ph type="body" sz="quarter" idx="41"/>
          </p:nvPr>
        </p:nvSpPr>
        <p:spPr>
          <a:xfrm>
            <a:off x="3774522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7" name="과제 글"/>
          <p:cNvSpPr>
            <a:spLocks noGrp="1"/>
          </p:cNvSpPr>
          <p:nvPr>
            <p:ph type="body" sz="quarter" idx="42"/>
          </p:nvPr>
        </p:nvSpPr>
        <p:spPr>
          <a:xfrm>
            <a:off x="3993652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8" name="소분야"/>
          <p:cNvSpPr/>
          <p:nvPr/>
        </p:nvSpPr>
        <p:spPr>
          <a:xfrm>
            <a:off x="5256391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소분야"/>
          <p:cNvSpPr>
            <a:spLocks noGrp="1"/>
          </p:cNvSpPr>
          <p:nvPr>
            <p:ph type="body" sz="quarter" idx="43"/>
          </p:nvPr>
        </p:nvSpPr>
        <p:spPr>
          <a:xfrm>
            <a:off x="5256391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50" name="번호"/>
          <p:cNvSpPr/>
          <p:nvPr/>
        </p:nvSpPr>
        <p:spPr>
          <a:xfrm>
            <a:off x="526734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526734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2" name="과제 글"/>
          <p:cNvSpPr>
            <a:spLocks noGrp="1"/>
          </p:cNvSpPr>
          <p:nvPr>
            <p:ph type="body" sz="quarter" idx="45"/>
          </p:nvPr>
        </p:nvSpPr>
        <p:spPr>
          <a:xfrm>
            <a:off x="5486478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3" name="번호"/>
          <p:cNvSpPr/>
          <p:nvPr/>
        </p:nvSpPr>
        <p:spPr>
          <a:xfrm>
            <a:off x="526734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번호"/>
          <p:cNvSpPr>
            <a:spLocks noGrp="1"/>
          </p:cNvSpPr>
          <p:nvPr>
            <p:ph type="body" sz="quarter" idx="46"/>
          </p:nvPr>
        </p:nvSpPr>
        <p:spPr>
          <a:xfrm>
            <a:off x="526734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5" name="과제 글"/>
          <p:cNvSpPr>
            <a:spLocks noGrp="1"/>
          </p:cNvSpPr>
          <p:nvPr>
            <p:ph type="body" sz="quarter" idx="47"/>
          </p:nvPr>
        </p:nvSpPr>
        <p:spPr>
          <a:xfrm>
            <a:off x="5486478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6" name="번호"/>
          <p:cNvSpPr/>
          <p:nvPr/>
        </p:nvSpPr>
        <p:spPr>
          <a:xfrm>
            <a:off x="526734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7" name="번호"/>
          <p:cNvSpPr>
            <a:spLocks noGrp="1"/>
          </p:cNvSpPr>
          <p:nvPr>
            <p:ph type="body" sz="quarter" idx="48"/>
          </p:nvPr>
        </p:nvSpPr>
        <p:spPr>
          <a:xfrm>
            <a:off x="526734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8" name="과제 글"/>
          <p:cNvSpPr>
            <a:spLocks noGrp="1"/>
          </p:cNvSpPr>
          <p:nvPr>
            <p:ph type="body" sz="quarter" idx="49"/>
          </p:nvPr>
        </p:nvSpPr>
        <p:spPr>
          <a:xfrm>
            <a:off x="5486478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조직 · 네트워크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4924957" y="77791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패널 머리"/>
          <p:cNvSpPr/>
          <p:nvPr/>
        </p:nvSpPr>
        <p:spPr>
          <a:xfrm>
            <a:off x="4924957" y="77791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4" name="패널 머리"/>
          <p:cNvSpPr>
            <a:spLocks noGrp="1"/>
          </p:cNvSpPr>
          <p:nvPr>
            <p:ph type="body" sz="quarter" idx="21"/>
          </p:nvPr>
        </p:nvSpPr>
        <p:spPr>
          <a:xfrm>
            <a:off x="4924957" y="77791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15" name="총괄"/>
          <p:cNvSpPr/>
          <p:nvPr/>
        </p:nvSpPr>
        <p:spPr>
          <a:xfrm>
            <a:off x="1626660" y="1084696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총괄"/>
          <p:cNvSpPr>
            <a:spLocks noGrp="1"/>
          </p:cNvSpPr>
          <p:nvPr>
            <p:ph type="body" sz="quarter" idx="22"/>
          </p:nvPr>
        </p:nvSpPr>
        <p:spPr>
          <a:xfrm>
            <a:off x="1626660" y="1084696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17" name="총괄 설명"/>
          <p:cNvSpPr/>
          <p:nvPr/>
        </p:nvSpPr>
        <p:spPr>
          <a:xfrm>
            <a:off x="1626660" y="130382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총괄 설명"/>
          <p:cNvSpPr>
            <a:spLocks noGrp="1"/>
          </p:cNvSpPr>
          <p:nvPr>
            <p:ph type="body" sz="quarter" idx="23"/>
          </p:nvPr>
        </p:nvSpPr>
        <p:spPr>
          <a:xfrm>
            <a:off x="1626660" y="130382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19" name="보조 조직"/>
          <p:cNvSpPr/>
          <p:nvPr/>
        </p:nvSpPr>
        <p:spPr>
          <a:xfrm>
            <a:off x="4059391" y="1084696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보조 조직"/>
          <p:cNvSpPr>
            <a:spLocks noGrp="1"/>
          </p:cNvSpPr>
          <p:nvPr>
            <p:ph type="body" sz="quarter" idx="24"/>
          </p:nvPr>
        </p:nvSpPr>
        <p:spPr>
          <a:xfrm>
            <a:off x="4059391" y="1084696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21" name="보조 글"/>
          <p:cNvSpPr>
            <a:spLocks noGrp="1"/>
          </p:cNvSpPr>
          <p:nvPr>
            <p:ph type="body" sz="quarter" idx="25"/>
          </p:nvPr>
        </p:nvSpPr>
        <p:spPr>
          <a:xfrm>
            <a:off x="4059391" y="1292870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1449000" y="1588696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3" name="Connector 12"/>
          <p:cNvCxnSpPr/>
          <p:nvPr/>
        </p:nvCxnSpPr>
        <p:spPr>
          <a:xfrm>
            <a:off x="2583000" y="1501043"/>
            <a:ext cx="0" cy="87653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4" name="Connector 13"/>
          <p:cNvCxnSpPr/>
          <p:nvPr/>
        </p:nvCxnSpPr>
        <p:spPr>
          <a:xfrm>
            <a:off x="144900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5" name="부서"/>
          <p:cNvSpPr/>
          <p:nvPr/>
        </p:nvSpPr>
        <p:spPr>
          <a:xfrm>
            <a:off x="78887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부서"/>
          <p:cNvSpPr>
            <a:spLocks noGrp="1"/>
          </p:cNvSpPr>
          <p:nvPr>
            <p:ph type="body" sz="quarter" idx="26"/>
          </p:nvPr>
        </p:nvSpPr>
        <p:spPr>
          <a:xfrm>
            <a:off x="78887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27" name="부서 글"/>
          <p:cNvSpPr>
            <a:spLocks noGrp="1"/>
          </p:cNvSpPr>
          <p:nvPr>
            <p:ph type="body" sz="quarter" idx="27"/>
          </p:nvPr>
        </p:nvSpPr>
        <p:spPr>
          <a:xfrm>
            <a:off x="78887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280213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9" name="부서"/>
          <p:cNvSpPr/>
          <p:nvPr/>
        </p:nvSpPr>
        <p:spPr>
          <a:xfrm>
            <a:off x="214200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부서"/>
          <p:cNvSpPr>
            <a:spLocks noGrp="1"/>
          </p:cNvSpPr>
          <p:nvPr>
            <p:ph type="body" sz="quarter" idx="28"/>
          </p:nvPr>
        </p:nvSpPr>
        <p:spPr>
          <a:xfrm>
            <a:off x="214200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31" name="부서 글"/>
          <p:cNvSpPr>
            <a:spLocks noGrp="1"/>
          </p:cNvSpPr>
          <p:nvPr>
            <p:ph type="body" sz="quarter" idx="29"/>
          </p:nvPr>
        </p:nvSpPr>
        <p:spPr>
          <a:xfrm>
            <a:off x="214200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55261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33" name="부서"/>
          <p:cNvSpPr/>
          <p:nvPr/>
        </p:nvSpPr>
        <p:spPr>
          <a:xfrm>
            <a:off x="349513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부서"/>
          <p:cNvSpPr>
            <a:spLocks noGrp="1"/>
          </p:cNvSpPr>
          <p:nvPr>
            <p:ph type="body" sz="quarter" idx="30"/>
          </p:nvPr>
        </p:nvSpPr>
        <p:spPr>
          <a:xfrm>
            <a:off x="349513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35" name="부서 글"/>
          <p:cNvSpPr>
            <a:spLocks noGrp="1"/>
          </p:cNvSpPr>
          <p:nvPr>
            <p:ph type="body" sz="quarter" idx="31"/>
          </p:nvPr>
        </p:nvSpPr>
        <p:spPr>
          <a:xfrm>
            <a:off x="349513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36" name="실행조직"/>
          <p:cNvSpPr/>
          <p:nvPr/>
        </p:nvSpPr>
        <p:spPr>
          <a:xfrm>
            <a:off x="788870" y="225704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실행조직"/>
          <p:cNvSpPr>
            <a:spLocks noGrp="1"/>
          </p:cNvSpPr>
          <p:nvPr>
            <p:ph type="body" sz="quarter" idx="32"/>
          </p:nvPr>
        </p:nvSpPr>
        <p:spPr>
          <a:xfrm>
            <a:off x="788870" y="225704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38" name="분류"/>
          <p:cNvSpPr/>
          <p:nvPr/>
        </p:nvSpPr>
        <p:spPr>
          <a:xfrm>
            <a:off x="4957826" y="107373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분류"/>
          <p:cNvSpPr>
            <a:spLocks noGrp="1"/>
          </p:cNvSpPr>
          <p:nvPr>
            <p:ph type="body" sz="quarter" idx="33"/>
          </p:nvPr>
        </p:nvSpPr>
        <p:spPr>
          <a:xfrm>
            <a:off x="4957826" y="107373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40" name="분류 글"/>
          <p:cNvSpPr>
            <a:spLocks noGrp="1"/>
          </p:cNvSpPr>
          <p:nvPr>
            <p:ph type="body" sz="quarter" idx="34"/>
          </p:nvPr>
        </p:nvSpPr>
        <p:spPr>
          <a:xfrm>
            <a:off x="5483739" y="1062783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957826" y="151930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분류"/>
          <p:cNvSpPr/>
          <p:nvPr/>
        </p:nvSpPr>
        <p:spPr>
          <a:xfrm>
            <a:off x="4957826" y="154121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분류"/>
          <p:cNvSpPr>
            <a:spLocks noGrp="1"/>
          </p:cNvSpPr>
          <p:nvPr>
            <p:ph type="body" sz="quarter" idx="35"/>
          </p:nvPr>
        </p:nvSpPr>
        <p:spPr>
          <a:xfrm>
            <a:off x="4957826" y="154121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44" name="분류 글"/>
          <p:cNvSpPr>
            <a:spLocks noGrp="1"/>
          </p:cNvSpPr>
          <p:nvPr>
            <p:ph type="body" sz="quarter" idx="36"/>
          </p:nvPr>
        </p:nvSpPr>
        <p:spPr>
          <a:xfrm>
            <a:off x="5483739" y="1530261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4957826" y="1986783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분류"/>
          <p:cNvSpPr/>
          <p:nvPr/>
        </p:nvSpPr>
        <p:spPr>
          <a:xfrm>
            <a:off x="4957826" y="2008696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분류"/>
          <p:cNvSpPr>
            <a:spLocks noGrp="1"/>
          </p:cNvSpPr>
          <p:nvPr>
            <p:ph type="body" sz="quarter" idx="37"/>
          </p:nvPr>
        </p:nvSpPr>
        <p:spPr>
          <a:xfrm>
            <a:off x="4957826" y="2008696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48" name="분류 글"/>
          <p:cNvSpPr>
            <a:spLocks noGrp="1"/>
          </p:cNvSpPr>
          <p:nvPr>
            <p:ph type="body" sz="quarter" idx="38"/>
          </p:nvPr>
        </p:nvSpPr>
        <p:spPr>
          <a:xfrm>
            <a:off x="5483739" y="199773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4957826" y="2454261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수상 카드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3" name="사진 칸"/>
          <p:cNvSpPr/>
          <p:nvPr/>
        </p:nvSpPr>
        <p:spPr>
          <a:xfrm>
            <a:off x="1172348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4" name="사진 칸"/>
          <p:cNvSpPr>
            <a:spLocks noGrp="1"/>
          </p:cNvSpPr>
          <p:nvPr>
            <p:ph type="body" sz="quarter" idx="21"/>
          </p:nvPr>
        </p:nvSpPr>
        <p:spPr>
          <a:xfrm>
            <a:off x="1172348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2"/>
          </p:nvPr>
        </p:nvSpPr>
        <p:spPr>
          <a:xfrm>
            <a:off x="1172348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6" name="카드 설명"/>
          <p:cNvSpPr>
            <a:spLocks noGrp="1"/>
          </p:cNvSpPr>
          <p:nvPr>
            <p:ph type="body" sz="quarter" idx="23"/>
          </p:nvPr>
        </p:nvSpPr>
        <p:spPr>
          <a:xfrm>
            <a:off x="1172348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7" name="사진 칸"/>
          <p:cNvSpPr/>
          <p:nvPr/>
        </p:nvSpPr>
        <p:spPr>
          <a:xfrm>
            <a:off x="3056870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사진 칸"/>
          <p:cNvSpPr>
            <a:spLocks noGrp="1"/>
          </p:cNvSpPr>
          <p:nvPr>
            <p:ph type="body" sz="quarter" idx="24"/>
          </p:nvPr>
        </p:nvSpPr>
        <p:spPr>
          <a:xfrm>
            <a:off x="3056870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9" name="카드 제목"/>
          <p:cNvSpPr>
            <a:spLocks noGrp="1"/>
          </p:cNvSpPr>
          <p:nvPr>
            <p:ph type="body" sz="quarter" idx="25"/>
          </p:nvPr>
        </p:nvSpPr>
        <p:spPr>
          <a:xfrm>
            <a:off x="3056870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20" name="카드 설명"/>
          <p:cNvSpPr>
            <a:spLocks noGrp="1"/>
          </p:cNvSpPr>
          <p:nvPr>
            <p:ph type="body" sz="quarter" idx="26"/>
          </p:nvPr>
        </p:nvSpPr>
        <p:spPr>
          <a:xfrm>
            <a:off x="3056870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21" name="사진 칸"/>
          <p:cNvSpPr/>
          <p:nvPr/>
        </p:nvSpPr>
        <p:spPr>
          <a:xfrm>
            <a:off x="4941391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사진 칸"/>
          <p:cNvSpPr>
            <a:spLocks noGrp="1"/>
          </p:cNvSpPr>
          <p:nvPr>
            <p:ph type="body" sz="quarter" idx="27"/>
          </p:nvPr>
        </p:nvSpPr>
        <p:spPr>
          <a:xfrm>
            <a:off x="4941391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28"/>
          </p:nvPr>
        </p:nvSpPr>
        <p:spPr>
          <a:xfrm>
            <a:off x="4941391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24" name="카드 설명"/>
          <p:cNvSpPr>
            <a:spLocks noGrp="1"/>
          </p:cNvSpPr>
          <p:nvPr>
            <p:ph type="body" sz="quarter" idx="29"/>
          </p:nvPr>
        </p:nvSpPr>
        <p:spPr>
          <a:xfrm>
            <a:off x="4941391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주요성과 띠(회색 라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요성과 박스"/>
          <p:cNvSpPr/>
          <p:nvPr/>
        </p:nvSpPr>
        <p:spPr>
          <a:xfrm>
            <a:off x="723130" y="777913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주요성과 라벨"/>
          <p:cNvSpPr/>
          <p:nvPr/>
        </p:nvSpPr>
        <p:spPr>
          <a:xfrm>
            <a:off x="756000" y="81078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주요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0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2" name="주요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번호 띠 + 칩 · 소제목 + 박스 라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안전 문화 확산 노력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8" name="분야 박스"/>
          <p:cNvSpPr/>
          <p:nvPr/>
        </p:nvSpPr>
        <p:spPr>
          <a:xfrm>
            <a:off x="766390" y="1227130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분야 박스"/>
          <p:cNvSpPr>
            <a:spLocks noGrp="1"/>
          </p:cNvSpPr>
          <p:nvPr>
            <p:ph type="body" sz="quarter" idx="24"/>
          </p:nvPr>
        </p:nvSpPr>
        <p:spPr>
          <a:xfrm>
            <a:off x="766390" y="1227130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1958058" y="1347652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>
            <a:spLocks noGrp="1"/>
          </p:cNvSpPr>
          <p:nvPr>
            <p:ph type="body" sz="quarter" idx="25"/>
          </p:nvPr>
        </p:nvSpPr>
        <p:spPr>
          <a:xfrm>
            <a:off x="1958058" y="1194261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22" name="태그칩"/>
          <p:cNvSpPr/>
          <p:nvPr/>
        </p:nvSpPr>
        <p:spPr>
          <a:xfrm>
            <a:off x="3632903" y="1227130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3632903" y="1227130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이행체계 · 화살 머리 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34087" y="788870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11" name="단계"/>
          <p:cNvSpPr/>
          <p:nvPr/>
        </p:nvSpPr>
        <p:spPr>
          <a:xfrm>
            <a:off x="1358609" y="777913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" name="단계"/>
          <p:cNvSpPr>
            <a:spLocks noGrp="1"/>
          </p:cNvSpPr>
          <p:nvPr>
            <p:ph type="body" sz="quarter" idx="21"/>
          </p:nvPr>
        </p:nvSpPr>
        <p:spPr>
          <a:xfrm>
            <a:off x="135860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3" name="단계"/>
          <p:cNvSpPr/>
          <p:nvPr/>
        </p:nvSpPr>
        <p:spPr>
          <a:xfrm>
            <a:off x="2774739" y="777913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4" name="단계"/>
          <p:cNvSpPr>
            <a:spLocks noGrp="1"/>
          </p:cNvSpPr>
          <p:nvPr>
            <p:ph type="body" sz="quarter" idx="22"/>
          </p:nvPr>
        </p:nvSpPr>
        <p:spPr>
          <a:xfrm>
            <a:off x="277473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15" name="단계"/>
          <p:cNvSpPr/>
          <p:nvPr/>
        </p:nvSpPr>
        <p:spPr>
          <a:xfrm>
            <a:off x="4190870" y="777913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6" name="단계"/>
          <p:cNvSpPr>
            <a:spLocks noGrp="1"/>
          </p:cNvSpPr>
          <p:nvPr>
            <p:ph type="body" sz="quarter" idx="23"/>
          </p:nvPr>
        </p:nvSpPr>
        <p:spPr>
          <a:xfrm>
            <a:off x="419087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17" name="단계"/>
          <p:cNvSpPr/>
          <p:nvPr/>
        </p:nvSpPr>
        <p:spPr>
          <a:xfrm>
            <a:off x="5607000" y="777913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4"/>
          </p:nvPr>
        </p:nvSpPr>
        <p:spPr>
          <a:xfrm>
            <a:off x="560700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9" name="단계 삼각형"/>
          <p:cNvSpPr/>
          <p:nvPr/>
        </p:nvSpPr>
        <p:spPr>
          <a:xfrm>
            <a:off x="277473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단계 삼각형"/>
          <p:cNvSpPr/>
          <p:nvPr/>
        </p:nvSpPr>
        <p:spPr>
          <a:xfrm>
            <a:off x="419086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단계 삼각형"/>
          <p:cNvSpPr/>
          <p:nvPr/>
        </p:nvSpPr>
        <p:spPr>
          <a:xfrm>
            <a:off x="5607000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본문 틀"/>
          <p:cNvSpPr/>
          <p:nvPr/>
        </p:nvSpPr>
        <p:spPr>
          <a:xfrm>
            <a:off x="1358609" y="1029913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5"/>
          </p:nvPr>
        </p:nvSpPr>
        <p:spPr>
          <a:xfrm>
            <a:off x="1369565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278569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2774739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420182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9087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5617957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60700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이행 요약"/>
          <p:cNvSpPr/>
          <p:nvPr/>
        </p:nvSpPr>
        <p:spPr>
          <a:xfrm>
            <a:off x="1358609" y="1470991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1" name="이행 요약"/>
          <p:cNvSpPr>
            <a:spLocks noGrp="1"/>
          </p:cNvSpPr>
          <p:nvPr>
            <p:ph type="body" sz="quarter" idx="29"/>
          </p:nvPr>
        </p:nvSpPr>
        <p:spPr>
          <a:xfrm>
            <a:off x="1358609" y="1470991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1" name="성과 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성과 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32" name="인라인 표"/>
          <p:cNvGraphicFramePr>
            <a:graphicFrameLocks noGrp="1"/>
          </p:cNvGraphicFramePr>
          <p:nvPr/>
        </p:nvGraphicFramePr>
        <p:xfrm>
          <a:off x="1391478" y="2831165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6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8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0" name="강조 바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0" name="주석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0" name="강조 바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3" name="소행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소행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가운데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23" name="가운데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6" name="패널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7" name="요약 바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" name="패널 머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1" name="요약 바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" name="패널 머리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" name="패널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5" name="요약 바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graphicFrame>
        <p:nvGraphicFramePr>
          <p:cNvPr id="7" name="실적표"/>
          <p:cNvGraphicFramePr>
            <a:graphicFrameLocks noGrp="1"/>
          </p:cNvGraphicFramePr>
          <p:nvPr/>
        </p:nvGraphicFramePr>
        <p:xfrm>
          <a:off x="536870" y="76695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8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1" name="핵심성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6" name="헤드라인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6" name="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" name="칩 셀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8" name="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9" name="칩 셀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0" name="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11" name="칩 셀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12" name="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3" name="칩 셀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sp>
        <p:nvSpPr>
          <p:cNvPr id="15" name="전략 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16" name="타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17" name="타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18" name="타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19" name="타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0" name="요약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2" name="PI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15" name="KPI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16" name="KPI 결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18" name="단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26" name="값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6" name="PI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KPI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40" name="KPI 결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42" name="단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60" name="PI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63" name="KPI 글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64" name="KPI 결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66" name="단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5" name="분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6" name="개수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0" name="카드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1" name="카드 부제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3" name="값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4" name="연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16" name="값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17" name="연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9" name="값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0" name="연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26" name="현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28" name="목표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0" name="분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31" name="개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5" name="카드 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36" name="카드 부제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38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39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1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42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50" name="카드 부제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1" name="현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53" name="목표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9" name="행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10" name="요약 박스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11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14" name="행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15" name="요약 박스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16" name="사진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5" name="BP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7" name="BP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8" name="BP 문장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캡션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0" name="분야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1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과제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3" name="번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과제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18" name="분야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19" name="번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0" name="과제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1" name="번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23" name="번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24" name="과제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26" name="분야 머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27" name="소분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28" name="번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29" name="과제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30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31" name="과제 글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34" name="소분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36" name="과제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38" name="과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7" name="패널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8" name="총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9" name="총괄 설명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10" name="보조 조직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11" name="보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sp>
        <p:nvSpPr>
          <p:cNvPr id="15" name="부서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16" name="부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sp>
        <p:nvSpPr>
          <p:cNvPr id="18" name="부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19" name="부서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sp>
        <p:nvSpPr>
          <p:cNvPr id="21" name="부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22" name="부서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23" name="실행조직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24" name="분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25" name="분류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sp>
        <p:nvSpPr>
          <p:cNvPr id="27" name="분류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28" name="분류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sp>
        <p:nvSpPr>
          <p:cNvPr id="30" name="분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31" name="분류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9" name="사진 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" name="카드 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1" name="카드 설명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3" name="카드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4" name="카드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5" name="사진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7" name="카드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5" name="주요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" name="주요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안전 문화 확산 노력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4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6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5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8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sp>
        <p:nvSpPr>
          <p:cNvPr id="20" name="이행 요약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1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6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6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8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9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50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60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62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4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7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8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9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71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3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4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5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8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17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18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19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0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1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2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5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6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27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8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29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1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2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4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6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38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39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0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1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2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3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5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48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49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0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1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2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3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4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5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6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57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58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59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0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1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2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4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5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6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67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68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69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0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2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3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5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3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4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5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87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88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89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2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3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4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3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4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5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6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7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9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1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2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3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6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8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9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3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4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9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3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4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6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3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5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58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78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88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89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2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3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4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2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6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07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08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6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7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9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1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3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5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7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9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1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3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5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9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50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6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7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9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60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61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5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6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3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4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5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6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7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8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9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80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3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4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5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6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7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8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9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90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91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5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7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8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9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01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6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9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11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4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5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8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9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22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4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5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7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30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31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4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5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8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
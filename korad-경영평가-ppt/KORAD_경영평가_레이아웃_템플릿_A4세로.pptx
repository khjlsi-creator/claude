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2 평가내용 +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517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539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539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517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539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3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4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81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819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819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347652" y="1625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625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27"/>
          </p:nvPr>
        </p:nvSpPr>
        <p:spPr>
          <a:xfrm>
            <a:off x="2331565" y="1614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/>
          <p:nvPr/>
        </p:nvSpPr>
        <p:spPr>
          <a:xfrm>
            <a:off x="1347652" y="1823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823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2331565" y="1812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8" name="태그"/>
          <p:cNvSpPr/>
          <p:nvPr/>
        </p:nvSpPr>
        <p:spPr>
          <a:xfrm>
            <a:off x="1347652" y="2020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020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1"/>
          </p:nvPr>
        </p:nvSpPr>
        <p:spPr>
          <a:xfrm>
            <a:off x="2331565" y="2009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239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393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2393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2261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261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2261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261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2261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261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2261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2261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13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513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546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513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546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5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16968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6968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169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19160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9160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머리칸"/>
          <p:cNvSpPr/>
          <p:nvPr/>
        </p:nvSpPr>
        <p:spPr>
          <a:xfrm>
            <a:off x="3193826" y="119160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193826" y="119160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32643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04783" y="1432643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193826" y="14655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951826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51826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95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973739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73739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9" name="단계"/>
          <p:cNvSpPr/>
          <p:nvPr/>
        </p:nvSpPr>
        <p:spPr>
          <a:xfrm>
            <a:off x="2177609" y="1973739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177609" y="1973739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1" name="단계"/>
          <p:cNvSpPr/>
          <p:nvPr/>
        </p:nvSpPr>
        <p:spPr>
          <a:xfrm>
            <a:off x="3193826" y="1973739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193826" y="1973739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3" name="단계"/>
          <p:cNvSpPr/>
          <p:nvPr/>
        </p:nvSpPr>
        <p:spPr>
          <a:xfrm>
            <a:off x="4210043" y="1973739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210043" y="1973739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2177608" y="19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3193826" y="19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210043" y="19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25739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2188565" y="2225739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2177609" y="225860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204783" y="2225739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193826" y="225860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221000" y="2225739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210043" y="225860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성과 화살표"/>
          <p:cNvSpPr/>
          <p:nvPr/>
        </p:nvSpPr>
        <p:spPr>
          <a:xfrm>
            <a:off x="5281043" y="1610765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성과 패널 머리"/>
          <p:cNvSpPr/>
          <p:nvPr/>
        </p:nvSpPr>
        <p:spPr>
          <a:xfrm>
            <a:off x="5450870" y="76695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450870" y="76695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성과 패널"/>
          <p:cNvSpPr/>
          <p:nvPr/>
        </p:nvSpPr>
        <p:spPr>
          <a:xfrm>
            <a:off x="5450870" y="101895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472783" y="104087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6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16209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16209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16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38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38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438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438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7916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67916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712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3807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3807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380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599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599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4" name="단계"/>
          <p:cNvSpPr/>
          <p:nvPr/>
        </p:nvSpPr>
        <p:spPr>
          <a:xfrm>
            <a:off x="2759674" y="20599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2759674" y="20599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20599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0599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8" name="단계"/>
          <p:cNvSpPr/>
          <p:nvPr/>
        </p:nvSpPr>
        <p:spPr>
          <a:xfrm>
            <a:off x="5583717" y="20599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5583717" y="20599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2759673" y="2059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171695" y="2059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583717" y="2059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11983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2770630" y="2311983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2759674" y="234485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311983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4171696" y="234485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5594674" y="2311983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49" name="Connector 32"/>
          <p:cNvCxnSpPr/>
          <p:nvPr/>
        </p:nvCxnSpPr>
        <p:spPr>
          <a:xfrm>
            <a:off x="5583717" y="234485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7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16968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6968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169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191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91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191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91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32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432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465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79154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79154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915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1161391" y="183537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83537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2284344" y="182441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2032591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032591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2284344" y="202163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8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16209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 태그"/>
          <p:cNvSpPr/>
          <p:nvPr/>
        </p:nvSpPr>
        <p:spPr>
          <a:xfrm>
            <a:off x="854405" y="1580557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레일 태그"/>
          <p:cNvSpPr>
            <a:spLocks noGrp="1"/>
          </p:cNvSpPr>
          <p:nvPr>
            <p:ph type="body" sz="quarter" idx="25"/>
          </p:nvPr>
        </p:nvSpPr>
        <p:spPr>
          <a:xfrm>
            <a:off x="854405" y="1580557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2" name="레일 라벨"/>
          <p:cNvSpPr>
            <a:spLocks noGrp="1"/>
          </p:cNvSpPr>
          <p:nvPr>
            <p:ph type="body" sz="quarter" idx="26"/>
          </p:nvPr>
        </p:nvSpPr>
        <p:spPr>
          <a:xfrm>
            <a:off x="734087" y="1766817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16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38122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38122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79165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/>
          <p:nvPr/>
        </p:nvSpPr>
        <p:spPr>
          <a:xfrm>
            <a:off x="5916522" y="144360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8" name="사진 칸"/>
          <p:cNvSpPr>
            <a:spLocks noGrp="1"/>
          </p:cNvSpPr>
          <p:nvPr>
            <p:ph type="body" sz="quarter" idx="29"/>
          </p:nvPr>
        </p:nvSpPr>
        <p:spPr>
          <a:xfrm>
            <a:off x="5916522" y="1443600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224890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854405" y="2413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30"/>
          </p:nvPr>
        </p:nvSpPr>
        <p:spPr>
          <a:xfrm>
            <a:off x="854405" y="2413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599513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2489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347652" y="2270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270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5063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063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25063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063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25063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063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74742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74742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780296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74742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780296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9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0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4" name="머리칸"/>
          <p:cNvSpPr/>
          <p:nvPr/>
        </p:nvSpPr>
        <p:spPr>
          <a:xfrm>
            <a:off x="1347652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1347652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6" name="머리칸"/>
          <p:cNvSpPr/>
          <p:nvPr/>
        </p:nvSpPr>
        <p:spPr>
          <a:xfrm>
            <a:off x="3230348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3230348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8" name="머리칸"/>
          <p:cNvSpPr/>
          <p:nvPr/>
        </p:nvSpPr>
        <p:spPr>
          <a:xfrm>
            <a:off x="5113043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5113043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292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292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3230348" y="1325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292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13043" y="1325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347652" y="1673687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673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1662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1892817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92817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19147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9147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50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50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5" name="머리칸"/>
          <p:cNvSpPr/>
          <p:nvPr/>
        </p:nvSpPr>
        <p:spPr>
          <a:xfrm>
            <a:off x="4171696" y="2150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150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391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391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24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태그"/>
          <p:cNvSpPr/>
          <p:nvPr/>
        </p:nvSpPr>
        <p:spPr>
          <a:xfrm>
            <a:off x="1347652" y="2772157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77215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972988" y="276120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1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10730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0730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10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3264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3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5" name="단계"/>
          <p:cNvSpPr/>
          <p:nvPr/>
        </p:nvSpPr>
        <p:spPr>
          <a:xfrm>
            <a:off x="2573413" y="143264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3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43264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3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9" name="단계"/>
          <p:cNvSpPr/>
          <p:nvPr/>
        </p:nvSpPr>
        <p:spPr>
          <a:xfrm>
            <a:off x="5397457" y="143264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3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573413" y="1432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3985434" y="1432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397456" y="1432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84643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684643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2573413" y="1717513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684643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1717513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684643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5397457" y="1717513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358626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358626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2358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23805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3805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23805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3805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1583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258470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621583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2654452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2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3670435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670435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3681391" y="1057304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3670435" y="10901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16209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16209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16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381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381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4" name="머리칸"/>
          <p:cNvSpPr/>
          <p:nvPr/>
        </p:nvSpPr>
        <p:spPr>
          <a:xfrm>
            <a:off x="3670435" y="14381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670435" y="14381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791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681391" y="16791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670435" y="1712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38070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3807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380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059983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059983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4" name="본문"/>
          <p:cNvSpPr>
            <a:spLocks noGrp="1"/>
          </p:cNvSpPr>
          <p:nvPr>
            <p:ph type="body" sz="quarter" idx="32"/>
          </p:nvPr>
        </p:nvSpPr>
        <p:spPr>
          <a:xfrm>
            <a:off x="1347652" y="2295548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35" name="사진 칸"/>
          <p:cNvSpPr/>
          <p:nvPr/>
        </p:nvSpPr>
        <p:spPr>
          <a:xfrm>
            <a:off x="6064435" y="794348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6" name="사진 칸"/>
          <p:cNvSpPr>
            <a:spLocks noGrp="1"/>
          </p:cNvSpPr>
          <p:nvPr>
            <p:ph type="body" sz="quarter" idx="33"/>
          </p:nvPr>
        </p:nvSpPr>
        <p:spPr>
          <a:xfrm>
            <a:off x="6064435" y="794348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7" name="사진 칸"/>
          <p:cNvSpPr/>
          <p:nvPr/>
        </p:nvSpPr>
        <p:spPr>
          <a:xfrm>
            <a:off x="6064435" y="2038070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>
          <a:xfrm>
            <a:off x="6064435" y="2038070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3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05323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5323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161391" y="1075148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7" name="레일"/>
          <p:cNvSpPr/>
          <p:nvPr/>
        </p:nvSpPr>
        <p:spPr>
          <a:xfrm>
            <a:off x="547826" y="1323078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23078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44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344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44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344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44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344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8603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8603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618904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8603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618904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4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2" name="강조 바"/>
          <p:cNvSpPr/>
          <p:nvPr/>
        </p:nvSpPr>
        <p:spPr>
          <a:xfrm>
            <a:off x="1358609" y="810783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강조 바 글"/>
          <p:cNvSpPr>
            <a:spLocks noGrp="1"/>
          </p:cNvSpPr>
          <p:nvPr>
            <p:ph type="body" sz="quarter" idx="21"/>
          </p:nvPr>
        </p:nvSpPr>
        <p:spPr>
          <a:xfrm>
            <a:off x="1358609" y="810783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723130" y="1123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34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4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39478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4"/>
          </p:nvPr>
        </p:nvSpPr>
        <p:spPr>
          <a:xfrm>
            <a:off x="3235826" y="1139478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19" name="Connector 11"/>
          <p:cNvCxnSpPr/>
          <p:nvPr/>
        </p:nvCxnSpPr>
        <p:spPr>
          <a:xfrm>
            <a:off x="3235826" y="1177826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0" name="가운데 글"/>
          <p:cNvSpPr>
            <a:spLocks noGrp="1"/>
          </p:cNvSpPr>
          <p:nvPr>
            <p:ph type="body" sz="quarter" idx="25"/>
          </p:nvPr>
        </p:nvSpPr>
        <p:spPr>
          <a:xfrm>
            <a:off x="5113043" y="1139478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5113043" y="1177826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1468174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479130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9130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484609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484609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235826" y="1517478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84609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5113043" y="1517478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라벨 박스"/>
          <p:cNvSpPr/>
          <p:nvPr/>
        </p:nvSpPr>
        <p:spPr>
          <a:xfrm>
            <a:off x="723130" y="206953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734087" y="208048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8048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69565" y="208596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6783" y="208596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35826" y="2118835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08596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113043" y="2118835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라벨 박스"/>
          <p:cNvSpPr/>
          <p:nvPr/>
        </p:nvSpPr>
        <p:spPr>
          <a:xfrm>
            <a:off x="723130" y="2510609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521565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521565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52704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52704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235826" y="2559913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704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5113043" y="2559913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5 추진배경 · 점검방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6 점검항목 · 점검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046348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5113043" y="1079217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723130" y="1481948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492904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492904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69565" y="149838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6783" y="149838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5826" y="1531252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49838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531252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7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33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161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270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270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848991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848991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161252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172209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72209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8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39429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39977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39977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39977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195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196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6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30243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313391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13391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2716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3812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3812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2716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82441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83537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83537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82441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22167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23262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23262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22167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2716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3812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3812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2716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82441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83537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83537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82441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22167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23262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23262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22167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2 핵심성과 한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3 핵심성과 두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핵심성과 박스"/>
          <p:cNvSpPr/>
          <p:nvPr/>
        </p:nvSpPr>
        <p:spPr>
          <a:xfrm>
            <a:off x="536870" y="76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핵심성과 라벨"/>
          <p:cNvSpPr/>
          <p:nvPr/>
        </p:nvSpPr>
        <p:spPr>
          <a:xfrm>
            <a:off x="569739" y="79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569739" y="79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314783" y="78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4 추진성과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1 전략 수립 + 운영 현황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4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5" name="평가내용 라벨"/>
          <p:cNvSpPr>
            <a:spLocks noGrp="1"/>
          </p:cNvSpPr>
          <p:nvPr>
            <p:ph type="body" sz="quarter" idx="21"/>
          </p:nvPr>
        </p:nvSpPr>
        <p:spPr>
          <a:xfrm>
            <a:off x="536870" y="1342174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평가내용 제목"/>
          <p:cNvSpPr>
            <a:spLocks noGrp="1"/>
          </p:cNvSpPr>
          <p:nvPr>
            <p:ph type="body" sz="quarter" idx="22"/>
          </p:nvPr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번호"/>
          <p:cNvSpPr>
            <a:spLocks noGrp="1"/>
          </p:cNvSpPr>
          <p:nvPr>
            <p:ph type="body" sz="quarter" idx="23"/>
          </p:nvPr>
        </p:nvSpPr>
        <p:spPr>
          <a:xfrm>
            <a:off x="558783" y="2081739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7" name="번호 띠 제목"/>
          <p:cNvSpPr>
            <a:spLocks noGrp="1"/>
          </p:cNvSpPr>
          <p:nvPr>
            <p:ph type="body" sz="quarter" idx="24"/>
          </p:nvPr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8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소제목"/>
          <p:cNvSpPr>
            <a:spLocks noGrp="1"/>
          </p:cNvSpPr>
          <p:nvPr>
            <p:ph type="body" sz="quarter" idx="25"/>
          </p:nvPr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30" name="표 외곽"/>
          <p:cNvSpPr/>
          <p:nvPr/>
        </p:nvSpPr>
        <p:spPr>
          <a:xfrm>
            <a:off x="536870" y="2793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810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810348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3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5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9" name="Connector 31"/>
          <p:cNvCxnSpPr/>
          <p:nvPr/>
        </p:nvCxnSpPr>
        <p:spPr>
          <a:xfrm>
            <a:off x="3985435" y="3106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597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5979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5979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태그"/>
          <p:cNvSpPr/>
          <p:nvPr/>
        </p:nvSpPr>
        <p:spPr>
          <a:xfrm>
            <a:off x="1161391" y="3641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3641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33"/>
          </p:nvPr>
        </p:nvSpPr>
        <p:spPr>
          <a:xfrm>
            <a:off x="2145304" y="3630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6" name="태그"/>
          <p:cNvSpPr/>
          <p:nvPr/>
        </p:nvSpPr>
        <p:spPr>
          <a:xfrm>
            <a:off x="1161391" y="3839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839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35"/>
          </p:nvPr>
        </p:nvSpPr>
        <p:spPr>
          <a:xfrm>
            <a:off x="2145304" y="3828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9" name="태그"/>
          <p:cNvSpPr/>
          <p:nvPr/>
        </p:nvSpPr>
        <p:spPr>
          <a:xfrm>
            <a:off x="1161391" y="4036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4036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37"/>
          </p:nvPr>
        </p:nvSpPr>
        <p:spPr>
          <a:xfrm>
            <a:off x="2145304" y="4025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52" name="레일"/>
          <p:cNvSpPr/>
          <p:nvPr/>
        </p:nvSpPr>
        <p:spPr>
          <a:xfrm>
            <a:off x="547826" y="4255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42553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4255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"/>
          <p:cNvSpPr/>
          <p:nvPr/>
        </p:nvSpPr>
        <p:spPr>
          <a:xfrm>
            <a:off x="1161391" y="4277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7" name="단계"/>
          <p:cNvSpPr/>
          <p:nvPr/>
        </p:nvSpPr>
        <p:spPr>
          <a:xfrm>
            <a:off x="3044087" y="4277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9" name="단계"/>
          <p:cNvSpPr/>
          <p:nvPr/>
        </p:nvSpPr>
        <p:spPr>
          <a:xfrm>
            <a:off x="4926783" y="4277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61" name="단계 삼각형"/>
          <p:cNvSpPr/>
          <p:nvPr/>
        </p:nvSpPr>
        <p:spPr>
          <a:xfrm>
            <a:off x="3044086" y="4277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4926782" y="4277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3044087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7" name="Connector 51"/>
          <p:cNvCxnSpPr/>
          <p:nvPr/>
        </p:nvCxnSpPr>
        <p:spPr>
          <a:xfrm>
            <a:off x="4926783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삼각 화살표"/>
          <p:cNvSpPr/>
          <p:nvPr/>
        </p:nvSpPr>
        <p:spPr>
          <a:xfrm>
            <a:off x="3823826" y="4937478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라벨 박스"/>
          <p:cNvSpPr/>
          <p:nvPr/>
        </p:nvSpPr>
        <p:spPr>
          <a:xfrm>
            <a:off x="536870" y="516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517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17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2" name="강조 바"/>
          <p:cNvSpPr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강조 바 글"/>
          <p:cNvSpPr>
            <a:spLocks noGrp="1"/>
          </p:cNvSpPr>
          <p:nvPr>
            <p:ph type="body" sz="quarter" idx="46"/>
          </p:nvPr>
        </p:nvSpPr>
        <p:spPr>
          <a:xfrm>
            <a:off x="1172348" y="5194957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4" name="라벨 박스"/>
          <p:cNvSpPr/>
          <p:nvPr/>
        </p:nvSpPr>
        <p:spPr>
          <a:xfrm>
            <a:off x="536870" y="5507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5518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518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7" name="가운데 글"/>
          <p:cNvSpPr>
            <a:spLocks noGrp="1"/>
          </p:cNvSpPr>
          <p:nvPr>
            <p:ph type="body" sz="quarter" idx="48"/>
          </p:nvPr>
        </p:nvSpPr>
        <p:spPr>
          <a:xfrm>
            <a:off x="1172348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8" name="가운데 글"/>
          <p:cNvSpPr>
            <a:spLocks noGrp="1"/>
          </p:cNvSpPr>
          <p:nvPr>
            <p:ph type="body" sz="quarter" idx="49"/>
          </p:nvPr>
        </p:nvSpPr>
        <p:spPr>
          <a:xfrm>
            <a:off x="3049565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9" name="Connector 61"/>
          <p:cNvCxnSpPr/>
          <p:nvPr/>
        </p:nvCxnSpPr>
        <p:spPr>
          <a:xfrm>
            <a:off x="3049565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80" name="가운데 글"/>
          <p:cNvSpPr>
            <a:spLocks noGrp="1"/>
          </p:cNvSpPr>
          <p:nvPr>
            <p:ph type="body" sz="quarter" idx="50"/>
          </p:nvPr>
        </p:nvSpPr>
        <p:spPr>
          <a:xfrm>
            <a:off x="4926783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81" name="Connector 63"/>
          <p:cNvCxnSpPr/>
          <p:nvPr/>
        </p:nvCxnSpPr>
        <p:spPr>
          <a:xfrm>
            <a:off x="4926783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82" name="라벨 박스"/>
          <p:cNvSpPr/>
          <p:nvPr/>
        </p:nvSpPr>
        <p:spPr>
          <a:xfrm>
            <a:off x="536870" y="5852348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586330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586330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2"/>
          </p:nvPr>
        </p:nvSpPr>
        <p:spPr>
          <a:xfrm>
            <a:off x="1183304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3"/>
          </p:nvPr>
        </p:nvSpPr>
        <p:spPr>
          <a:xfrm>
            <a:off x="3060522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7" name="Connector 68"/>
          <p:cNvCxnSpPr/>
          <p:nvPr/>
        </p:nvCxnSpPr>
        <p:spPr>
          <a:xfrm>
            <a:off x="3049565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>
            <a:spLocks noGrp="1"/>
          </p:cNvSpPr>
          <p:nvPr>
            <p:ph type="body" sz="quarter" idx="54"/>
          </p:nvPr>
        </p:nvSpPr>
        <p:spPr>
          <a:xfrm>
            <a:off x="4937739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9" name="Connector 70"/>
          <p:cNvCxnSpPr/>
          <p:nvPr/>
        </p:nvCxnSpPr>
        <p:spPr>
          <a:xfrm>
            <a:off x="4926783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라벨 박스"/>
          <p:cNvSpPr/>
          <p:nvPr/>
        </p:nvSpPr>
        <p:spPr>
          <a:xfrm>
            <a:off x="536870" y="645370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547826" y="6464661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55"/>
          </p:nvPr>
        </p:nvSpPr>
        <p:spPr>
          <a:xfrm>
            <a:off x="547826" y="6464661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1183304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3060522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5" name="Connector 75"/>
          <p:cNvCxnSpPr/>
          <p:nvPr/>
        </p:nvCxnSpPr>
        <p:spPr>
          <a:xfrm>
            <a:off x="3049565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4937739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7" name="Connector 77"/>
          <p:cNvCxnSpPr/>
          <p:nvPr/>
        </p:nvCxnSpPr>
        <p:spPr>
          <a:xfrm>
            <a:off x="4926783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라벨 박스"/>
          <p:cNvSpPr/>
          <p:nvPr/>
        </p:nvSpPr>
        <p:spPr>
          <a:xfrm>
            <a:off x="536870" y="68947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레일"/>
          <p:cNvSpPr/>
          <p:nvPr/>
        </p:nvSpPr>
        <p:spPr>
          <a:xfrm>
            <a:off x="547826" y="69057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057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0"/>
          </p:nvPr>
        </p:nvSpPr>
        <p:spPr>
          <a:xfrm>
            <a:off x="1183304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1"/>
          </p:nvPr>
        </p:nvSpPr>
        <p:spPr>
          <a:xfrm>
            <a:off x="3060522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103" name="Connector 82"/>
          <p:cNvCxnSpPr/>
          <p:nvPr/>
        </p:nvCxnSpPr>
        <p:spPr>
          <a:xfrm>
            <a:off x="3049565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5" name="Connector 84"/>
          <p:cNvCxnSpPr/>
          <p:nvPr/>
        </p:nvCxnSpPr>
        <p:spPr>
          <a:xfrm>
            <a:off x="4926783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형광 밑줄"/>
          <p:cNvSpPr/>
          <p:nvPr/>
        </p:nvSpPr>
        <p:spPr>
          <a:xfrm>
            <a:off x="536870" y="7554991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소제목"/>
          <p:cNvSpPr>
            <a:spLocks noGrp="1"/>
          </p:cNvSpPr>
          <p:nvPr>
            <p:ph type="body" sz="quarter" idx="63"/>
          </p:nvPr>
        </p:nvSpPr>
        <p:spPr>
          <a:xfrm>
            <a:off x="536870" y="74016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08" name="태그칩"/>
          <p:cNvSpPr/>
          <p:nvPr/>
        </p:nvSpPr>
        <p:spPr>
          <a:xfrm>
            <a:off x="3540771" y="74344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태그칩"/>
          <p:cNvSpPr>
            <a:spLocks noGrp="1"/>
          </p:cNvSpPr>
          <p:nvPr>
            <p:ph type="body" sz="quarter" idx="64"/>
          </p:nvPr>
        </p:nvSpPr>
        <p:spPr>
          <a:xfrm>
            <a:off x="3540771" y="74344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10" name="패널 외곽"/>
          <p:cNvSpPr/>
          <p:nvPr/>
        </p:nvSpPr>
        <p:spPr>
          <a:xfrm>
            <a:off x="536870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패널 머리"/>
          <p:cNvSpPr/>
          <p:nvPr/>
        </p:nvSpPr>
        <p:spPr>
          <a:xfrm>
            <a:off x="536870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패널 머리"/>
          <p:cNvSpPr>
            <a:spLocks noGrp="1"/>
          </p:cNvSpPr>
          <p:nvPr>
            <p:ph type="body" sz="quarter" idx="65"/>
          </p:nvPr>
        </p:nvSpPr>
        <p:spPr>
          <a:xfrm>
            <a:off x="536870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13" name="레일"/>
          <p:cNvSpPr/>
          <p:nvPr/>
        </p:nvSpPr>
        <p:spPr>
          <a:xfrm>
            <a:off x="569739" y="797133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4" name="레일"/>
          <p:cNvSpPr>
            <a:spLocks noGrp="1"/>
          </p:cNvSpPr>
          <p:nvPr>
            <p:ph type="body" sz="quarter" idx="66"/>
          </p:nvPr>
        </p:nvSpPr>
        <p:spPr>
          <a:xfrm>
            <a:off x="569739" y="797133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15" name="패널 본문"/>
          <p:cNvSpPr>
            <a:spLocks noGrp="1"/>
          </p:cNvSpPr>
          <p:nvPr>
            <p:ph type="body" sz="quarter" idx="67"/>
          </p:nvPr>
        </p:nvSpPr>
        <p:spPr>
          <a:xfrm>
            <a:off x="1243565" y="796038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16" name="Connector 92"/>
          <p:cNvCxnSpPr/>
          <p:nvPr/>
        </p:nvCxnSpPr>
        <p:spPr>
          <a:xfrm>
            <a:off x="1243565" y="835763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레일"/>
          <p:cNvSpPr/>
          <p:nvPr/>
        </p:nvSpPr>
        <p:spPr>
          <a:xfrm>
            <a:off x="569739" y="8368591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8" name="레일"/>
          <p:cNvSpPr>
            <a:spLocks noGrp="1"/>
          </p:cNvSpPr>
          <p:nvPr>
            <p:ph type="body" sz="quarter" idx="68"/>
          </p:nvPr>
        </p:nvSpPr>
        <p:spPr>
          <a:xfrm>
            <a:off x="569739" y="8368591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19" name="패널 본문"/>
          <p:cNvSpPr>
            <a:spLocks noGrp="1"/>
          </p:cNvSpPr>
          <p:nvPr>
            <p:ph type="body" sz="quarter" idx="69"/>
          </p:nvPr>
        </p:nvSpPr>
        <p:spPr>
          <a:xfrm>
            <a:off x="1243565" y="835763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120" name="Connector 95"/>
          <p:cNvCxnSpPr/>
          <p:nvPr/>
        </p:nvCxnSpPr>
        <p:spPr>
          <a:xfrm>
            <a:off x="1243565" y="875488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레일"/>
          <p:cNvSpPr/>
          <p:nvPr/>
        </p:nvSpPr>
        <p:spPr>
          <a:xfrm>
            <a:off x="569739" y="8765843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0"/>
          </p:nvPr>
        </p:nvSpPr>
        <p:spPr>
          <a:xfrm>
            <a:off x="569739" y="8765843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23" name="패널 본문"/>
          <p:cNvSpPr>
            <a:spLocks noGrp="1"/>
          </p:cNvSpPr>
          <p:nvPr>
            <p:ph type="body" sz="quarter" idx="71"/>
          </p:nvPr>
        </p:nvSpPr>
        <p:spPr>
          <a:xfrm>
            <a:off x="1243565" y="875488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124" name="Connector 98"/>
          <p:cNvCxnSpPr/>
          <p:nvPr/>
        </p:nvCxnSpPr>
        <p:spPr>
          <a:xfrm>
            <a:off x="1243565" y="915213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5" name="레일"/>
          <p:cNvSpPr/>
          <p:nvPr/>
        </p:nvSpPr>
        <p:spPr>
          <a:xfrm>
            <a:off x="569739" y="916309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2"/>
          </p:nvPr>
        </p:nvSpPr>
        <p:spPr>
          <a:xfrm>
            <a:off x="569739" y="916309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3"/>
          </p:nvPr>
        </p:nvSpPr>
        <p:spPr>
          <a:xfrm>
            <a:off x="1243565" y="9152139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28" name="패널 외곽"/>
          <p:cNvSpPr/>
          <p:nvPr/>
        </p:nvSpPr>
        <p:spPr>
          <a:xfrm>
            <a:off x="3711522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패널 머리"/>
          <p:cNvSpPr/>
          <p:nvPr/>
        </p:nvSpPr>
        <p:spPr>
          <a:xfrm>
            <a:off x="3711522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패널 머리"/>
          <p:cNvSpPr>
            <a:spLocks noGrp="1"/>
          </p:cNvSpPr>
          <p:nvPr>
            <p:ph type="body" sz="quarter" idx="74"/>
          </p:nvPr>
        </p:nvSpPr>
        <p:spPr>
          <a:xfrm>
            <a:off x="3711522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31" name="레일"/>
          <p:cNvSpPr/>
          <p:nvPr/>
        </p:nvSpPr>
        <p:spPr>
          <a:xfrm>
            <a:off x="3744391" y="797133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2" name="레일"/>
          <p:cNvSpPr>
            <a:spLocks noGrp="1"/>
          </p:cNvSpPr>
          <p:nvPr>
            <p:ph type="body" sz="quarter" idx="75"/>
          </p:nvPr>
        </p:nvSpPr>
        <p:spPr>
          <a:xfrm>
            <a:off x="3744391" y="797133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76"/>
          </p:nvPr>
        </p:nvSpPr>
        <p:spPr>
          <a:xfrm>
            <a:off x="4599000" y="796038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34" name="Connector 105"/>
          <p:cNvCxnSpPr/>
          <p:nvPr/>
        </p:nvCxnSpPr>
        <p:spPr>
          <a:xfrm>
            <a:off x="4599000" y="835763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5" name="레일"/>
          <p:cNvSpPr/>
          <p:nvPr/>
        </p:nvSpPr>
        <p:spPr>
          <a:xfrm>
            <a:off x="3744391" y="8368591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7"/>
          </p:nvPr>
        </p:nvSpPr>
        <p:spPr>
          <a:xfrm>
            <a:off x="3744391" y="8368591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37" name="패널 본문"/>
          <p:cNvSpPr>
            <a:spLocks noGrp="1"/>
          </p:cNvSpPr>
          <p:nvPr>
            <p:ph type="body" sz="quarter" idx="78"/>
          </p:nvPr>
        </p:nvSpPr>
        <p:spPr>
          <a:xfrm>
            <a:off x="4599000" y="835763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38" name="Connector 108"/>
          <p:cNvCxnSpPr/>
          <p:nvPr/>
        </p:nvCxnSpPr>
        <p:spPr>
          <a:xfrm>
            <a:off x="4599000" y="875488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3744391" y="8765843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79"/>
          </p:nvPr>
        </p:nvSpPr>
        <p:spPr>
          <a:xfrm>
            <a:off x="3744391" y="8765843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41" name="패널 본문"/>
          <p:cNvSpPr>
            <a:spLocks noGrp="1"/>
          </p:cNvSpPr>
          <p:nvPr>
            <p:ph type="body" sz="quarter" idx="80"/>
          </p:nvPr>
        </p:nvSpPr>
        <p:spPr>
          <a:xfrm>
            <a:off x="4599000" y="875488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42" name="Connector 111"/>
          <p:cNvCxnSpPr/>
          <p:nvPr/>
        </p:nvCxnSpPr>
        <p:spPr>
          <a:xfrm>
            <a:off x="4599000" y="915213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3" name="레일"/>
          <p:cNvSpPr/>
          <p:nvPr/>
        </p:nvSpPr>
        <p:spPr>
          <a:xfrm>
            <a:off x="3744391" y="916309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레일"/>
          <p:cNvSpPr>
            <a:spLocks noGrp="1"/>
          </p:cNvSpPr>
          <p:nvPr>
            <p:ph type="body" sz="quarter" idx="81"/>
          </p:nvPr>
        </p:nvSpPr>
        <p:spPr>
          <a:xfrm>
            <a:off x="3744391" y="916309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45" name="패널 본문"/>
          <p:cNvSpPr>
            <a:spLocks noGrp="1"/>
          </p:cNvSpPr>
          <p:nvPr>
            <p:ph type="body" sz="quarter" idx="82"/>
          </p:nvPr>
        </p:nvSpPr>
        <p:spPr>
          <a:xfrm>
            <a:off x="4599000" y="9152139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46" name="핵심성과 박스"/>
          <p:cNvSpPr/>
          <p:nvPr/>
        </p:nvSpPr>
        <p:spPr>
          <a:xfrm>
            <a:off x="536870" y="9658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핵심성과 라벨"/>
          <p:cNvSpPr/>
          <p:nvPr/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8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9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314783" y="9675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2 현안 해결 + 단계 추진 + 점검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형광 밑줄"/>
          <p:cNvSpPr/>
          <p:nvPr/>
        </p:nvSpPr>
        <p:spPr>
          <a:xfrm>
            <a:off x="723130" y="3736487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소제목"/>
          <p:cNvSpPr>
            <a:spLocks noGrp="1"/>
          </p:cNvSpPr>
          <p:nvPr>
            <p:ph type="body" sz="quarter" idx="42"/>
          </p:nvPr>
        </p:nvSpPr>
        <p:spPr>
          <a:xfrm>
            <a:off x="723130" y="358309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0" name="태그칩"/>
          <p:cNvSpPr/>
          <p:nvPr/>
        </p:nvSpPr>
        <p:spPr>
          <a:xfrm>
            <a:off x="3932802" y="3615965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칩"/>
          <p:cNvSpPr>
            <a:spLocks noGrp="1"/>
          </p:cNvSpPr>
          <p:nvPr>
            <p:ph type="body" sz="quarter" idx="43"/>
          </p:nvPr>
        </p:nvSpPr>
        <p:spPr>
          <a:xfrm>
            <a:off x="3932802" y="3615965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62" name="표 외곽"/>
          <p:cNvSpPr/>
          <p:nvPr/>
        </p:nvSpPr>
        <p:spPr>
          <a:xfrm>
            <a:off x="723130" y="3867965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"/>
          <p:cNvSpPr/>
          <p:nvPr/>
        </p:nvSpPr>
        <p:spPr>
          <a:xfrm>
            <a:off x="734087" y="3884400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388440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5" name="머리칸"/>
          <p:cNvSpPr/>
          <p:nvPr/>
        </p:nvSpPr>
        <p:spPr>
          <a:xfrm>
            <a:off x="1347652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67" name="머리칸"/>
          <p:cNvSpPr/>
          <p:nvPr/>
        </p:nvSpPr>
        <p:spPr>
          <a:xfrm>
            <a:off x="4171696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6"/>
          </p:nvPr>
        </p:nvSpPr>
        <p:spPr>
          <a:xfrm>
            <a:off x="4171696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18022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06261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4506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734086" y="450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머리칸"/>
          <p:cNvSpPr/>
          <p:nvPr/>
        </p:nvSpPr>
        <p:spPr>
          <a:xfrm>
            <a:off x="1347652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77" name="머리칸"/>
          <p:cNvSpPr/>
          <p:nvPr/>
        </p:nvSpPr>
        <p:spPr>
          <a:xfrm>
            <a:off x="4171696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1"/>
          </p:nvPr>
        </p:nvSpPr>
        <p:spPr>
          <a:xfrm>
            <a:off x="4171696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4182652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4171696" y="4802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734087" y="5128122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512812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84" name="레일 삼각형"/>
          <p:cNvSpPr/>
          <p:nvPr/>
        </p:nvSpPr>
        <p:spPr>
          <a:xfrm>
            <a:off x="734086" y="51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"/>
          <p:cNvSpPr/>
          <p:nvPr/>
        </p:nvSpPr>
        <p:spPr>
          <a:xfrm>
            <a:off x="1347652" y="51500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5"/>
          </p:nvPr>
        </p:nvSpPr>
        <p:spPr>
          <a:xfrm>
            <a:off x="1347652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87" name="단계"/>
          <p:cNvSpPr/>
          <p:nvPr/>
        </p:nvSpPr>
        <p:spPr>
          <a:xfrm>
            <a:off x="2759674" y="51500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2759674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89" name="단계"/>
          <p:cNvSpPr/>
          <p:nvPr/>
        </p:nvSpPr>
        <p:spPr>
          <a:xfrm>
            <a:off x="4171696" y="51500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4171696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91" name="단계"/>
          <p:cNvSpPr/>
          <p:nvPr/>
        </p:nvSpPr>
        <p:spPr>
          <a:xfrm>
            <a:off x="5583717" y="51500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8"/>
          </p:nvPr>
        </p:nvSpPr>
        <p:spPr>
          <a:xfrm>
            <a:off x="5583717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93" name="단계 삼각형"/>
          <p:cNvSpPr/>
          <p:nvPr/>
        </p:nvSpPr>
        <p:spPr>
          <a:xfrm>
            <a:off x="2759673" y="515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단계 삼각형"/>
          <p:cNvSpPr/>
          <p:nvPr/>
        </p:nvSpPr>
        <p:spPr>
          <a:xfrm>
            <a:off x="4171695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단계 삼각형"/>
          <p:cNvSpPr/>
          <p:nvPr/>
        </p:nvSpPr>
        <p:spPr>
          <a:xfrm>
            <a:off x="5583717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1358609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2770630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98" name="Connector 69"/>
          <p:cNvCxnSpPr/>
          <p:nvPr/>
        </p:nvCxnSpPr>
        <p:spPr>
          <a:xfrm>
            <a:off x="2759674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4182652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00" name="Connector 71"/>
          <p:cNvCxnSpPr/>
          <p:nvPr/>
        </p:nvCxnSpPr>
        <p:spPr>
          <a:xfrm>
            <a:off x="4171696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5594674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02" name="Connector 73"/>
          <p:cNvCxnSpPr/>
          <p:nvPr/>
        </p:nvCxnSpPr>
        <p:spPr>
          <a:xfrm>
            <a:off x="5583717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핵심성과 박스"/>
          <p:cNvSpPr/>
          <p:nvPr/>
        </p:nvSpPr>
        <p:spPr>
          <a:xfrm>
            <a:off x="723130" y="600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핵심성과 라벨"/>
          <p:cNvSpPr/>
          <p:nvPr/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5" name="핵심성과 라벨"/>
          <p:cNvSpPr>
            <a:spLocks noGrp="1"/>
          </p:cNvSpPr>
          <p:nvPr>
            <p:ph type="body" sz="quarter" idx="63"/>
          </p:nvPr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64"/>
          </p:nvPr>
        </p:nvSpPr>
        <p:spPr>
          <a:xfrm>
            <a:off x="1501043" y="601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107" name="형광 밑줄"/>
          <p:cNvSpPr/>
          <p:nvPr/>
        </p:nvSpPr>
        <p:spPr>
          <a:xfrm>
            <a:off x="723130" y="6588783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소제목"/>
          <p:cNvSpPr>
            <a:spLocks noGrp="1"/>
          </p:cNvSpPr>
          <p:nvPr>
            <p:ph type="body" sz="quarter" idx="65"/>
          </p:nvPr>
        </p:nvSpPr>
        <p:spPr>
          <a:xfrm>
            <a:off x="723130" y="643539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09" name="태그칩"/>
          <p:cNvSpPr/>
          <p:nvPr/>
        </p:nvSpPr>
        <p:spPr>
          <a:xfrm>
            <a:off x="4224152" y="6468261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태그칩"/>
          <p:cNvSpPr>
            <a:spLocks noGrp="1"/>
          </p:cNvSpPr>
          <p:nvPr>
            <p:ph type="body" sz="quarter" idx="66"/>
          </p:nvPr>
        </p:nvSpPr>
        <p:spPr>
          <a:xfrm>
            <a:off x="4224152" y="6468261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1" name="라벨 박스"/>
          <p:cNvSpPr/>
          <p:nvPr/>
        </p:nvSpPr>
        <p:spPr>
          <a:xfrm>
            <a:off x="723130" y="6731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"/>
          <p:cNvSpPr/>
          <p:nvPr/>
        </p:nvSpPr>
        <p:spPr>
          <a:xfrm>
            <a:off x="734087" y="6742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3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6742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4" name="본문"/>
          <p:cNvSpPr>
            <a:spLocks noGrp="1"/>
          </p:cNvSpPr>
          <p:nvPr>
            <p:ph type="body" sz="quarter" idx="68"/>
          </p:nvPr>
        </p:nvSpPr>
        <p:spPr>
          <a:xfrm>
            <a:off x="1358609" y="6747652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15" name="라벨 박스"/>
          <p:cNvSpPr/>
          <p:nvPr/>
        </p:nvSpPr>
        <p:spPr>
          <a:xfrm>
            <a:off x="723130" y="707634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레일"/>
          <p:cNvSpPr/>
          <p:nvPr/>
        </p:nvSpPr>
        <p:spPr>
          <a:xfrm>
            <a:off x="734087" y="708730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7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08730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18" name="가운데 글"/>
          <p:cNvSpPr>
            <a:spLocks noGrp="1"/>
          </p:cNvSpPr>
          <p:nvPr>
            <p:ph type="body" sz="quarter" idx="70"/>
          </p:nvPr>
        </p:nvSpPr>
        <p:spPr>
          <a:xfrm>
            <a:off x="1358609" y="709278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19" name="주석"/>
          <p:cNvSpPr>
            <a:spLocks noGrp="1"/>
          </p:cNvSpPr>
          <p:nvPr>
            <p:ph type="body" sz="quarter" idx="71"/>
          </p:nvPr>
        </p:nvSpPr>
        <p:spPr>
          <a:xfrm>
            <a:off x="2366609" y="7399565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20" name="라벨 박스"/>
          <p:cNvSpPr/>
          <p:nvPr/>
        </p:nvSpPr>
        <p:spPr>
          <a:xfrm>
            <a:off x="723130" y="7629652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레일"/>
          <p:cNvSpPr/>
          <p:nvPr/>
        </p:nvSpPr>
        <p:spPr>
          <a:xfrm>
            <a:off x="734087" y="7640609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2"/>
          </p:nvPr>
        </p:nvSpPr>
        <p:spPr>
          <a:xfrm>
            <a:off x="734087" y="7640609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3" name="머리칸"/>
          <p:cNvSpPr/>
          <p:nvPr/>
        </p:nvSpPr>
        <p:spPr>
          <a:xfrm>
            <a:off x="1358609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4" name="머리칸"/>
          <p:cNvSpPr>
            <a:spLocks noGrp="1"/>
          </p:cNvSpPr>
          <p:nvPr>
            <p:ph type="body" sz="quarter" idx="73"/>
          </p:nvPr>
        </p:nvSpPr>
        <p:spPr>
          <a:xfrm>
            <a:off x="1358609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25" name="머리칸"/>
          <p:cNvSpPr/>
          <p:nvPr/>
        </p:nvSpPr>
        <p:spPr>
          <a:xfrm>
            <a:off x="3235826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6" name="머리칸"/>
          <p:cNvSpPr>
            <a:spLocks noGrp="1"/>
          </p:cNvSpPr>
          <p:nvPr>
            <p:ph type="body" sz="quarter" idx="74"/>
          </p:nvPr>
        </p:nvSpPr>
        <p:spPr>
          <a:xfrm>
            <a:off x="3235826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27" name="머리칸"/>
          <p:cNvSpPr/>
          <p:nvPr/>
        </p:nvSpPr>
        <p:spPr>
          <a:xfrm>
            <a:off x="5113043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8" name="머리칸"/>
          <p:cNvSpPr>
            <a:spLocks noGrp="1"/>
          </p:cNvSpPr>
          <p:nvPr>
            <p:ph type="body" sz="quarter" idx="75"/>
          </p:nvPr>
        </p:nvSpPr>
        <p:spPr>
          <a:xfrm>
            <a:off x="5113043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29" name="칸 본문"/>
          <p:cNvSpPr>
            <a:spLocks noGrp="1"/>
          </p:cNvSpPr>
          <p:nvPr>
            <p:ph type="body" sz="quarter" idx="76"/>
          </p:nvPr>
        </p:nvSpPr>
        <p:spPr>
          <a:xfrm>
            <a:off x="1369565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30" name="칸 본문"/>
          <p:cNvSpPr>
            <a:spLocks noGrp="1"/>
          </p:cNvSpPr>
          <p:nvPr>
            <p:ph type="body" sz="quarter" idx="77"/>
          </p:nvPr>
        </p:nvSpPr>
        <p:spPr>
          <a:xfrm>
            <a:off x="3246783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131" name="Connector 94"/>
          <p:cNvCxnSpPr/>
          <p:nvPr/>
        </p:nvCxnSpPr>
        <p:spPr>
          <a:xfrm>
            <a:off x="3235826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2" name="칸 본문"/>
          <p:cNvSpPr>
            <a:spLocks noGrp="1"/>
          </p:cNvSpPr>
          <p:nvPr>
            <p:ph type="body" sz="quarter" idx="78"/>
          </p:nvPr>
        </p:nvSpPr>
        <p:spPr>
          <a:xfrm>
            <a:off x="5124000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133" name="Connector 96"/>
          <p:cNvCxnSpPr/>
          <p:nvPr/>
        </p:nvCxnSpPr>
        <p:spPr>
          <a:xfrm>
            <a:off x="5113043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4" name="라벨 박스"/>
          <p:cNvSpPr/>
          <p:nvPr/>
        </p:nvSpPr>
        <p:spPr>
          <a:xfrm>
            <a:off x="723130" y="83336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레일"/>
          <p:cNvSpPr/>
          <p:nvPr/>
        </p:nvSpPr>
        <p:spPr>
          <a:xfrm>
            <a:off x="734087" y="83446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9"/>
          </p:nvPr>
        </p:nvSpPr>
        <p:spPr>
          <a:xfrm>
            <a:off x="734087" y="8344643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37" name="칸 본문"/>
          <p:cNvSpPr>
            <a:spLocks noGrp="1"/>
          </p:cNvSpPr>
          <p:nvPr>
            <p:ph type="body" sz="quarter" idx="80"/>
          </p:nvPr>
        </p:nvSpPr>
        <p:spPr>
          <a:xfrm>
            <a:off x="1369565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38" name="칸 본문"/>
          <p:cNvSpPr>
            <a:spLocks noGrp="1"/>
          </p:cNvSpPr>
          <p:nvPr>
            <p:ph type="body" sz="quarter" idx="81"/>
          </p:nvPr>
        </p:nvSpPr>
        <p:spPr>
          <a:xfrm>
            <a:off x="3246783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139" name="Connector 101"/>
          <p:cNvCxnSpPr/>
          <p:nvPr/>
        </p:nvCxnSpPr>
        <p:spPr>
          <a:xfrm>
            <a:off x="3235826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82"/>
          </p:nvPr>
        </p:nvSpPr>
        <p:spPr>
          <a:xfrm>
            <a:off x="5124000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141" name="Connector 103"/>
          <p:cNvCxnSpPr/>
          <p:nvPr/>
        </p:nvCxnSpPr>
        <p:spPr>
          <a:xfrm>
            <a:off x="5113043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핵심성과 박스"/>
          <p:cNvSpPr/>
          <p:nvPr/>
        </p:nvSpPr>
        <p:spPr>
          <a:xfrm>
            <a:off x="723130" y="88076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핵심성과 라벨"/>
          <p:cNvSpPr/>
          <p:nvPr/>
        </p:nvSpPr>
        <p:spPr>
          <a:xfrm>
            <a:off x="756000" y="88405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4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756000" y="88405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5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501043" y="88295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3 소통·공감대 + 상생의 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6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80927" y="171469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694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99128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035113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5"/>
          </p:nvPr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8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3232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37"/>
          </p:nvPr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1" name="패널 외곽"/>
          <p:cNvSpPr/>
          <p:nvPr/>
        </p:nvSpPr>
        <p:spPr>
          <a:xfrm>
            <a:off x="536870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536870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536870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569739" y="3780157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659724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659724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569739" y="4010243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353130" y="3769200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1353130" y="4385583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69739" y="439653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659724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659724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569739" y="4626626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353130" y="438558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1353130" y="500196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569739" y="5012922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659724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659724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569739" y="5243009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353130" y="5001965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711522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711522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711522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744391" y="3780157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3831637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3831637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744391" y="4010243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522304" y="3769200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60"/>
          <p:cNvCxnSpPr/>
          <p:nvPr/>
        </p:nvCxnSpPr>
        <p:spPr>
          <a:xfrm>
            <a:off x="4522304" y="4385583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레일"/>
          <p:cNvSpPr/>
          <p:nvPr/>
        </p:nvSpPr>
        <p:spPr>
          <a:xfrm>
            <a:off x="3744391" y="439653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3831637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3831637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744391" y="4626626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522304" y="438558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4522304" y="500196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3744391" y="5012922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3831637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3831637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744391" y="5243009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522304" y="5001965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536870" y="5914174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58"/>
          </p:nvPr>
        </p:nvSpPr>
        <p:spPr>
          <a:xfrm>
            <a:off x="536870" y="5760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3" name="태그칩"/>
          <p:cNvSpPr/>
          <p:nvPr/>
        </p:nvSpPr>
        <p:spPr>
          <a:xfrm>
            <a:off x="3355467" y="5793652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칩"/>
          <p:cNvSpPr>
            <a:spLocks noGrp="1"/>
          </p:cNvSpPr>
          <p:nvPr>
            <p:ph type="body" sz="quarter" idx="59"/>
          </p:nvPr>
        </p:nvSpPr>
        <p:spPr>
          <a:xfrm>
            <a:off x="3355467" y="5793652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95" name="태그칩"/>
          <p:cNvSpPr/>
          <p:nvPr/>
        </p:nvSpPr>
        <p:spPr>
          <a:xfrm>
            <a:off x="3726618" y="579365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태그칩"/>
          <p:cNvSpPr>
            <a:spLocks noGrp="1"/>
          </p:cNvSpPr>
          <p:nvPr>
            <p:ph type="body" sz="quarter" idx="60"/>
          </p:nvPr>
        </p:nvSpPr>
        <p:spPr>
          <a:xfrm>
            <a:off x="3726618" y="579365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7" name="라벨 박스"/>
          <p:cNvSpPr/>
          <p:nvPr/>
        </p:nvSpPr>
        <p:spPr>
          <a:xfrm>
            <a:off x="536870" y="60566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레일"/>
          <p:cNvSpPr/>
          <p:nvPr/>
        </p:nvSpPr>
        <p:spPr>
          <a:xfrm>
            <a:off x="547826" y="60675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9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60675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0" name="본문"/>
          <p:cNvSpPr>
            <a:spLocks noGrp="1"/>
          </p:cNvSpPr>
          <p:nvPr>
            <p:ph type="body" sz="quarter" idx="62"/>
          </p:nvPr>
        </p:nvSpPr>
        <p:spPr>
          <a:xfrm>
            <a:off x="1172348" y="607304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01" name="표 외곽"/>
          <p:cNvSpPr/>
          <p:nvPr/>
        </p:nvSpPr>
        <p:spPr>
          <a:xfrm>
            <a:off x="536870" y="639078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레일"/>
          <p:cNvSpPr/>
          <p:nvPr/>
        </p:nvSpPr>
        <p:spPr>
          <a:xfrm>
            <a:off x="547826" y="6407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6407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4" name="머리칸"/>
          <p:cNvSpPr/>
          <p:nvPr/>
        </p:nvSpPr>
        <p:spPr>
          <a:xfrm>
            <a:off x="1161391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5" name="머리칸"/>
          <p:cNvSpPr>
            <a:spLocks noGrp="1"/>
          </p:cNvSpPr>
          <p:nvPr>
            <p:ph type="body" sz="quarter" idx="64"/>
          </p:nvPr>
        </p:nvSpPr>
        <p:spPr>
          <a:xfrm>
            <a:off x="1161391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6" name="머리칸"/>
          <p:cNvSpPr/>
          <p:nvPr/>
        </p:nvSpPr>
        <p:spPr>
          <a:xfrm>
            <a:off x="3985435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5"/>
          </p:nvPr>
        </p:nvSpPr>
        <p:spPr>
          <a:xfrm>
            <a:off x="3985435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1172348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7"/>
          </p:nvPr>
        </p:nvSpPr>
        <p:spPr>
          <a:xfrm>
            <a:off x="3996391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10" name="Connector 83"/>
          <p:cNvCxnSpPr/>
          <p:nvPr/>
        </p:nvCxnSpPr>
        <p:spPr>
          <a:xfrm>
            <a:off x="3985435" y="670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47826" y="7029078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 태그"/>
          <p:cNvSpPr/>
          <p:nvPr/>
        </p:nvSpPr>
        <p:spPr>
          <a:xfrm>
            <a:off x="668144" y="71934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3" name="레일 태그"/>
          <p:cNvSpPr>
            <a:spLocks noGrp="1"/>
          </p:cNvSpPr>
          <p:nvPr>
            <p:ph type="body" sz="quarter" idx="68"/>
          </p:nvPr>
        </p:nvSpPr>
        <p:spPr>
          <a:xfrm>
            <a:off x="668144" y="71934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14" name="레일 라벨"/>
          <p:cNvSpPr>
            <a:spLocks noGrp="1"/>
          </p:cNvSpPr>
          <p:nvPr>
            <p:ph type="body" sz="quarter" idx="69"/>
          </p:nvPr>
        </p:nvSpPr>
        <p:spPr>
          <a:xfrm>
            <a:off x="547826" y="7379687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15" name="레일 삼각형"/>
          <p:cNvSpPr/>
          <p:nvPr/>
        </p:nvSpPr>
        <p:spPr>
          <a:xfrm>
            <a:off x="547826" y="702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머리칸"/>
          <p:cNvSpPr/>
          <p:nvPr/>
        </p:nvSpPr>
        <p:spPr>
          <a:xfrm>
            <a:off x="1161391" y="705099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0"/>
          </p:nvPr>
        </p:nvSpPr>
        <p:spPr>
          <a:xfrm>
            <a:off x="1161391" y="7050991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1"/>
          </p:nvPr>
        </p:nvSpPr>
        <p:spPr>
          <a:xfrm>
            <a:off x="1172348" y="7292035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19" name="사진 칸"/>
          <p:cNvSpPr/>
          <p:nvPr/>
        </p:nvSpPr>
        <p:spPr>
          <a:xfrm>
            <a:off x="5730261" y="705647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사진 칸"/>
          <p:cNvSpPr>
            <a:spLocks noGrp="1"/>
          </p:cNvSpPr>
          <p:nvPr>
            <p:ph type="body" sz="quarter" idx="72"/>
          </p:nvPr>
        </p:nvSpPr>
        <p:spPr>
          <a:xfrm>
            <a:off x="5730261" y="7056470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21" name="레일"/>
          <p:cNvSpPr/>
          <p:nvPr/>
        </p:nvSpPr>
        <p:spPr>
          <a:xfrm>
            <a:off x="547826" y="786177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 태그"/>
          <p:cNvSpPr/>
          <p:nvPr/>
        </p:nvSpPr>
        <p:spPr>
          <a:xfrm>
            <a:off x="668144" y="802612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3" name="레일 태그"/>
          <p:cNvSpPr>
            <a:spLocks noGrp="1"/>
          </p:cNvSpPr>
          <p:nvPr>
            <p:ph type="body" sz="quarter" idx="73"/>
          </p:nvPr>
        </p:nvSpPr>
        <p:spPr>
          <a:xfrm>
            <a:off x="668144" y="802612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124" name="레일 라벨"/>
          <p:cNvSpPr>
            <a:spLocks noGrp="1"/>
          </p:cNvSpPr>
          <p:nvPr>
            <p:ph type="body" sz="quarter" idx="74"/>
          </p:nvPr>
        </p:nvSpPr>
        <p:spPr>
          <a:xfrm>
            <a:off x="547826" y="8212383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125" name="레일 삼각형"/>
          <p:cNvSpPr/>
          <p:nvPr/>
        </p:nvSpPr>
        <p:spPr>
          <a:xfrm>
            <a:off x="547826" y="78617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배너"/>
          <p:cNvSpPr/>
          <p:nvPr/>
        </p:nvSpPr>
        <p:spPr>
          <a:xfrm>
            <a:off x="1161391" y="7883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7" name="배너"/>
          <p:cNvSpPr>
            <a:spLocks noGrp="1"/>
          </p:cNvSpPr>
          <p:nvPr>
            <p:ph type="body" sz="quarter" idx="75"/>
          </p:nvPr>
        </p:nvSpPr>
        <p:spPr>
          <a:xfrm>
            <a:off x="1161391" y="7883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128" name="머리칸"/>
          <p:cNvSpPr/>
          <p:nvPr/>
        </p:nvSpPr>
        <p:spPr>
          <a:xfrm>
            <a:off x="1161391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6"/>
          </p:nvPr>
        </p:nvSpPr>
        <p:spPr>
          <a:xfrm>
            <a:off x="1161391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30" name="머리칸"/>
          <p:cNvSpPr/>
          <p:nvPr/>
        </p:nvSpPr>
        <p:spPr>
          <a:xfrm>
            <a:off x="3044087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3044087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32" name="머리칸"/>
          <p:cNvSpPr/>
          <p:nvPr/>
        </p:nvSpPr>
        <p:spPr>
          <a:xfrm>
            <a:off x="4926783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4926783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9"/>
          </p:nvPr>
        </p:nvSpPr>
        <p:spPr>
          <a:xfrm>
            <a:off x="1172348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80"/>
          </p:nvPr>
        </p:nvSpPr>
        <p:spPr>
          <a:xfrm>
            <a:off x="3055043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4937739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표 외곽"/>
          <p:cNvSpPr/>
          <p:nvPr/>
        </p:nvSpPr>
        <p:spPr>
          <a:xfrm>
            <a:off x="536870" y="892878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레일"/>
          <p:cNvSpPr/>
          <p:nvPr/>
        </p:nvSpPr>
        <p:spPr>
          <a:xfrm>
            <a:off x="547826" y="8945217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1" name="레일"/>
          <p:cNvSpPr>
            <a:spLocks noGrp="1"/>
          </p:cNvSpPr>
          <p:nvPr>
            <p:ph type="body" sz="quarter" idx="82"/>
          </p:nvPr>
        </p:nvSpPr>
        <p:spPr>
          <a:xfrm>
            <a:off x="547826" y="8945217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42" name="머리칸"/>
          <p:cNvSpPr/>
          <p:nvPr/>
        </p:nvSpPr>
        <p:spPr>
          <a:xfrm>
            <a:off x="1161391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3" name="머리칸"/>
          <p:cNvSpPr>
            <a:spLocks noGrp="1"/>
          </p:cNvSpPr>
          <p:nvPr>
            <p:ph type="body" sz="quarter" idx="83"/>
          </p:nvPr>
        </p:nvSpPr>
        <p:spPr>
          <a:xfrm>
            <a:off x="1161391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4" name="머리칸"/>
          <p:cNvSpPr/>
          <p:nvPr/>
        </p:nvSpPr>
        <p:spPr>
          <a:xfrm>
            <a:off x="3985435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5" name="머리칸"/>
          <p:cNvSpPr>
            <a:spLocks noGrp="1"/>
          </p:cNvSpPr>
          <p:nvPr>
            <p:ph type="body" sz="quarter" idx="84"/>
          </p:nvPr>
        </p:nvSpPr>
        <p:spPr>
          <a:xfrm>
            <a:off x="3985435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85"/>
          </p:nvPr>
        </p:nvSpPr>
        <p:spPr>
          <a:xfrm>
            <a:off x="1172348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47" name="칸 본문"/>
          <p:cNvSpPr>
            <a:spLocks noGrp="1"/>
          </p:cNvSpPr>
          <p:nvPr>
            <p:ph type="body" sz="quarter" idx="86"/>
          </p:nvPr>
        </p:nvSpPr>
        <p:spPr>
          <a:xfrm>
            <a:off x="3996391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48" name="Connector 110"/>
          <p:cNvCxnSpPr/>
          <p:nvPr/>
        </p:nvCxnSpPr>
        <p:spPr>
          <a:xfrm>
            <a:off x="3985435" y="9241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9" name="핵심성과 박스"/>
          <p:cNvSpPr/>
          <p:nvPr/>
        </p:nvSpPr>
        <p:spPr>
          <a:xfrm>
            <a:off x="536870" y="9660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0" name="핵심성과 라벨"/>
          <p:cNvSpPr/>
          <p:nvPr/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51" name="핵심성과 라벨"/>
          <p:cNvSpPr>
            <a:spLocks noGrp="1"/>
          </p:cNvSpPr>
          <p:nvPr>
            <p:ph type="body" sz="quarter" idx="87"/>
          </p:nvPr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52" name="핵심성과 문구"/>
          <p:cNvSpPr>
            <a:spLocks noGrp="1"/>
          </p:cNvSpPr>
          <p:nvPr>
            <p:ph type="body" sz="quarter" idx="88"/>
          </p:nvPr>
        </p:nvSpPr>
        <p:spPr>
          <a:xfrm>
            <a:off x="1314783" y="9676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4 교육체계 + 협의체 참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316591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1960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1960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448070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464504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46450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4864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4864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347652" y="734384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3438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3328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562974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56297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5629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5848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5848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0943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태그"/>
          <p:cNvSpPr/>
          <p:nvPr/>
        </p:nvSpPr>
        <p:spPr>
          <a:xfrm>
            <a:off x="1347652" y="844231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4423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4313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7490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87655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5 임금·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3823826" y="26542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867948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884383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8438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180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511722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511722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5117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5336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5336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5336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5336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5336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4459617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459617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4596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722574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359461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722574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755443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핵심성과 박스"/>
          <p:cNvSpPr/>
          <p:nvPr/>
        </p:nvSpPr>
        <p:spPr>
          <a:xfrm>
            <a:off x="536870" y="5623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6402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85" name="형광 밑줄"/>
          <p:cNvSpPr/>
          <p:nvPr/>
        </p:nvSpPr>
        <p:spPr>
          <a:xfrm>
            <a:off x="536870" y="6209217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소제목"/>
          <p:cNvSpPr>
            <a:spLocks noGrp="1"/>
          </p:cNvSpPr>
          <p:nvPr>
            <p:ph type="body" sz="quarter" idx="53"/>
          </p:nvPr>
        </p:nvSpPr>
        <p:spPr>
          <a:xfrm>
            <a:off x="536870" y="60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87" name="표 외곽"/>
          <p:cNvSpPr/>
          <p:nvPr/>
        </p:nvSpPr>
        <p:spPr>
          <a:xfrm>
            <a:off x="536870" y="634069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"/>
          <p:cNvSpPr/>
          <p:nvPr/>
        </p:nvSpPr>
        <p:spPr>
          <a:xfrm>
            <a:off x="547826" y="6357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357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2" name="머리칸"/>
          <p:cNvSpPr/>
          <p:nvPr/>
        </p:nvSpPr>
        <p:spPr>
          <a:xfrm>
            <a:off x="3985435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3985435" y="665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98447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8447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698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머리칸"/>
          <p:cNvSpPr/>
          <p:nvPr/>
        </p:nvSpPr>
        <p:spPr>
          <a:xfrm>
            <a:off x="1161391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1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02" name="머리칸"/>
          <p:cNvSpPr/>
          <p:nvPr/>
        </p:nvSpPr>
        <p:spPr>
          <a:xfrm>
            <a:off x="3985435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3" name="머리칸"/>
          <p:cNvSpPr>
            <a:spLocks noGrp="1"/>
          </p:cNvSpPr>
          <p:nvPr>
            <p:ph type="body" sz="quarter" idx="61"/>
          </p:nvPr>
        </p:nvSpPr>
        <p:spPr>
          <a:xfrm>
            <a:off x="3985435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3"/>
          </p:nvPr>
        </p:nvSpPr>
        <p:spPr>
          <a:xfrm>
            <a:off x="3996391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106" name="Connector 80"/>
          <p:cNvCxnSpPr/>
          <p:nvPr/>
        </p:nvCxnSpPr>
        <p:spPr>
          <a:xfrm>
            <a:off x="3985435" y="7280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547826" y="761180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8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761180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09" name="단계"/>
          <p:cNvSpPr/>
          <p:nvPr/>
        </p:nvSpPr>
        <p:spPr>
          <a:xfrm>
            <a:off x="1161391" y="76337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0" name="단계"/>
          <p:cNvSpPr>
            <a:spLocks noGrp="1"/>
          </p:cNvSpPr>
          <p:nvPr>
            <p:ph type="body" sz="quarter" idx="65"/>
          </p:nvPr>
        </p:nvSpPr>
        <p:spPr>
          <a:xfrm>
            <a:off x="1161391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111" name="단계"/>
          <p:cNvSpPr/>
          <p:nvPr/>
        </p:nvSpPr>
        <p:spPr>
          <a:xfrm>
            <a:off x="2573413" y="76337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66"/>
          </p:nvPr>
        </p:nvSpPr>
        <p:spPr>
          <a:xfrm>
            <a:off x="2573413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113" name="단계"/>
          <p:cNvSpPr/>
          <p:nvPr/>
        </p:nvSpPr>
        <p:spPr>
          <a:xfrm>
            <a:off x="3985435" y="76337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67"/>
          </p:nvPr>
        </p:nvSpPr>
        <p:spPr>
          <a:xfrm>
            <a:off x="3985435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115" name="단계"/>
          <p:cNvSpPr/>
          <p:nvPr/>
        </p:nvSpPr>
        <p:spPr>
          <a:xfrm>
            <a:off x="5397457" y="76337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68"/>
          </p:nvPr>
        </p:nvSpPr>
        <p:spPr>
          <a:xfrm>
            <a:off x="5397457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573413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3985434" y="76337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5397456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121" name="칸 본문"/>
          <p:cNvSpPr>
            <a:spLocks noGrp="1"/>
          </p:cNvSpPr>
          <p:nvPr>
            <p:ph type="body" sz="quarter" idx="70"/>
          </p:nvPr>
        </p:nvSpPr>
        <p:spPr>
          <a:xfrm>
            <a:off x="2584370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22" name="Connector 91"/>
          <p:cNvCxnSpPr/>
          <p:nvPr/>
        </p:nvCxnSpPr>
        <p:spPr>
          <a:xfrm>
            <a:off x="2573413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칸 본문"/>
          <p:cNvSpPr>
            <a:spLocks noGrp="1"/>
          </p:cNvSpPr>
          <p:nvPr>
            <p:ph type="body" sz="quarter" idx="71"/>
          </p:nvPr>
        </p:nvSpPr>
        <p:spPr>
          <a:xfrm>
            <a:off x="3996391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24" name="Connector 93"/>
          <p:cNvCxnSpPr/>
          <p:nvPr/>
        </p:nvCxnSpPr>
        <p:spPr>
          <a:xfrm>
            <a:off x="3985435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5" name="칸 본문"/>
          <p:cNvSpPr>
            <a:spLocks noGrp="1"/>
          </p:cNvSpPr>
          <p:nvPr>
            <p:ph type="body" sz="quarter" idx="72"/>
          </p:nvPr>
        </p:nvSpPr>
        <p:spPr>
          <a:xfrm>
            <a:off x="5408413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26" name="Connector 95"/>
          <p:cNvCxnSpPr/>
          <p:nvPr/>
        </p:nvCxnSpPr>
        <p:spPr>
          <a:xfrm>
            <a:off x="5397457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7" name="레일"/>
          <p:cNvSpPr/>
          <p:nvPr/>
        </p:nvSpPr>
        <p:spPr>
          <a:xfrm>
            <a:off x="547826" y="8244626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8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8244626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29" name="레일 삼각형"/>
          <p:cNvSpPr/>
          <p:nvPr/>
        </p:nvSpPr>
        <p:spPr>
          <a:xfrm>
            <a:off x="547826" y="8244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머리칸"/>
          <p:cNvSpPr/>
          <p:nvPr/>
        </p:nvSpPr>
        <p:spPr>
          <a:xfrm>
            <a:off x="1161391" y="8266539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4"/>
          </p:nvPr>
        </p:nvSpPr>
        <p:spPr>
          <a:xfrm>
            <a:off x="1161391" y="8266539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75"/>
          </p:nvPr>
        </p:nvSpPr>
        <p:spPr>
          <a:xfrm>
            <a:off x="1172348" y="850758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33" name="사진 칸"/>
          <p:cNvSpPr/>
          <p:nvPr/>
        </p:nvSpPr>
        <p:spPr>
          <a:xfrm>
            <a:off x="5730261" y="8272017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사진 칸"/>
          <p:cNvSpPr>
            <a:spLocks noGrp="1"/>
          </p:cNvSpPr>
          <p:nvPr>
            <p:ph type="body" sz="quarter" idx="76"/>
          </p:nvPr>
        </p:nvSpPr>
        <p:spPr>
          <a:xfrm>
            <a:off x="5730261" y="8272017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35" name="핵심성과 박스"/>
          <p:cNvSpPr/>
          <p:nvPr/>
        </p:nvSpPr>
        <p:spPr>
          <a:xfrm>
            <a:off x="536870" y="9164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핵심성과 라벨"/>
          <p:cNvSpPr/>
          <p:nvPr/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37" name="핵심성과 라벨"/>
          <p:cNvSpPr>
            <a:spLocks noGrp="1"/>
          </p:cNvSpPr>
          <p:nvPr>
            <p:ph type="body" sz="quarter" idx="77"/>
          </p:nvPr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8" name="핵심성과 문구"/>
          <p:cNvSpPr>
            <a:spLocks noGrp="1"/>
          </p:cNvSpPr>
          <p:nvPr>
            <p:ph type="body" sz="quarter" idx="78"/>
          </p:nvPr>
        </p:nvSpPr>
        <p:spPr>
          <a:xfrm>
            <a:off x="1314783" y="91814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6 근로환경·복리후생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형광 밑줄"/>
          <p:cNvSpPr/>
          <p:nvPr/>
        </p:nvSpPr>
        <p:spPr>
          <a:xfrm>
            <a:off x="723130" y="384605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36926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37255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37255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3977530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3993965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93965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42897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46158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6158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61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49116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5237687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23768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5237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5259600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5259600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5495165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3993965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3993965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5237687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5237687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6" name="형광 밑줄"/>
          <p:cNvSpPr/>
          <p:nvPr/>
        </p:nvSpPr>
        <p:spPr>
          <a:xfrm>
            <a:off x="723130" y="6133461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59800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8" name="태그칩"/>
          <p:cNvSpPr/>
          <p:nvPr/>
        </p:nvSpPr>
        <p:spPr>
          <a:xfrm>
            <a:off x="4634353" y="6012939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칩"/>
          <p:cNvSpPr>
            <a:spLocks noGrp="1"/>
          </p:cNvSpPr>
          <p:nvPr>
            <p:ph type="body" sz="quarter" idx="59"/>
          </p:nvPr>
        </p:nvSpPr>
        <p:spPr>
          <a:xfrm>
            <a:off x="4634353" y="6012939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0" name="표 외곽"/>
          <p:cNvSpPr/>
          <p:nvPr/>
        </p:nvSpPr>
        <p:spPr>
          <a:xfrm>
            <a:off x="723130" y="6264939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734087" y="62813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2813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3" name="본문"/>
          <p:cNvSpPr>
            <a:spLocks noGrp="1"/>
          </p:cNvSpPr>
          <p:nvPr>
            <p:ph type="body" sz="quarter" idx="61"/>
          </p:nvPr>
        </p:nvSpPr>
        <p:spPr>
          <a:xfrm>
            <a:off x="1347652" y="6303287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94" name="레일"/>
          <p:cNvSpPr/>
          <p:nvPr/>
        </p:nvSpPr>
        <p:spPr>
          <a:xfrm>
            <a:off x="734087" y="6551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551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6" name="본문"/>
          <p:cNvSpPr>
            <a:spLocks noGrp="1"/>
          </p:cNvSpPr>
          <p:nvPr>
            <p:ph type="body" sz="quarter" idx="63"/>
          </p:nvPr>
        </p:nvSpPr>
        <p:spPr>
          <a:xfrm>
            <a:off x="1347652" y="6573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7" name="레일"/>
          <p:cNvSpPr/>
          <p:nvPr/>
        </p:nvSpPr>
        <p:spPr>
          <a:xfrm>
            <a:off x="734087" y="6821061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4"/>
          </p:nvPr>
        </p:nvSpPr>
        <p:spPr>
          <a:xfrm>
            <a:off x="734087" y="68210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핵심성과 박스"/>
          <p:cNvSpPr/>
          <p:nvPr/>
        </p:nvSpPr>
        <p:spPr>
          <a:xfrm>
            <a:off x="723130" y="76908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핵심성과 라벨"/>
          <p:cNvSpPr/>
          <p:nvPr/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2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501043" y="77072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114" name="형광 밑줄"/>
          <p:cNvSpPr/>
          <p:nvPr/>
        </p:nvSpPr>
        <p:spPr>
          <a:xfrm>
            <a:off x="723130" y="84562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소제목"/>
          <p:cNvSpPr>
            <a:spLocks noGrp="1"/>
          </p:cNvSpPr>
          <p:nvPr>
            <p:ph type="body" sz="quarter" idx="73"/>
          </p:nvPr>
        </p:nvSpPr>
        <p:spPr>
          <a:xfrm>
            <a:off x="723130" y="83028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16" name="태그칩"/>
          <p:cNvSpPr/>
          <p:nvPr/>
        </p:nvSpPr>
        <p:spPr>
          <a:xfrm>
            <a:off x="4455895" y="83357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7" name="태그칩"/>
          <p:cNvSpPr>
            <a:spLocks noGrp="1"/>
          </p:cNvSpPr>
          <p:nvPr>
            <p:ph type="body" sz="quarter" idx="74"/>
          </p:nvPr>
        </p:nvSpPr>
        <p:spPr>
          <a:xfrm>
            <a:off x="4455895" y="833572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8" name="패널 외곽"/>
          <p:cNvSpPr/>
          <p:nvPr/>
        </p:nvSpPr>
        <p:spPr>
          <a:xfrm>
            <a:off x="723130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패널 머리"/>
          <p:cNvSpPr/>
          <p:nvPr/>
        </p:nvSpPr>
        <p:spPr>
          <a:xfrm>
            <a:off x="723130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0" name="패널 머리"/>
          <p:cNvSpPr>
            <a:spLocks noGrp="1"/>
          </p:cNvSpPr>
          <p:nvPr>
            <p:ph type="body" sz="quarter" idx="75"/>
          </p:nvPr>
        </p:nvSpPr>
        <p:spPr>
          <a:xfrm>
            <a:off x="723130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1" name="패널 본문"/>
          <p:cNvSpPr>
            <a:spLocks noGrp="1"/>
          </p:cNvSpPr>
          <p:nvPr>
            <p:ph type="body" sz="quarter" idx="76"/>
          </p:nvPr>
        </p:nvSpPr>
        <p:spPr>
          <a:xfrm>
            <a:off x="745043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22" name="요약 바"/>
          <p:cNvSpPr/>
          <p:nvPr/>
        </p:nvSpPr>
        <p:spPr>
          <a:xfrm>
            <a:off x="745043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3" name="요약 바"/>
          <p:cNvSpPr>
            <a:spLocks noGrp="1"/>
          </p:cNvSpPr>
          <p:nvPr>
            <p:ph type="body" sz="quarter" idx="77"/>
          </p:nvPr>
        </p:nvSpPr>
        <p:spPr>
          <a:xfrm>
            <a:off x="745043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24" name="패널 외곽"/>
          <p:cNvSpPr/>
          <p:nvPr/>
        </p:nvSpPr>
        <p:spPr>
          <a:xfrm>
            <a:off x="2837739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패널 머리"/>
          <p:cNvSpPr/>
          <p:nvPr/>
        </p:nvSpPr>
        <p:spPr>
          <a:xfrm>
            <a:off x="2837739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6" name="패널 머리"/>
          <p:cNvSpPr>
            <a:spLocks noGrp="1"/>
          </p:cNvSpPr>
          <p:nvPr>
            <p:ph type="body" sz="quarter" idx="78"/>
          </p:nvPr>
        </p:nvSpPr>
        <p:spPr>
          <a:xfrm>
            <a:off x="2837739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9"/>
          </p:nvPr>
        </p:nvSpPr>
        <p:spPr>
          <a:xfrm>
            <a:off x="2859652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28" name="요약 바"/>
          <p:cNvSpPr/>
          <p:nvPr/>
        </p:nvSpPr>
        <p:spPr>
          <a:xfrm>
            <a:off x="2859652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9" name="요약 바"/>
          <p:cNvSpPr>
            <a:spLocks noGrp="1"/>
          </p:cNvSpPr>
          <p:nvPr>
            <p:ph type="body" sz="quarter" idx="80"/>
          </p:nvPr>
        </p:nvSpPr>
        <p:spPr>
          <a:xfrm>
            <a:off x="2859652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0" name="패널 외곽"/>
          <p:cNvSpPr/>
          <p:nvPr/>
        </p:nvSpPr>
        <p:spPr>
          <a:xfrm>
            <a:off x="4952348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패널 머리"/>
          <p:cNvSpPr/>
          <p:nvPr/>
        </p:nvSpPr>
        <p:spPr>
          <a:xfrm>
            <a:off x="4952348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2" name="패널 머리"/>
          <p:cNvSpPr>
            <a:spLocks noGrp="1"/>
          </p:cNvSpPr>
          <p:nvPr>
            <p:ph type="body" sz="quarter" idx="81"/>
          </p:nvPr>
        </p:nvSpPr>
        <p:spPr>
          <a:xfrm>
            <a:off x="4952348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82"/>
          </p:nvPr>
        </p:nvSpPr>
        <p:spPr>
          <a:xfrm>
            <a:off x="4974261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34" name="요약 바"/>
          <p:cNvSpPr/>
          <p:nvPr/>
        </p:nvSpPr>
        <p:spPr>
          <a:xfrm>
            <a:off x="4974261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5" name="요약 바"/>
          <p:cNvSpPr>
            <a:spLocks noGrp="1"/>
          </p:cNvSpPr>
          <p:nvPr>
            <p:ph type="body" sz="quarter" idx="83"/>
          </p:nvPr>
        </p:nvSpPr>
        <p:spPr>
          <a:xfrm>
            <a:off x="4974261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36" name="핵심성과 박스"/>
          <p:cNvSpPr/>
          <p:nvPr/>
        </p:nvSpPr>
        <p:spPr>
          <a:xfrm>
            <a:off x="723130" y="96766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핵심성과 라벨"/>
          <p:cNvSpPr/>
          <p:nvPr/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38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9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501043" y="96930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4" name="성과 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성과 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12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3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7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6" name="배너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35" name="인라인 표"/>
          <p:cNvGraphicFramePr>
            <a:graphicFrameLocks noGrp="1"/>
          </p:cNvGraphicFramePr>
          <p:nvPr/>
        </p:nvGraphicFramePr>
        <p:xfrm>
          <a:off x="1205217" y="2820209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3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" name="강조 바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0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1" name="가운데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2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0" name="강조 바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3" name="소행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소행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가운데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23" name="가운데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5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6" name="패널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7" name="요약 바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" name="패널 머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1" name="요약 바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" name="패널 머리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" name="패널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5" name="요약 바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graphicFrame>
        <p:nvGraphicFramePr>
          <p:cNvPr id="7" name="실적표"/>
          <p:cNvGraphicFramePr>
            <a:graphicFrameLocks noGrp="1"/>
          </p:cNvGraphicFramePr>
          <p:nvPr/>
        </p:nvGraphicFramePr>
        <p:xfrm>
          <a:off x="536870" y="76695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sp>
        <p:nvSpPr>
          <p:cNvPr id="11" name="평가내용 라벨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22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5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7" name="강조 바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0" name="가운데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1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63" name="가운데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87" name="소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88" name="태그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90" name="패널 머리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92" name="패널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95" name="패널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97" name="레일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98" name="패널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00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01" name="패널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03" name="패널 머리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4" name="레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05" name="패널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08" name="패널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110" name="레일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11" name="패널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113" name="레일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14" name="패널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16" name="핵심성과 라벨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7" name="핵심성과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9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3" name="소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44" name="태그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76" name="핵심성과 라벨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79" name="소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80" name="태그칩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2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83" name="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85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86" name="가운데 글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87" name="주석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89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90" name="머리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91" name="머리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92" name="머리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96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106" name="핵심성과 라벨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7" name="핵심성과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0" name="패널 머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52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4" name="패널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6" name="패널 머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63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5" name="패널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68" name="레일 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2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3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4" name="태그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7" name="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86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9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1" name="사진 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3" name="레일 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4" name="레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6" name="배너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7" name="머리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106" name="레일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7" name="머리칸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8" name="머리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113" name="핵심성과 라벨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4" name="핵심성과 문구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0" name="태그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4921200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67" name="소제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7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82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3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4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5" name="단계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6" name="단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97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1" name="사진 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3" name="핵심성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4" name="핵심성과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sp>
        <p:nvSpPr>
          <p:cNvPr id="40" name="소제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1" name="태그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58" name="배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59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60" name="사진 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1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4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7" name="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69" name="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83" name="소제목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84" name="태그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6" name="패널 머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87" name="패널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88" name="요약 바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0" name="패널 머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91" name="패널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92" name="요약 바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94" name="패널 머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95" name="패널 본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96" name="요약 바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98" name="핵심성과 라벨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9" name="핵심성과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
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 방향 → 안전 전략 → 이행체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레일"/>
          <p:cNvSpPr/>
          <p:nvPr/>
        </p:nvSpPr>
        <p:spPr>
          <a:xfrm>
            <a:off x="723130" y="777913"/>
            <a:ext cx="602609" cy="52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" name="레일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02609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11" name="헤드라인 박스"/>
          <p:cNvSpPr/>
          <p:nvPr/>
        </p:nvSpPr>
        <p:spPr>
          <a:xfrm>
            <a:off x="1347652" y="777913"/>
            <a:ext cx="5675478" cy="525913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헤드라인 글"/>
          <p:cNvSpPr>
            <a:spLocks noGrp="1"/>
          </p:cNvSpPr>
          <p:nvPr>
            <p:ph type="body" sz="quarter" idx="21"/>
          </p:nvPr>
        </p:nvSpPr>
        <p:spPr>
          <a:xfrm>
            <a:off x="1402435" y="799826"/>
            <a:ext cx="5565913" cy="482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현장 중심 안전관리 체계로 무사고 사업장을 실현한다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예방 · 점검 · 대응을 하나의 흐름으로 묶는 연간 운영 원칙</a:t>
            </a:r>
          </a:p>
        </p:txBody>
      </p:sp>
      <p:sp>
        <p:nvSpPr>
          <p:cNvPr id="13" name="배너"/>
          <p:cNvSpPr/>
          <p:nvPr/>
        </p:nvSpPr>
        <p:spPr>
          <a:xfrm>
            <a:off x="723130" y="1358609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4" name="Connector 7"/>
          <p:cNvCxnSpPr/>
          <p:nvPr/>
        </p:nvCxnSpPr>
        <p:spPr>
          <a:xfrm>
            <a:off x="723130" y="1358609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5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41339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책임이 사업장 전체로 확대되며 관리 범위와 기준이 한 단계 높아짐</a:t>
            </a:r>
          </a:p>
        </p:txBody>
      </p:sp>
      <p:sp>
        <p:nvSpPr>
          <p:cNvPr id="16" name="태그"/>
          <p:cNvSpPr/>
          <p:nvPr/>
        </p:nvSpPr>
        <p:spPr>
          <a:xfrm>
            <a:off x="1686932" y="1638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686932" y="1638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배너 글"/>
          <p:cNvSpPr>
            <a:spLocks noGrp="1"/>
          </p:cNvSpPr>
          <p:nvPr>
            <p:ph type="body" sz="quarter" idx="24"/>
          </p:nvPr>
        </p:nvSpPr>
        <p:spPr>
          <a:xfrm>
            <a:off x="723130" y="1621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경영진 책임 · 협력사 관리 · 현장 점검을 연계한 통합 운영 체계 구축</a:t>
            </a:r>
          </a:p>
        </p:txBody>
      </p:sp>
      <p:sp>
        <p:nvSpPr>
          <p:cNvPr id="19" name="박스 외곽"/>
          <p:cNvSpPr/>
          <p:nvPr/>
        </p:nvSpPr>
        <p:spPr>
          <a:xfrm>
            <a:off x="723130" y="1961217"/>
            <a:ext cx="6300000" cy="89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734087" y="1972174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972174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전략</a:t>
            </a:r>
          </a:p>
        </p:txBody>
      </p:sp>
      <p:sp>
        <p:nvSpPr>
          <p:cNvPr id="22" name="칩"/>
          <p:cNvSpPr/>
          <p:nvPr/>
        </p:nvSpPr>
        <p:spPr>
          <a:xfrm>
            <a:off x="1369565" y="2016000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칩"/>
          <p:cNvSpPr>
            <a:spLocks noGrp="1"/>
          </p:cNvSpPr>
          <p:nvPr>
            <p:ph type="body" sz="quarter" idx="26"/>
          </p:nvPr>
        </p:nvSpPr>
        <p:spPr>
          <a:xfrm>
            <a:off x="1369565" y="2016000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24" name="칩 셀 글"/>
          <p:cNvSpPr>
            <a:spLocks noGrp="1"/>
          </p:cNvSpPr>
          <p:nvPr>
            <p:ph type="body" sz="quarter" idx="27"/>
          </p:nvPr>
        </p:nvSpPr>
        <p:spPr>
          <a:xfrm>
            <a:off x="1753043" y="2016000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사전 발굴</a:t>
            </a:r>
          </a:p>
        </p:txBody>
      </p:sp>
      <p:sp>
        <p:nvSpPr>
          <p:cNvPr id="25" name="칩"/>
          <p:cNvSpPr/>
          <p:nvPr/>
        </p:nvSpPr>
        <p:spPr>
          <a:xfrm>
            <a:off x="2502470" y="2016000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칩"/>
          <p:cNvSpPr>
            <a:spLocks noGrp="1"/>
          </p:cNvSpPr>
          <p:nvPr>
            <p:ph type="body" sz="quarter" idx="28"/>
          </p:nvPr>
        </p:nvSpPr>
        <p:spPr>
          <a:xfrm>
            <a:off x="2502470" y="2016000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</a:t>
            </a:r>
          </a:p>
        </p:txBody>
      </p:sp>
      <p:sp>
        <p:nvSpPr>
          <p:cNvPr id="27" name="칩 셀 글"/>
          <p:cNvSpPr>
            <a:spLocks noGrp="1"/>
          </p:cNvSpPr>
          <p:nvPr>
            <p:ph type="body" sz="quarter" idx="29"/>
          </p:nvPr>
        </p:nvSpPr>
        <p:spPr>
          <a:xfrm>
            <a:off x="2885948" y="2016000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현장점검</a:t>
            </a:r>
          </a:p>
        </p:txBody>
      </p:sp>
      <p:sp>
        <p:nvSpPr>
          <p:cNvPr id="28" name="칩"/>
          <p:cNvSpPr/>
          <p:nvPr/>
        </p:nvSpPr>
        <p:spPr>
          <a:xfrm>
            <a:off x="1369565" y="2410435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칩"/>
          <p:cNvSpPr>
            <a:spLocks noGrp="1"/>
          </p:cNvSpPr>
          <p:nvPr>
            <p:ph type="body" sz="quarter" idx="30"/>
          </p:nvPr>
        </p:nvSpPr>
        <p:spPr>
          <a:xfrm>
            <a:off x="1369565" y="2410435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0" name="칩 셀 글"/>
          <p:cNvSpPr>
            <a:spLocks noGrp="1"/>
          </p:cNvSpPr>
          <p:nvPr>
            <p:ph type="body" sz="quarter" idx="31"/>
          </p:nvPr>
        </p:nvSpPr>
        <p:spPr>
          <a:xfrm>
            <a:off x="1753043" y="2410435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안전교육</a:t>
            </a:r>
          </a:p>
        </p:txBody>
      </p:sp>
      <p:sp>
        <p:nvSpPr>
          <p:cNvPr id="31" name="칩"/>
          <p:cNvSpPr/>
          <p:nvPr/>
        </p:nvSpPr>
        <p:spPr>
          <a:xfrm>
            <a:off x="2502470" y="2410435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칩"/>
          <p:cNvSpPr>
            <a:spLocks noGrp="1"/>
          </p:cNvSpPr>
          <p:nvPr>
            <p:ph type="body" sz="quarter" idx="32"/>
          </p:nvPr>
        </p:nvSpPr>
        <p:spPr>
          <a:xfrm>
            <a:off x="2502470" y="2410435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33" name="칩 셀 글"/>
          <p:cNvSpPr>
            <a:spLocks noGrp="1"/>
          </p:cNvSpPr>
          <p:nvPr>
            <p:ph type="body" sz="quarter" idx="33"/>
          </p:nvPr>
        </p:nvSpPr>
        <p:spPr>
          <a:xfrm>
            <a:off x="2885948" y="2410435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 대응훈련</a:t>
            </a:r>
          </a:p>
        </p:txBody>
      </p:sp>
      <p:cxnSp>
        <p:nvCxnSpPr>
          <p:cNvPr id="34" name="Connector 21"/>
          <p:cNvCxnSpPr/>
          <p:nvPr/>
        </p:nvCxnSpPr>
        <p:spPr>
          <a:xfrm>
            <a:off x="3635374" y="201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전략 제목"/>
          <p:cNvSpPr>
            <a:spLocks noGrp="1"/>
          </p:cNvSpPr>
          <p:nvPr>
            <p:ph type="body" sz="quarter" idx="34"/>
          </p:nvPr>
        </p:nvSpPr>
        <p:spPr>
          <a:xfrm>
            <a:off x="3657287" y="1994087"/>
            <a:ext cx="241218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4대 추진 전략</a:t>
            </a:r>
          </a:p>
        </p:txBody>
      </p:sp>
      <p:sp>
        <p:nvSpPr>
          <p:cNvPr id="36" name="타일"/>
          <p:cNvSpPr/>
          <p:nvPr/>
        </p:nvSpPr>
        <p:spPr>
          <a:xfrm>
            <a:off x="3657287" y="223513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타일"/>
          <p:cNvSpPr>
            <a:spLocks noGrp="1"/>
          </p:cNvSpPr>
          <p:nvPr>
            <p:ph type="body" sz="quarter" idx="35"/>
          </p:nvPr>
        </p:nvSpPr>
        <p:spPr>
          <a:xfrm>
            <a:off x="3657287" y="223513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</a:t>
            </a:r>
          </a:p>
        </p:txBody>
      </p:sp>
      <p:sp>
        <p:nvSpPr>
          <p:cNvPr id="38" name="타일"/>
          <p:cNvSpPr/>
          <p:nvPr/>
        </p:nvSpPr>
        <p:spPr>
          <a:xfrm>
            <a:off x="4874337" y="223513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9" name="타일"/>
          <p:cNvSpPr>
            <a:spLocks noGrp="1"/>
          </p:cNvSpPr>
          <p:nvPr>
            <p:ph type="body" sz="quarter" idx="36"/>
          </p:nvPr>
        </p:nvSpPr>
        <p:spPr>
          <a:xfrm>
            <a:off x="4874337" y="223513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지원</a:t>
            </a:r>
          </a:p>
        </p:txBody>
      </p:sp>
      <p:sp>
        <p:nvSpPr>
          <p:cNvPr id="40" name="타일"/>
          <p:cNvSpPr/>
          <p:nvPr/>
        </p:nvSpPr>
        <p:spPr>
          <a:xfrm>
            <a:off x="3657287" y="252000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1" name="타일"/>
          <p:cNvSpPr>
            <a:spLocks noGrp="1"/>
          </p:cNvSpPr>
          <p:nvPr>
            <p:ph type="body" sz="quarter" idx="37"/>
          </p:nvPr>
        </p:nvSpPr>
        <p:spPr>
          <a:xfrm>
            <a:off x="3657287" y="252000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감시</a:t>
            </a:r>
          </a:p>
        </p:txBody>
      </p:sp>
      <p:sp>
        <p:nvSpPr>
          <p:cNvPr id="42" name="타일"/>
          <p:cNvSpPr/>
          <p:nvPr/>
        </p:nvSpPr>
        <p:spPr>
          <a:xfrm>
            <a:off x="4874337" y="252000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3" name="타일"/>
          <p:cNvSpPr>
            <a:spLocks noGrp="1"/>
          </p:cNvSpPr>
          <p:nvPr>
            <p:ph type="body" sz="quarter" idx="38"/>
          </p:nvPr>
        </p:nvSpPr>
        <p:spPr>
          <a:xfrm>
            <a:off x="4874337" y="252000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44" name="요약 칸"/>
          <p:cNvSpPr/>
          <p:nvPr/>
        </p:nvSpPr>
        <p:spPr>
          <a:xfrm>
            <a:off x="6113301" y="2016000"/>
            <a:ext cx="876960" cy="788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1600" rIns="21600" tIns="7200" bIns="7200" wrap="square"/>
          <a:lstStyle/>
          <a:p/>
        </p:txBody>
      </p:sp>
      <p:sp>
        <p:nvSpPr>
          <p:cNvPr id="45" name="요약 칸"/>
          <p:cNvSpPr>
            <a:spLocks noGrp="1"/>
          </p:cNvSpPr>
          <p:nvPr>
            <p:ph type="body" sz="quarter" idx="39"/>
          </p:nvPr>
        </p:nvSpPr>
        <p:spPr>
          <a:xfrm>
            <a:off x="6113301" y="2016000"/>
            <a:ext cx="876960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무사고 사업장 실현</a:t>
            </a:r>
          </a:p>
        </p:txBody>
      </p:sp>
      <p:sp>
        <p:nvSpPr>
          <p:cNvPr id="46" name="레일"/>
          <p:cNvSpPr/>
          <p:nvPr/>
        </p:nvSpPr>
        <p:spPr>
          <a:xfrm>
            <a:off x="734087" y="2947304"/>
            <a:ext cx="580696" cy="23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2947304"/>
            <a:ext cx="58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이행체계</a:t>
            </a:r>
          </a:p>
        </p:txBody>
      </p:sp>
      <p:sp>
        <p:nvSpPr>
          <p:cNvPr id="48" name="단계"/>
          <p:cNvSpPr/>
          <p:nvPr/>
        </p:nvSpPr>
        <p:spPr>
          <a:xfrm>
            <a:off x="1358609" y="2936348"/>
            <a:ext cx="1416130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41"/>
          </p:nvPr>
        </p:nvSpPr>
        <p:spPr>
          <a:xfrm>
            <a:off x="1358609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0" name="단계"/>
          <p:cNvSpPr/>
          <p:nvPr/>
        </p:nvSpPr>
        <p:spPr>
          <a:xfrm>
            <a:off x="2774739" y="2936348"/>
            <a:ext cx="1416130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2"/>
          </p:nvPr>
        </p:nvSpPr>
        <p:spPr>
          <a:xfrm>
            <a:off x="2774739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설계</a:t>
            </a:r>
          </a:p>
        </p:txBody>
      </p:sp>
      <p:sp>
        <p:nvSpPr>
          <p:cNvPr id="52" name="단계"/>
          <p:cNvSpPr/>
          <p:nvPr/>
        </p:nvSpPr>
        <p:spPr>
          <a:xfrm>
            <a:off x="4190870" y="2936348"/>
            <a:ext cx="141613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3"/>
          </p:nvPr>
        </p:nvSpPr>
        <p:spPr>
          <a:xfrm>
            <a:off x="4190870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이행</a:t>
            </a:r>
          </a:p>
        </p:txBody>
      </p:sp>
      <p:sp>
        <p:nvSpPr>
          <p:cNvPr id="54" name="단계"/>
          <p:cNvSpPr/>
          <p:nvPr/>
        </p:nvSpPr>
        <p:spPr>
          <a:xfrm>
            <a:off x="5607000" y="2936348"/>
            <a:ext cx="1416130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4"/>
          </p:nvPr>
        </p:nvSpPr>
        <p:spPr>
          <a:xfrm>
            <a:off x="5607000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2774739" y="2936347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190869" y="2936347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607000" y="2936347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본문 틀"/>
          <p:cNvSpPr/>
          <p:nvPr/>
        </p:nvSpPr>
        <p:spPr>
          <a:xfrm>
            <a:off x="1358609" y="3188348"/>
            <a:ext cx="5664522" cy="4191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69565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위험요인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의견 수렴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2785696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책임 부서 지정</a:t>
            </a:r>
          </a:p>
        </p:txBody>
      </p:sp>
      <p:cxnSp>
        <p:nvCxnSpPr>
          <p:cNvPr id="62" name="Connector 39"/>
          <p:cNvCxnSpPr/>
          <p:nvPr/>
        </p:nvCxnSpPr>
        <p:spPr>
          <a:xfrm>
            <a:off x="2774739" y="3221217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4201826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과제별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월간 점검회의</a:t>
            </a:r>
          </a:p>
        </p:txBody>
      </p:sp>
      <p:cxnSp>
        <p:nvCxnSpPr>
          <p:cNvPr id="64" name="Connector 41"/>
          <p:cNvCxnSpPr/>
          <p:nvPr/>
        </p:nvCxnSpPr>
        <p:spPr>
          <a:xfrm>
            <a:off x="4190870" y="3221217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8"/>
          </p:nvPr>
        </p:nvSpPr>
        <p:spPr>
          <a:xfrm>
            <a:off x="5617957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다음 연도 반영</a:t>
            </a:r>
          </a:p>
        </p:txBody>
      </p:sp>
      <p:cxnSp>
        <p:nvCxnSpPr>
          <p:cNvPr id="66" name="Connector 43"/>
          <p:cNvCxnSpPr/>
          <p:nvPr/>
        </p:nvCxnSpPr>
        <p:spPr>
          <a:xfrm>
            <a:off x="5607000" y="3221217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이행 요약"/>
          <p:cNvSpPr/>
          <p:nvPr/>
        </p:nvSpPr>
        <p:spPr>
          <a:xfrm>
            <a:off x="1358609" y="3629426"/>
            <a:ext cx="56645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8" name="이행 요약"/>
          <p:cNvSpPr>
            <a:spLocks noGrp="1"/>
          </p:cNvSpPr>
          <p:nvPr>
            <p:ph type="body" sz="quarter" idx="49"/>
          </p:nvPr>
        </p:nvSpPr>
        <p:spPr>
          <a:xfrm>
            <a:off x="1358609" y="3629426"/>
            <a:ext cx="56645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 1회 추진 성과를 평가해 계획에 다시 반영한다</a:t>
            </a:r>
          </a:p>
        </p:txBody>
      </p:sp>
      <p:sp>
        <p:nvSpPr>
          <p:cNvPr id="69" name="주요성과 박스"/>
          <p:cNvSpPr/>
          <p:nvPr/>
        </p:nvSpPr>
        <p:spPr>
          <a:xfrm>
            <a:off x="723130" y="3936209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주요성과 라벨"/>
          <p:cNvSpPr/>
          <p:nvPr/>
        </p:nvSpPr>
        <p:spPr>
          <a:xfrm>
            <a:off x="756000" y="3969078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1" name="주요성과 라벨"/>
          <p:cNvSpPr>
            <a:spLocks noGrp="1"/>
          </p:cNvSpPr>
          <p:nvPr>
            <p:ph type="body" sz="quarter" idx="50"/>
          </p:nvPr>
        </p:nvSpPr>
        <p:spPr>
          <a:xfrm>
            <a:off x="756000" y="39690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2" name="주요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3952643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성공요인 → 성과지표 → KPI → 연도별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핵심 성공요인별 성과지표 이행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머리칸"/>
          <p:cNvSpPr/>
          <p:nvPr/>
        </p:nvSpPr>
        <p:spPr>
          <a:xfrm>
            <a:off x="536870" y="1150435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536870" y="1150435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19" name="머리칸"/>
          <p:cNvSpPr/>
          <p:nvPr/>
        </p:nvSpPr>
        <p:spPr>
          <a:xfrm>
            <a:off x="1172348" y="1150435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72348" y="1150435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성과지표(PI)</a:t>
            </a:r>
          </a:p>
        </p:txBody>
      </p:sp>
      <p:sp>
        <p:nvSpPr>
          <p:cNvPr id="21" name="머리칸"/>
          <p:cNvSpPr/>
          <p:nvPr/>
        </p:nvSpPr>
        <p:spPr>
          <a:xfrm>
            <a:off x="3052816" y="1150435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52816" y="1150435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KPI</a:t>
            </a:r>
          </a:p>
        </p:txBody>
      </p:sp>
      <p:sp>
        <p:nvSpPr>
          <p:cNvPr id="23" name="머리칸"/>
          <p:cNvSpPr/>
          <p:nvPr/>
        </p:nvSpPr>
        <p:spPr>
          <a:xfrm>
            <a:off x="4821308" y="1150435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821308" y="1150435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5" name="레일"/>
          <p:cNvSpPr/>
          <p:nvPr/>
        </p:nvSpPr>
        <p:spPr>
          <a:xfrm>
            <a:off x="536870" y="1391478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36870" y="1391478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27" name="PI 글"/>
          <p:cNvSpPr>
            <a:spLocks noGrp="1"/>
          </p:cNvSpPr>
          <p:nvPr>
            <p:ph type="body" sz="quarter" idx="28"/>
          </p:nvPr>
        </p:nvSpPr>
        <p:spPr>
          <a:xfrm>
            <a:off x="1172348" y="1391478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조치 완료율 제고</a:t>
            </a:r>
          </a:p>
        </p:txBody>
      </p:sp>
      <p:sp>
        <p:nvSpPr>
          <p:cNvPr id="28" name="KPI 칸"/>
          <p:cNvSpPr/>
          <p:nvPr/>
        </p:nvSpPr>
        <p:spPr>
          <a:xfrm>
            <a:off x="3052816" y="1391478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3096642" y="1446261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3096642" y="1446261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31" name="KPI 글"/>
          <p:cNvSpPr>
            <a:spLocks noGrp="1"/>
          </p:cNvSpPr>
          <p:nvPr>
            <p:ph type="body" sz="quarter" idx="30"/>
          </p:nvPr>
        </p:nvSpPr>
        <p:spPr>
          <a:xfrm>
            <a:off x="3458614" y="1424348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</a:t>
            </a:r>
          </a:p>
        </p:txBody>
      </p:sp>
      <p:sp>
        <p:nvSpPr>
          <p:cNvPr id="32" name="KPI 결과"/>
          <p:cNvSpPr/>
          <p:nvPr/>
        </p:nvSpPr>
        <p:spPr>
          <a:xfrm>
            <a:off x="3063772" y="1785913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KPI 결과"/>
          <p:cNvSpPr>
            <a:spLocks noGrp="1"/>
          </p:cNvSpPr>
          <p:nvPr>
            <p:ph type="body" sz="quarter" idx="31"/>
          </p:nvPr>
        </p:nvSpPr>
        <p:spPr>
          <a:xfrm>
            <a:off x="3063772" y="1785913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100% (목표 95%)</a:t>
            </a:r>
          </a:p>
        </p:txBody>
      </p:sp>
      <p:sp>
        <p:nvSpPr>
          <p:cNvPr id="34" name="로드맵 칸"/>
          <p:cNvSpPr/>
          <p:nvPr/>
        </p:nvSpPr>
        <p:spPr>
          <a:xfrm>
            <a:off x="4821308" y="1391478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단위"/>
          <p:cNvSpPr>
            <a:spLocks noGrp="1"/>
          </p:cNvSpPr>
          <p:nvPr>
            <p:ph type="body" sz="quarter" idx="32"/>
          </p:nvPr>
        </p:nvSpPr>
        <p:spPr>
          <a:xfrm>
            <a:off x="4843221" y="1402435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cxnSp>
        <p:nvCxnSpPr>
          <p:cNvPr id="36" name="Connector 24"/>
          <p:cNvCxnSpPr/>
          <p:nvPr/>
        </p:nvCxnSpPr>
        <p:spPr>
          <a:xfrm flipV="1">
            <a:off x="4898003" y="1706478"/>
            <a:ext cx="620724" cy="5752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37" name="Connector 25"/>
          <p:cNvCxnSpPr/>
          <p:nvPr/>
        </p:nvCxnSpPr>
        <p:spPr>
          <a:xfrm flipV="1">
            <a:off x="5518727" y="1668130"/>
            <a:ext cx="620723" cy="383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38" name="Connector 26"/>
          <p:cNvCxnSpPr/>
          <p:nvPr/>
        </p:nvCxnSpPr>
        <p:spPr>
          <a:xfrm flipV="1">
            <a:off x="6139450" y="1610609"/>
            <a:ext cx="620724" cy="5752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39" name="점"/>
          <p:cNvSpPr/>
          <p:nvPr/>
        </p:nvSpPr>
        <p:spPr>
          <a:xfrm>
            <a:off x="4876090" y="1742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3"/>
          </p:nvPr>
        </p:nvSpPr>
        <p:spPr>
          <a:xfrm>
            <a:off x="4733656" y="1566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4"/>
          </p:nvPr>
        </p:nvSpPr>
        <p:spPr>
          <a:xfrm>
            <a:off x="4755569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42" name="점"/>
          <p:cNvSpPr/>
          <p:nvPr/>
        </p:nvSpPr>
        <p:spPr>
          <a:xfrm>
            <a:off x="5496814" y="168456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5"/>
          </p:nvPr>
        </p:nvSpPr>
        <p:spPr>
          <a:xfrm>
            <a:off x="5354379" y="150926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6"/>
          </p:nvPr>
        </p:nvSpPr>
        <p:spPr>
          <a:xfrm>
            <a:off x="5376292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45" name="점"/>
          <p:cNvSpPr/>
          <p:nvPr/>
        </p:nvSpPr>
        <p:spPr>
          <a:xfrm>
            <a:off x="6117537" y="16462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값"/>
          <p:cNvSpPr>
            <a:spLocks noGrp="1"/>
          </p:cNvSpPr>
          <p:nvPr>
            <p:ph type="body" sz="quarter" idx="37"/>
          </p:nvPr>
        </p:nvSpPr>
        <p:spPr>
          <a:xfrm>
            <a:off x="5975103" y="14709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97</a:t>
            </a:r>
          </a:p>
        </p:txBody>
      </p:sp>
      <p:sp>
        <p:nvSpPr>
          <p:cNvPr id="47" name="연도"/>
          <p:cNvSpPr>
            <a:spLocks noGrp="1"/>
          </p:cNvSpPr>
          <p:nvPr>
            <p:ph type="body" sz="quarter" idx="38"/>
          </p:nvPr>
        </p:nvSpPr>
        <p:spPr>
          <a:xfrm>
            <a:off x="5997016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48" name="점"/>
          <p:cNvSpPr/>
          <p:nvPr/>
        </p:nvSpPr>
        <p:spPr>
          <a:xfrm>
            <a:off x="6738261" y="158869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값"/>
          <p:cNvSpPr>
            <a:spLocks noGrp="1"/>
          </p:cNvSpPr>
          <p:nvPr>
            <p:ph type="body" sz="quarter" idx="39"/>
          </p:nvPr>
        </p:nvSpPr>
        <p:spPr>
          <a:xfrm>
            <a:off x="6595826" y="14133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100</a:t>
            </a:r>
          </a:p>
        </p:txBody>
      </p:sp>
      <p:sp>
        <p:nvSpPr>
          <p:cNvPr id="50" name="연도"/>
          <p:cNvSpPr>
            <a:spLocks noGrp="1"/>
          </p:cNvSpPr>
          <p:nvPr>
            <p:ph type="body" sz="quarter" idx="40"/>
          </p:nvPr>
        </p:nvSpPr>
        <p:spPr>
          <a:xfrm>
            <a:off x="6617739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4854177" y="1796870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36870" y="2037913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536870" y="2037913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54" name="PI 글"/>
          <p:cNvSpPr>
            <a:spLocks noGrp="1"/>
          </p:cNvSpPr>
          <p:nvPr>
            <p:ph type="body" sz="quarter" idx="42"/>
          </p:nvPr>
        </p:nvSpPr>
        <p:spPr>
          <a:xfrm>
            <a:off x="1172348" y="2037913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인센티브 도입</a:t>
            </a:r>
          </a:p>
        </p:txBody>
      </p:sp>
      <p:sp>
        <p:nvSpPr>
          <p:cNvPr id="55" name="KPI 칸"/>
          <p:cNvSpPr/>
          <p:nvPr/>
        </p:nvSpPr>
        <p:spPr>
          <a:xfrm>
            <a:off x="3052816" y="2037913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096642" y="2092696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3"/>
          </p:nvPr>
        </p:nvSpPr>
        <p:spPr>
          <a:xfrm>
            <a:off x="3096642" y="2092696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58" name="KPI 글"/>
          <p:cNvSpPr>
            <a:spLocks noGrp="1"/>
          </p:cNvSpPr>
          <p:nvPr>
            <p:ph type="body" sz="quarter" idx="44"/>
          </p:nvPr>
        </p:nvSpPr>
        <p:spPr>
          <a:xfrm>
            <a:off x="3458614" y="2070783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합동점검 건수</a:t>
            </a:r>
          </a:p>
        </p:txBody>
      </p:sp>
      <p:sp>
        <p:nvSpPr>
          <p:cNvPr id="59" name="KPI 결과"/>
          <p:cNvSpPr/>
          <p:nvPr/>
        </p:nvSpPr>
        <p:spPr>
          <a:xfrm>
            <a:off x="3063772" y="2432348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0" name="KPI 결과"/>
          <p:cNvSpPr>
            <a:spLocks noGrp="1"/>
          </p:cNvSpPr>
          <p:nvPr>
            <p:ph type="body" sz="quarter" idx="45"/>
          </p:nvPr>
        </p:nvSpPr>
        <p:spPr>
          <a:xfrm>
            <a:off x="3063772" y="2432348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48건 (목표 40건)</a:t>
            </a:r>
          </a:p>
        </p:txBody>
      </p:sp>
      <p:sp>
        <p:nvSpPr>
          <p:cNvPr id="61" name="로드맵 칸"/>
          <p:cNvSpPr/>
          <p:nvPr/>
        </p:nvSpPr>
        <p:spPr>
          <a:xfrm>
            <a:off x="4821308" y="2037913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단위"/>
          <p:cNvSpPr>
            <a:spLocks noGrp="1"/>
          </p:cNvSpPr>
          <p:nvPr>
            <p:ph type="body" sz="quarter" idx="46"/>
          </p:nvPr>
        </p:nvSpPr>
        <p:spPr>
          <a:xfrm>
            <a:off x="4843221" y="2048870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63" name="Connector 48"/>
          <p:cNvCxnSpPr/>
          <p:nvPr/>
        </p:nvCxnSpPr>
        <p:spPr>
          <a:xfrm flipV="1">
            <a:off x="4898003" y="2366609"/>
            <a:ext cx="620724" cy="4382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64" name="Connector 49"/>
          <p:cNvCxnSpPr/>
          <p:nvPr/>
        </p:nvCxnSpPr>
        <p:spPr>
          <a:xfrm flipV="1">
            <a:off x="5518727" y="2322783"/>
            <a:ext cx="620723" cy="4382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65" name="Connector 50"/>
          <p:cNvCxnSpPr/>
          <p:nvPr/>
        </p:nvCxnSpPr>
        <p:spPr>
          <a:xfrm flipV="1">
            <a:off x="6139450" y="2257043"/>
            <a:ext cx="620724" cy="6574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66" name="점"/>
          <p:cNvSpPr/>
          <p:nvPr/>
        </p:nvSpPr>
        <p:spPr>
          <a:xfrm>
            <a:off x="4876090" y="238852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47"/>
          </p:nvPr>
        </p:nvSpPr>
        <p:spPr>
          <a:xfrm>
            <a:off x="4733656" y="2213217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48"/>
          </p:nvPr>
        </p:nvSpPr>
        <p:spPr>
          <a:xfrm>
            <a:off x="4755569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69" name="점"/>
          <p:cNvSpPr/>
          <p:nvPr/>
        </p:nvSpPr>
        <p:spPr>
          <a:xfrm>
            <a:off x="5496814" y="234469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값"/>
          <p:cNvSpPr>
            <a:spLocks noGrp="1"/>
          </p:cNvSpPr>
          <p:nvPr>
            <p:ph type="body" sz="quarter" idx="49"/>
          </p:nvPr>
        </p:nvSpPr>
        <p:spPr>
          <a:xfrm>
            <a:off x="5354379" y="21693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50"/>
          </p:nvPr>
        </p:nvSpPr>
        <p:spPr>
          <a:xfrm>
            <a:off x="5376292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72" name="점"/>
          <p:cNvSpPr/>
          <p:nvPr/>
        </p:nvSpPr>
        <p:spPr>
          <a:xfrm>
            <a:off x="6117537" y="230087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975103" y="212556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997016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75" name="점"/>
          <p:cNvSpPr/>
          <p:nvPr/>
        </p:nvSpPr>
        <p:spPr>
          <a:xfrm>
            <a:off x="6738261" y="2235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6595826" y="20598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48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6617739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78" name="Connector 63"/>
          <p:cNvCxnSpPr/>
          <p:nvPr/>
        </p:nvCxnSpPr>
        <p:spPr>
          <a:xfrm>
            <a:off x="4854177" y="2443304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9" name="레일"/>
          <p:cNvSpPr/>
          <p:nvPr/>
        </p:nvSpPr>
        <p:spPr>
          <a:xfrm>
            <a:off x="536870" y="2684348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0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2684348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</a:t>
            </a:r>
          </a:p>
        </p:txBody>
      </p:sp>
      <p:sp>
        <p:nvSpPr>
          <p:cNvPr id="81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2684348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교육 이수율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 활성화</a:t>
            </a:r>
          </a:p>
        </p:txBody>
      </p:sp>
      <p:sp>
        <p:nvSpPr>
          <p:cNvPr id="82" name="KPI 칸"/>
          <p:cNvSpPr/>
          <p:nvPr/>
        </p:nvSpPr>
        <p:spPr>
          <a:xfrm>
            <a:off x="3052816" y="2684348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태그"/>
          <p:cNvSpPr/>
          <p:nvPr/>
        </p:nvSpPr>
        <p:spPr>
          <a:xfrm>
            <a:off x="3096642" y="2739130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2739130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85" name="KPI 글"/>
          <p:cNvSpPr>
            <a:spLocks noGrp="1"/>
          </p:cNvSpPr>
          <p:nvPr>
            <p:ph type="body" sz="quarter" idx="58"/>
          </p:nvPr>
        </p:nvSpPr>
        <p:spPr>
          <a:xfrm>
            <a:off x="3458614" y="2717217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이수율</a:t>
            </a:r>
          </a:p>
        </p:txBody>
      </p:sp>
      <p:sp>
        <p:nvSpPr>
          <p:cNvPr id="86" name="KPI 결과"/>
          <p:cNvSpPr/>
          <p:nvPr/>
        </p:nvSpPr>
        <p:spPr>
          <a:xfrm>
            <a:off x="3063772" y="3078783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7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3078783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98% (목표 90%)</a:t>
            </a:r>
          </a:p>
        </p:txBody>
      </p:sp>
      <p:sp>
        <p:nvSpPr>
          <p:cNvPr id="88" name="로드맵 칸"/>
          <p:cNvSpPr/>
          <p:nvPr/>
        </p:nvSpPr>
        <p:spPr>
          <a:xfrm>
            <a:off x="4821308" y="2684348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2695304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cxnSp>
        <p:nvCxnSpPr>
          <p:cNvPr id="90" name="Connector 72"/>
          <p:cNvCxnSpPr/>
          <p:nvPr/>
        </p:nvCxnSpPr>
        <p:spPr>
          <a:xfrm flipV="1">
            <a:off x="4898003" y="3005739"/>
            <a:ext cx="620724" cy="5113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1" name="Connector 73"/>
          <p:cNvCxnSpPr/>
          <p:nvPr/>
        </p:nvCxnSpPr>
        <p:spPr>
          <a:xfrm flipV="1">
            <a:off x="5518727" y="2963130"/>
            <a:ext cx="620723" cy="4260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4"/>
          <p:cNvCxnSpPr/>
          <p:nvPr/>
        </p:nvCxnSpPr>
        <p:spPr>
          <a:xfrm flipV="1">
            <a:off x="6139450" y="2903478"/>
            <a:ext cx="620724" cy="596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3" name="점"/>
          <p:cNvSpPr/>
          <p:nvPr/>
        </p:nvSpPr>
        <p:spPr>
          <a:xfrm>
            <a:off x="4876090" y="303495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1"/>
          </p:nvPr>
        </p:nvSpPr>
        <p:spPr>
          <a:xfrm>
            <a:off x="4733656" y="285965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96" name="점"/>
          <p:cNvSpPr/>
          <p:nvPr/>
        </p:nvSpPr>
        <p:spPr>
          <a:xfrm>
            <a:off x="5496814" y="29838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3"/>
          </p:nvPr>
        </p:nvSpPr>
        <p:spPr>
          <a:xfrm>
            <a:off x="5354379" y="28085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4"/>
          </p:nvPr>
        </p:nvSpPr>
        <p:spPr>
          <a:xfrm>
            <a:off x="5376292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99" name="점"/>
          <p:cNvSpPr/>
          <p:nvPr/>
        </p:nvSpPr>
        <p:spPr>
          <a:xfrm>
            <a:off x="6117537" y="29412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값"/>
          <p:cNvSpPr>
            <a:spLocks noGrp="1"/>
          </p:cNvSpPr>
          <p:nvPr>
            <p:ph type="body" sz="quarter" idx="65"/>
          </p:nvPr>
        </p:nvSpPr>
        <p:spPr>
          <a:xfrm>
            <a:off x="5975103" y="27659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</a:t>
            </a:r>
          </a:p>
        </p:txBody>
      </p:sp>
      <p:sp>
        <p:nvSpPr>
          <p:cNvPr id="101" name="연도"/>
          <p:cNvSpPr>
            <a:spLocks noGrp="1"/>
          </p:cNvSpPr>
          <p:nvPr>
            <p:ph type="body" sz="quarter" idx="66"/>
          </p:nvPr>
        </p:nvSpPr>
        <p:spPr>
          <a:xfrm>
            <a:off x="5997016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102" name="점"/>
          <p:cNvSpPr/>
          <p:nvPr/>
        </p:nvSpPr>
        <p:spPr>
          <a:xfrm>
            <a:off x="6738261" y="288156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값"/>
          <p:cNvSpPr>
            <a:spLocks noGrp="1"/>
          </p:cNvSpPr>
          <p:nvPr>
            <p:ph type="body" sz="quarter" idx="67"/>
          </p:nvPr>
        </p:nvSpPr>
        <p:spPr>
          <a:xfrm>
            <a:off x="6595826" y="270626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68"/>
          </p:nvPr>
        </p:nvSpPr>
        <p:spPr>
          <a:xfrm>
            <a:off x="6617739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105" name="Connector 87"/>
          <p:cNvCxnSpPr/>
          <p:nvPr/>
        </p:nvCxnSpPr>
        <p:spPr>
          <a:xfrm>
            <a:off x="4854177" y="3089739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06" name="주요성과 박스"/>
          <p:cNvSpPr/>
          <p:nvPr/>
        </p:nvSpPr>
        <p:spPr>
          <a:xfrm>
            <a:off x="536870" y="3385565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7" name="주요성과 라벨"/>
          <p:cNvSpPr/>
          <p:nvPr/>
        </p:nvSpPr>
        <p:spPr>
          <a:xfrm>
            <a:off x="569739" y="341843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8" name="주요성과 라벨"/>
          <p:cNvSpPr>
            <a:spLocks noGrp="1"/>
          </p:cNvSpPr>
          <p:nvPr>
            <p:ph type="body" sz="quarter" idx="69"/>
          </p:nvPr>
        </p:nvSpPr>
        <p:spPr>
          <a:xfrm>
            <a:off x="569739" y="3418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9" name="주요성과 문구"/>
          <p:cNvSpPr>
            <a:spLocks noGrp="1"/>
          </p:cNvSpPr>
          <p:nvPr>
            <p:ph type="body" sz="quarter" idx="70"/>
          </p:nvPr>
        </p:nvSpPr>
        <p:spPr>
          <a:xfrm>
            <a:off x="1314783" y="340200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분야별 지표 카드 → 성과 · 요약 · 사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1125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1125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· 규제개선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2144319" y="931304"/>
            <a:ext cx="157623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2144319" y="777913"/>
            <a:ext cx="487881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제안을 정책으로 연결</a:t>
            </a:r>
          </a:p>
        </p:txBody>
      </p:sp>
      <p:sp>
        <p:nvSpPr>
          <p:cNvPr id="14" name="태그칩"/>
          <p:cNvSpPr/>
          <p:nvPr/>
        </p:nvSpPr>
        <p:spPr>
          <a:xfrm>
            <a:off x="3819164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3819164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행 틀"/>
          <p:cNvSpPr/>
          <p:nvPr/>
        </p:nvSpPr>
        <p:spPr>
          <a:xfrm>
            <a:off x="723130" y="1084696"/>
            <a:ext cx="6300000" cy="975130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분야 라벨"/>
          <p:cNvSpPr/>
          <p:nvPr/>
        </p:nvSpPr>
        <p:spPr>
          <a:xfrm>
            <a:off x="745043" y="1106609"/>
            <a:ext cx="712174" cy="284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" name="분야 라벨"/>
          <p:cNvSpPr>
            <a:spLocks noGrp="1"/>
          </p:cNvSpPr>
          <p:nvPr>
            <p:ph type="body" sz="quarter" idx="24"/>
          </p:nvPr>
        </p:nvSpPr>
        <p:spPr>
          <a:xfrm>
            <a:off x="745043" y="1106609"/>
            <a:ext cx="712174" cy="28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9" name="개수"/>
          <p:cNvSpPr>
            <a:spLocks noGrp="1"/>
          </p:cNvSpPr>
          <p:nvPr>
            <p:ph type="body" sz="quarter" idx="25"/>
          </p:nvPr>
        </p:nvSpPr>
        <p:spPr>
          <a:xfrm>
            <a:off x="745043" y="1413391"/>
            <a:ext cx="71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144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1개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2개</a:t>
            </a:r>
          </a:p>
        </p:txBody>
      </p:sp>
      <p:sp>
        <p:nvSpPr>
          <p:cNvPr id="20" name="카드"/>
          <p:cNvSpPr/>
          <p:nvPr/>
        </p:nvSpPr>
        <p:spPr>
          <a:xfrm>
            <a:off x="1490087" y="1106609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카드 머리"/>
          <p:cNvSpPr/>
          <p:nvPr/>
        </p:nvSpPr>
        <p:spPr>
          <a:xfrm>
            <a:off x="1490087" y="1106609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태그"/>
          <p:cNvSpPr/>
          <p:nvPr/>
        </p:nvSpPr>
        <p:spPr>
          <a:xfrm>
            <a:off x="1522957" y="1128522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태그"/>
          <p:cNvSpPr>
            <a:spLocks noGrp="1"/>
          </p:cNvSpPr>
          <p:nvPr>
            <p:ph type="body" sz="quarter" idx="26"/>
          </p:nvPr>
        </p:nvSpPr>
        <p:spPr>
          <a:xfrm>
            <a:off x="1522957" y="1128522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24" name="카드 제목"/>
          <p:cNvSpPr>
            <a:spLocks noGrp="1"/>
          </p:cNvSpPr>
          <p:nvPr>
            <p:ph type="body" sz="quarter" idx="27"/>
          </p:nvPr>
        </p:nvSpPr>
        <p:spPr>
          <a:xfrm>
            <a:off x="1884929" y="1106609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 점검</a:t>
            </a:r>
          </a:p>
        </p:txBody>
      </p:sp>
      <p:sp>
        <p:nvSpPr>
          <p:cNvPr id="25" name="카드 부제"/>
          <p:cNvSpPr>
            <a:spLocks noGrp="1"/>
          </p:cNvSpPr>
          <p:nvPr>
            <p:ph type="body" sz="quarter" idx="28"/>
          </p:nvPr>
        </p:nvSpPr>
        <p:spPr>
          <a:xfrm>
            <a:off x="1512000" y="1314783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안전한 일터</a:t>
            </a:r>
          </a:p>
        </p:txBody>
      </p:sp>
      <p:sp>
        <p:nvSpPr>
          <p:cNvPr id="26" name="막대"/>
          <p:cNvSpPr/>
          <p:nvPr/>
        </p:nvSpPr>
        <p:spPr>
          <a:xfrm>
            <a:off x="1654435" y="1774957"/>
            <a:ext cx="186261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값"/>
          <p:cNvSpPr>
            <a:spLocks noGrp="1"/>
          </p:cNvSpPr>
          <p:nvPr>
            <p:ph type="body" sz="quarter" idx="29"/>
          </p:nvPr>
        </p:nvSpPr>
        <p:spPr>
          <a:xfrm>
            <a:off x="1544870" y="1599652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28" name="연도"/>
          <p:cNvSpPr>
            <a:spLocks noGrp="1"/>
          </p:cNvSpPr>
          <p:nvPr>
            <p:ph type="body" sz="quarter" idx="30"/>
          </p:nvPr>
        </p:nvSpPr>
        <p:spPr>
          <a:xfrm>
            <a:off x="1544870" y="1851652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29" name="막대"/>
          <p:cNvSpPr/>
          <p:nvPr/>
        </p:nvSpPr>
        <p:spPr>
          <a:xfrm>
            <a:off x="2147478" y="1745983"/>
            <a:ext cx="186261" cy="10567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037913" y="1570678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62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037913" y="1851652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32" name="막대"/>
          <p:cNvSpPr/>
          <p:nvPr/>
        </p:nvSpPr>
        <p:spPr>
          <a:xfrm>
            <a:off x="2640522" y="1698261"/>
            <a:ext cx="186261" cy="153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2530957" y="1522957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90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2530957" y="1851652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35" name="카드"/>
          <p:cNvSpPr/>
          <p:nvPr/>
        </p:nvSpPr>
        <p:spPr>
          <a:xfrm>
            <a:off x="4262087" y="1106609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카드 머리"/>
          <p:cNvSpPr/>
          <p:nvPr/>
        </p:nvSpPr>
        <p:spPr>
          <a:xfrm>
            <a:off x="4262087" y="1106609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4294957" y="1128522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4294957" y="1128522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56929" y="1106609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지원</a:t>
            </a:r>
          </a:p>
        </p:txBody>
      </p:sp>
      <p:sp>
        <p:nvSpPr>
          <p:cNvPr id="40" name="카드 부제"/>
          <p:cNvSpPr>
            <a:spLocks noGrp="1"/>
          </p:cNvSpPr>
          <p:nvPr>
            <p:ph type="body" sz="quarter" idx="37"/>
          </p:nvPr>
        </p:nvSpPr>
        <p:spPr>
          <a:xfrm>
            <a:off x="4284000" y="1314783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상생 협력</a:t>
            </a:r>
          </a:p>
        </p:txBody>
      </p:sp>
      <p:sp>
        <p:nvSpPr>
          <p:cNvPr id="41" name="현재"/>
          <p:cNvSpPr/>
          <p:nvPr/>
        </p:nvSpPr>
        <p:spPr>
          <a:xfrm>
            <a:off x="4316870" y="1555826"/>
            <a:ext cx="1205217" cy="405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현재"/>
          <p:cNvSpPr>
            <a:spLocks noGrp="1"/>
          </p:cNvSpPr>
          <p:nvPr>
            <p:ph type="body" sz="quarter" idx="38"/>
          </p:nvPr>
        </p:nvSpPr>
        <p:spPr>
          <a:xfrm>
            <a:off x="4316870" y="1555826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85%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565913" y="1648956"/>
            <a:ext cx="131478" cy="219130"/>
          </a:xfrm>
          <a:custGeom>
            <a:avLst/>
            <a:gdLst/>
            <a:ahLst/>
            <a:cxnLst/>
            <a:rect l="l" t="t" r="r" b="b"/>
            <a:pathLst>
              <a:path w="131478" h="219130">
                <a:moveTo>
                  <a:pt x="0" y="0"/>
                </a:moveTo>
                <a:lnTo>
                  <a:pt x="0" y="219130"/>
                </a:lnTo>
                <a:lnTo>
                  <a:pt x="131478" y="10956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목표"/>
          <p:cNvSpPr/>
          <p:nvPr/>
        </p:nvSpPr>
        <p:spPr>
          <a:xfrm>
            <a:off x="5741217" y="1555826"/>
            <a:ext cx="1205217" cy="405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5" name="목표"/>
          <p:cNvSpPr>
            <a:spLocks noGrp="1"/>
          </p:cNvSpPr>
          <p:nvPr>
            <p:ph type="body" sz="quarter" idx="39"/>
          </p:nvPr>
        </p:nvSpPr>
        <p:spPr>
          <a:xfrm>
            <a:off x="5741217" y="1555826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95%</a:t>
            </a:r>
          </a:p>
        </p:txBody>
      </p:sp>
      <p:sp>
        <p:nvSpPr>
          <p:cNvPr id="46" name="행 틀"/>
          <p:cNvSpPr/>
          <p:nvPr/>
        </p:nvSpPr>
        <p:spPr>
          <a:xfrm>
            <a:off x="723130" y="2081739"/>
            <a:ext cx="6300000" cy="975130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분야 라벨"/>
          <p:cNvSpPr/>
          <p:nvPr/>
        </p:nvSpPr>
        <p:spPr>
          <a:xfrm>
            <a:off x="745043" y="2103652"/>
            <a:ext cx="712174" cy="284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8" name="분야 라벨"/>
          <p:cNvSpPr>
            <a:spLocks noGrp="1"/>
          </p:cNvSpPr>
          <p:nvPr>
            <p:ph type="body" sz="quarter" idx="40"/>
          </p:nvPr>
        </p:nvSpPr>
        <p:spPr>
          <a:xfrm>
            <a:off x="745043" y="2103652"/>
            <a:ext cx="712174" cy="28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49" name="개수"/>
          <p:cNvSpPr>
            <a:spLocks noGrp="1"/>
          </p:cNvSpPr>
          <p:nvPr>
            <p:ph type="body" sz="quarter" idx="41"/>
          </p:nvPr>
        </p:nvSpPr>
        <p:spPr>
          <a:xfrm>
            <a:off x="745043" y="2410435"/>
            <a:ext cx="71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144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2개</a:t>
            </a:r>
          </a:p>
        </p:txBody>
      </p:sp>
      <p:sp>
        <p:nvSpPr>
          <p:cNvPr id="50" name="카드"/>
          <p:cNvSpPr/>
          <p:nvPr/>
        </p:nvSpPr>
        <p:spPr>
          <a:xfrm>
            <a:off x="1490087" y="2103652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카드 머리"/>
          <p:cNvSpPr/>
          <p:nvPr/>
        </p:nvSpPr>
        <p:spPr>
          <a:xfrm>
            <a:off x="1490087" y="2103652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태그"/>
          <p:cNvSpPr/>
          <p:nvPr/>
        </p:nvSpPr>
        <p:spPr>
          <a:xfrm>
            <a:off x="1522957" y="2125565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2"/>
          </p:nvPr>
        </p:nvSpPr>
        <p:spPr>
          <a:xfrm>
            <a:off x="1522957" y="2125565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43"/>
          </p:nvPr>
        </p:nvSpPr>
        <p:spPr>
          <a:xfrm>
            <a:off x="1884929" y="2103652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</a:t>
            </a:r>
          </a:p>
        </p:txBody>
      </p:sp>
      <p:sp>
        <p:nvSpPr>
          <p:cNvPr id="55" name="카드 부제"/>
          <p:cNvSpPr>
            <a:spLocks noGrp="1"/>
          </p:cNvSpPr>
          <p:nvPr>
            <p:ph type="body" sz="quarter" idx="44"/>
          </p:nvPr>
        </p:nvSpPr>
        <p:spPr>
          <a:xfrm>
            <a:off x="1512000" y="2311826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56" name="막대"/>
          <p:cNvSpPr/>
          <p:nvPr/>
        </p:nvSpPr>
        <p:spPr>
          <a:xfrm>
            <a:off x="1654435" y="2722373"/>
            <a:ext cx="186261" cy="126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값"/>
          <p:cNvSpPr>
            <a:spLocks noGrp="1"/>
          </p:cNvSpPr>
          <p:nvPr>
            <p:ph type="body" sz="quarter" idx="45"/>
          </p:nvPr>
        </p:nvSpPr>
        <p:spPr>
          <a:xfrm>
            <a:off x="1544870" y="2547069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70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46"/>
          </p:nvPr>
        </p:nvSpPr>
        <p:spPr>
          <a:xfrm>
            <a:off x="1544870" y="2848696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59" name="막대"/>
          <p:cNvSpPr/>
          <p:nvPr/>
        </p:nvSpPr>
        <p:spPr>
          <a:xfrm>
            <a:off x="2147478" y="2704327"/>
            <a:ext cx="186261" cy="14436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값"/>
          <p:cNvSpPr>
            <a:spLocks noGrp="1"/>
          </p:cNvSpPr>
          <p:nvPr>
            <p:ph type="body" sz="quarter" idx="47"/>
          </p:nvPr>
        </p:nvSpPr>
        <p:spPr>
          <a:xfrm>
            <a:off x="2037913" y="2529023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48"/>
          </p:nvPr>
        </p:nvSpPr>
        <p:spPr>
          <a:xfrm>
            <a:off x="2037913" y="2848696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62" name="막대"/>
          <p:cNvSpPr/>
          <p:nvPr/>
        </p:nvSpPr>
        <p:spPr>
          <a:xfrm>
            <a:off x="2640522" y="2695304"/>
            <a:ext cx="186261" cy="153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9"/>
          </p:nvPr>
        </p:nvSpPr>
        <p:spPr>
          <a:xfrm>
            <a:off x="2530957" y="2520000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0"/>
          </p:nvPr>
        </p:nvSpPr>
        <p:spPr>
          <a:xfrm>
            <a:off x="2530957" y="2848696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65" name="카드"/>
          <p:cNvSpPr/>
          <p:nvPr/>
        </p:nvSpPr>
        <p:spPr>
          <a:xfrm>
            <a:off x="4262087" y="2103652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카드 머리"/>
          <p:cNvSpPr/>
          <p:nvPr/>
        </p:nvSpPr>
        <p:spPr>
          <a:xfrm>
            <a:off x="4262087" y="2103652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4294957" y="2125565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51"/>
          </p:nvPr>
        </p:nvSpPr>
        <p:spPr>
          <a:xfrm>
            <a:off x="4294957" y="2125565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52"/>
          </p:nvPr>
        </p:nvSpPr>
        <p:spPr>
          <a:xfrm>
            <a:off x="4656929" y="2103652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부패 예방 교육</a:t>
            </a:r>
          </a:p>
        </p:txBody>
      </p:sp>
      <p:sp>
        <p:nvSpPr>
          <p:cNvPr id="70" name="카드 부제"/>
          <p:cNvSpPr>
            <a:spLocks noGrp="1"/>
          </p:cNvSpPr>
          <p:nvPr>
            <p:ph type="body" sz="quarter" idx="53"/>
          </p:nvPr>
        </p:nvSpPr>
        <p:spPr>
          <a:xfrm>
            <a:off x="4284000" y="2311826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71" name="현재"/>
          <p:cNvSpPr/>
          <p:nvPr/>
        </p:nvSpPr>
        <p:spPr>
          <a:xfrm>
            <a:off x="4316870" y="2552870"/>
            <a:ext cx="1205217" cy="405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2" name="현재"/>
          <p:cNvSpPr>
            <a:spLocks noGrp="1"/>
          </p:cNvSpPr>
          <p:nvPr>
            <p:ph type="body" sz="quarter" idx="54"/>
          </p:nvPr>
        </p:nvSpPr>
        <p:spPr>
          <a:xfrm>
            <a:off x="4316870" y="2552870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90%</a:t>
            </a:r>
          </a:p>
        </p:txBody>
      </p:sp>
      <p:sp>
        <p:nvSpPr>
          <p:cNvPr id="73" name="삼각 화살표"/>
          <p:cNvSpPr/>
          <p:nvPr/>
        </p:nvSpPr>
        <p:spPr>
          <a:xfrm>
            <a:off x="5565913" y="2646000"/>
            <a:ext cx="131478" cy="219130"/>
          </a:xfrm>
          <a:custGeom>
            <a:avLst/>
            <a:gdLst/>
            <a:ahLst/>
            <a:cxnLst/>
            <a:rect l="l" t="t" r="r" b="b"/>
            <a:pathLst>
              <a:path w="131478" h="219130">
                <a:moveTo>
                  <a:pt x="0" y="0"/>
                </a:moveTo>
                <a:lnTo>
                  <a:pt x="0" y="219130"/>
                </a:lnTo>
                <a:lnTo>
                  <a:pt x="131478" y="10956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목표"/>
          <p:cNvSpPr/>
          <p:nvPr/>
        </p:nvSpPr>
        <p:spPr>
          <a:xfrm>
            <a:off x="5741217" y="2552870"/>
            <a:ext cx="1205217" cy="405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5" name="목표"/>
          <p:cNvSpPr>
            <a:spLocks noGrp="1"/>
          </p:cNvSpPr>
          <p:nvPr>
            <p:ph type="body" sz="quarter" idx="55"/>
          </p:nvPr>
        </p:nvSpPr>
        <p:spPr>
          <a:xfrm>
            <a:off x="5741217" y="2552870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100%</a:t>
            </a:r>
          </a:p>
        </p:txBody>
      </p:sp>
      <p:sp>
        <p:nvSpPr>
          <p:cNvPr id="76" name="행 틀"/>
          <p:cNvSpPr/>
          <p:nvPr/>
        </p:nvSpPr>
        <p:spPr>
          <a:xfrm>
            <a:off x="723130" y="3122609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3133565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6"/>
          </p:nvPr>
        </p:nvSpPr>
        <p:spPr>
          <a:xfrm>
            <a:off x="734087" y="3133565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79" name="행 글"/>
          <p:cNvSpPr>
            <a:spLocks noGrp="1"/>
          </p:cNvSpPr>
          <p:nvPr>
            <p:ph type="body" sz="quarter" idx="57"/>
          </p:nvPr>
        </p:nvSpPr>
        <p:spPr>
          <a:xfrm>
            <a:off x="1358609" y="3122609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80" name="요약 박스"/>
          <p:cNvSpPr/>
          <p:nvPr/>
        </p:nvSpPr>
        <p:spPr>
          <a:xfrm>
            <a:off x="4638772" y="3155478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1" name="요약 박스"/>
          <p:cNvSpPr>
            <a:spLocks noGrp="1"/>
          </p:cNvSpPr>
          <p:nvPr>
            <p:ph type="body" sz="quarter" idx="58"/>
          </p:nvPr>
        </p:nvSpPr>
        <p:spPr>
          <a:xfrm>
            <a:off x="4638772" y="3155478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82" name="사진 칸"/>
          <p:cNvSpPr/>
          <p:nvPr/>
        </p:nvSpPr>
        <p:spPr>
          <a:xfrm>
            <a:off x="5567447" y="3144522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3" name="사진 칸"/>
          <p:cNvSpPr>
            <a:spLocks noGrp="1"/>
          </p:cNvSpPr>
          <p:nvPr>
            <p:ph type="body" sz="quarter" idx="59"/>
          </p:nvPr>
        </p:nvSpPr>
        <p:spPr>
          <a:xfrm>
            <a:off x="5567447" y="3144522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4" name="행 틀"/>
          <p:cNvSpPr/>
          <p:nvPr/>
        </p:nvSpPr>
        <p:spPr>
          <a:xfrm>
            <a:off x="723130" y="3736174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"/>
          <p:cNvSpPr/>
          <p:nvPr/>
        </p:nvSpPr>
        <p:spPr>
          <a:xfrm>
            <a:off x="734087" y="3747130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3747130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87" name="행 글"/>
          <p:cNvSpPr>
            <a:spLocks noGrp="1"/>
          </p:cNvSpPr>
          <p:nvPr>
            <p:ph type="body" sz="quarter" idx="61"/>
          </p:nvPr>
        </p:nvSpPr>
        <p:spPr>
          <a:xfrm>
            <a:off x="1358609" y="3736174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88" name="요약 박스"/>
          <p:cNvSpPr/>
          <p:nvPr/>
        </p:nvSpPr>
        <p:spPr>
          <a:xfrm>
            <a:off x="4638772" y="3769043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9" name="요약 박스"/>
          <p:cNvSpPr>
            <a:spLocks noGrp="1"/>
          </p:cNvSpPr>
          <p:nvPr>
            <p:ph type="body" sz="quarter" idx="62"/>
          </p:nvPr>
        </p:nvSpPr>
        <p:spPr>
          <a:xfrm>
            <a:off x="4638772" y="3769043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90" name="사진 칸"/>
          <p:cNvSpPr/>
          <p:nvPr/>
        </p:nvSpPr>
        <p:spPr>
          <a:xfrm>
            <a:off x="5567447" y="3758087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1" name="사진 칸"/>
          <p:cNvSpPr>
            <a:spLocks noGrp="1"/>
          </p:cNvSpPr>
          <p:nvPr>
            <p:ph type="body" sz="quarter" idx="63"/>
          </p:nvPr>
        </p:nvSpPr>
        <p:spPr>
          <a:xfrm>
            <a:off x="5567447" y="3758087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Best Practice 사례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 제안 기반 안전 문화 확산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박스 외곽"/>
          <p:cNvSpPr/>
          <p:nvPr/>
        </p:nvSpPr>
        <p:spPr>
          <a:xfrm>
            <a:off x="536870" y="1150435"/>
            <a:ext cx="6300000" cy="1040870"/>
          </a:xfrm>
          <a:prstGeom prst="rect">
            <a:avLst/>
          </a:prstGeom>
          <a:solidFill>
            <a:srgbClr val="FFFFFF"/>
          </a:solidFill>
          <a:ln w="285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BP 라벨"/>
          <p:cNvSpPr/>
          <p:nvPr/>
        </p:nvSpPr>
        <p:spPr>
          <a:xfrm>
            <a:off x="536870" y="1150435"/>
            <a:ext cx="712174" cy="104087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9" name="BP 라벨"/>
          <p:cNvSpPr>
            <a:spLocks noGrp="1"/>
          </p:cNvSpPr>
          <p:nvPr>
            <p:ph type="body" sz="quarter" idx="23"/>
          </p:nvPr>
        </p:nvSpPr>
        <p:spPr>
          <a:xfrm>
            <a:off x="536870" y="1150435"/>
            <a:ext cx="712174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Best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Practice</a:t>
            </a:r>
          </a:p>
        </p:txBody>
      </p:sp>
      <p:sp>
        <p:nvSpPr>
          <p:cNvPr id="20" name="제목 띠"/>
          <p:cNvSpPr/>
          <p:nvPr/>
        </p:nvSpPr>
        <p:spPr>
          <a:xfrm>
            <a:off x="1270957" y="1172348"/>
            <a:ext cx="5544000" cy="30678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BP 제목"/>
          <p:cNvSpPr>
            <a:spLocks noGrp="1"/>
          </p:cNvSpPr>
          <p:nvPr>
            <p:ph type="body" sz="quarter" idx="24"/>
          </p:nvPr>
        </p:nvSpPr>
        <p:spPr>
          <a:xfrm>
            <a:off x="1358609" y="1172348"/>
            <a:ext cx="5412522" cy="30678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1" spc="-8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b="1" spc="-80" dirty="0">
                <a:solidFill>
                  <a:srgbClr val="000359"/>
                </a:solidFill>
                <a:latin typeface="Pretendard"/>
                <a:ea typeface="Pretendard"/>
              </a:rPr>
              <a:t>현장 제안 기반 위험요인 개선 사례</a:t>
            </a:r>
          </a:p>
        </p:txBody>
      </p:sp>
      <p:sp>
        <p:nvSpPr>
          <p:cNvPr id="22" name="BP 문장"/>
          <p:cNvSpPr>
            <a:spLocks noGrp="1"/>
          </p:cNvSpPr>
          <p:nvPr>
            <p:ph type="body" sz="quarter" idx="25"/>
          </p:nvPr>
        </p:nvSpPr>
        <p:spPr>
          <a:xfrm>
            <a:off x="1336696" y="1512000"/>
            <a:ext cx="5434435" cy="635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 근로자 제안을 모아 위험요인 개선 과제로 연결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개선 전후 사진과 점검표를 공유하는 사례집을 발간해 전 사업장으로 확산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재해 위험 신고 건수가 전년 대비 증가해 예방 문화가 정착</a:t>
            </a:r>
          </a:p>
        </p:txBody>
      </p:sp>
      <p:sp>
        <p:nvSpPr>
          <p:cNvPr id="23" name="행 틀"/>
          <p:cNvSpPr/>
          <p:nvPr/>
        </p:nvSpPr>
        <p:spPr>
          <a:xfrm>
            <a:off x="536870" y="2257043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2268000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268000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26" name="행 글"/>
          <p:cNvSpPr>
            <a:spLocks noGrp="1"/>
          </p:cNvSpPr>
          <p:nvPr>
            <p:ph type="body" sz="quarter" idx="27"/>
          </p:nvPr>
        </p:nvSpPr>
        <p:spPr>
          <a:xfrm>
            <a:off x="1172348" y="2257043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27" name="요약 박스"/>
          <p:cNvSpPr/>
          <p:nvPr/>
        </p:nvSpPr>
        <p:spPr>
          <a:xfrm>
            <a:off x="4452511" y="2289913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8" name="요약 박스"/>
          <p:cNvSpPr>
            <a:spLocks noGrp="1"/>
          </p:cNvSpPr>
          <p:nvPr>
            <p:ph type="body" sz="quarter" idx="28"/>
          </p:nvPr>
        </p:nvSpPr>
        <p:spPr>
          <a:xfrm>
            <a:off x="4452511" y="2289913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29" name="사진 칸"/>
          <p:cNvSpPr/>
          <p:nvPr/>
        </p:nvSpPr>
        <p:spPr>
          <a:xfrm>
            <a:off x="5381186" y="2278957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5381186" y="2278957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행 틀"/>
          <p:cNvSpPr/>
          <p:nvPr/>
        </p:nvSpPr>
        <p:spPr>
          <a:xfrm>
            <a:off x="536870" y="2870609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881565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881565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34" name="행 글"/>
          <p:cNvSpPr>
            <a:spLocks noGrp="1"/>
          </p:cNvSpPr>
          <p:nvPr>
            <p:ph type="body" sz="quarter" idx="31"/>
          </p:nvPr>
        </p:nvSpPr>
        <p:spPr>
          <a:xfrm>
            <a:off x="1172348" y="2870609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35" name="요약 박스"/>
          <p:cNvSpPr/>
          <p:nvPr/>
        </p:nvSpPr>
        <p:spPr>
          <a:xfrm>
            <a:off x="4452511" y="2903478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요약 박스"/>
          <p:cNvSpPr>
            <a:spLocks noGrp="1"/>
          </p:cNvSpPr>
          <p:nvPr>
            <p:ph type="body" sz="quarter" idx="32"/>
          </p:nvPr>
        </p:nvSpPr>
        <p:spPr>
          <a:xfrm>
            <a:off x="4452511" y="2903478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37" name="사진 칸"/>
          <p:cNvSpPr/>
          <p:nvPr/>
        </p:nvSpPr>
        <p:spPr>
          <a:xfrm>
            <a:off x="5381186" y="2892522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8" name="사진 칸"/>
          <p:cNvSpPr>
            <a:spLocks noGrp="1"/>
          </p:cNvSpPr>
          <p:nvPr>
            <p:ph type="body" sz="quarter" idx="33"/>
          </p:nvPr>
        </p:nvSpPr>
        <p:spPr>
          <a:xfrm>
            <a:off x="5381186" y="2892522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중점 과제 그룹 → 추진 조직 · 네트워크 → 대외 수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그룹 틀"/>
          <p:cNvSpPr/>
          <p:nvPr/>
        </p:nvSpPr>
        <p:spPr>
          <a:xfrm>
            <a:off x="723130" y="997043"/>
            <a:ext cx="6300000" cy="1764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캡션"/>
          <p:cNvSpPr/>
          <p:nvPr/>
        </p:nvSpPr>
        <p:spPr>
          <a:xfrm>
            <a:off x="1479130" y="777913"/>
            <a:ext cx="4788000" cy="21913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" name="캡션"/>
          <p:cNvSpPr>
            <a:spLocks noGrp="1"/>
          </p:cNvSpPr>
          <p:nvPr>
            <p:ph type="body" sz="quarter" idx="20"/>
          </p:nvPr>
        </p:nvSpPr>
        <p:spPr>
          <a:xfrm>
            <a:off x="1479130" y="777913"/>
            <a:ext cx="4788000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분야별 중점 과제</a:t>
            </a:r>
          </a:p>
        </p:txBody>
      </p:sp>
      <p:sp>
        <p:nvSpPr>
          <p:cNvPr id="12" name="분야 박스"/>
          <p:cNvSpPr/>
          <p:nvPr/>
        </p:nvSpPr>
        <p:spPr>
          <a:xfrm>
            <a:off x="777913" y="1062783"/>
            <a:ext cx="1525696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분야 머리"/>
          <p:cNvSpPr>
            <a:spLocks noGrp="1"/>
          </p:cNvSpPr>
          <p:nvPr>
            <p:ph type="body" sz="quarter" idx="21"/>
          </p:nvPr>
        </p:nvSpPr>
        <p:spPr>
          <a:xfrm>
            <a:off x="777913" y="1073739"/>
            <a:ext cx="1525696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4" name="번호"/>
          <p:cNvSpPr/>
          <p:nvPr/>
        </p:nvSpPr>
        <p:spPr>
          <a:xfrm>
            <a:off x="821739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821739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6" name="과제 글"/>
          <p:cNvSpPr>
            <a:spLocks noGrp="1"/>
          </p:cNvSpPr>
          <p:nvPr>
            <p:ph type="body" sz="quarter" idx="23"/>
          </p:nvPr>
        </p:nvSpPr>
        <p:spPr>
          <a:xfrm>
            <a:off x="1040870" y="1533913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 체계 고도화</a:t>
            </a:r>
          </a:p>
        </p:txBody>
      </p:sp>
      <p:sp>
        <p:nvSpPr>
          <p:cNvPr id="17" name="번호"/>
          <p:cNvSpPr/>
          <p:nvPr/>
        </p:nvSpPr>
        <p:spPr>
          <a:xfrm>
            <a:off x="821739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8" name="번호"/>
          <p:cNvSpPr>
            <a:spLocks noGrp="1"/>
          </p:cNvSpPr>
          <p:nvPr>
            <p:ph type="body" sz="quarter" idx="24"/>
          </p:nvPr>
        </p:nvSpPr>
        <p:spPr>
          <a:xfrm>
            <a:off x="821739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9" name="과제 글"/>
          <p:cNvSpPr>
            <a:spLocks noGrp="1"/>
          </p:cNvSpPr>
          <p:nvPr>
            <p:ph type="body" sz="quarter" idx="25"/>
          </p:nvPr>
        </p:nvSpPr>
        <p:spPr>
          <a:xfrm>
            <a:off x="1040870" y="1906435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</p:txBody>
      </p:sp>
      <p:sp>
        <p:nvSpPr>
          <p:cNvPr id="20" name="번호"/>
          <p:cNvSpPr/>
          <p:nvPr/>
        </p:nvSpPr>
        <p:spPr>
          <a:xfrm>
            <a:off x="821739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1" name="번호"/>
          <p:cNvSpPr>
            <a:spLocks noGrp="1"/>
          </p:cNvSpPr>
          <p:nvPr>
            <p:ph type="body" sz="quarter" idx="26"/>
          </p:nvPr>
        </p:nvSpPr>
        <p:spPr>
          <a:xfrm>
            <a:off x="821739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2" name="과제 글"/>
          <p:cNvSpPr>
            <a:spLocks noGrp="1"/>
          </p:cNvSpPr>
          <p:nvPr>
            <p:ph type="body" sz="quarter" idx="27"/>
          </p:nvPr>
        </p:nvSpPr>
        <p:spPr>
          <a:xfrm>
            <a:off x="1040870" y="2278957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대응훈련 정례화</a:t>
            </a:r>
          </a:p>
        </p:txBody>
      </p:sp>
      <p:sp>
        <p:nvSpPr>
          <p:cNvPr id="23" name="분야 박스"/>
          <p:cNvSpPr/>
          <p:nvPr/>
        </p:nvSpPr>
        <p:spPr>
          <a:xfrm>
            <a:off x="2347435" y="1062783"/>
            <a:ext cx="1525696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분야 머리"/>
          <p:cNvSpPr>
            <a:spLocks noGrp="1"/>
          </p:cNvSpPr>
          <p:nvPr>
            <p:ph type="body" sz="quarter" idx="28"/>
          </p:nvPr>
        </p:nvSpPr>
        <p:spPr>
          <a:xfrm>
            <a:off x="2347435" y="1073739"/>
            <a:ext cx="1525696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25" name="번호"/>
          <p:cNvSpPr/>
          <p:nvPr/>
        </p:nvSpPr>
        <p:spPr>
          <a:xfrm>
            <a:off x="2391261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6" name="번호"/>
          <p:cNvSpPr>
            <a:spLocks noGrp="1"/>
          </p:cNvSpPr>
          <p:nvPr>
            <p:ph type="body" sz="quarter" idx="29"/>
          </p:nvPr>
        </p:nvSpPr>
        <p:spPr>
          <a:xfrm>
            <a:off x="2391261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7" name="과제 글"/>
          <p:cNvSpPr>
            <a:spLocks noGrp="1"/>
          </p:cNvSpPr>
          <p:nvPr>
            <p:ph type="body" sz="quarter" idx="30"/>
          </p:nvPr>
        </p:nvSpPr>
        <p:spPr>
          <a:xfrm>
            <a:off x="2610391" y="1533913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 상시화</a:t>
            </a:r>
          </a:p>
        </p:txBody>
      </p:sp>
      <p:sp>
        <p:nvSpPr>
          <p:cNvPr id="28" name="번호"/>
          <p:cNvSpPr/>
          <p:nvPr/>
        </p:nvSpPr>
        <p:spPr>
          <a:xfrm>
            <a:off x="2391261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9" name="번호"/>
          <p:cNvSpPr>
            <a:spLocks noGrp="1"/>
          </p:cNvSpPr>
          <p:nvPr>
            <p:ph type="body" sz="quarter" idx="31"/>
          </p:nvPr>
        </p:nvSpPr>
        <p:spPr>
          <a:xfrm>
            <a:off x="2391261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30" name="과제 글"/>
          <p:cNvSpPr>
            <a:spLocks noGrp="1"/>
          </p:cNvSpPr>
          <p:nvPr>
            <p:ph type="body" sz="quarter" idx="32"/>
          </p:nvPr>
        </p:nvSpPr>
        <p:spPr>
          <a:xfrm>
            <a:off x="2610391" y="1906435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 취약분야 개선</a:t>
            </a:r>
          </a:p>
        </p:txBody>
      </p:sp>
      <p:sp>
        <p:nvSpPr>
          <p:cNvPr id="31" name="번호"/>
          <p:cNvSpPr/>
          <p:nvPr/>
        </p:nvSpPr>
        <p:spPr>
          <a:xfrm>
            <a:off x="2391261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2" name="번호"/>
          <p:cNvSpPr>
            <a:spLocks noGrp="1"/>
          </p:cNvSpPr>
          <p:nvPr>
            <p:ph type="body" sz="quarter" idx="33"/>
          </p:nvPr>
        </p:nvSpPr>
        <p:spPr>
          <a:xfrm>
            <a:off x="2391261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33" name="과제 글"/>
          <p:cNvSpPr>
            <a:spLocks noGrp="1"/>
          </p:cNvSpPr>
          <p:nvPr>
            <p:ph type="body" sz="quarter" idx="34"/>
          </p:nvPr>
        </p:nvSpPr>
        <p:spPr>
          <a:xfrm>
            <a:off x="2610391" y="2278957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신고 보호 강화</a:t>
            </a:r>
          </a:p>
        </p:txBody>
      </p:sp>
      <p:sp>
        <p:nvSpPr>
          <p:cNvPr id="34" name="분야 박스"/>
          <p:cNvSpPr/>
          <p:nvPr/>
        </p:nvSpPr>
        <p:spPr>
          <a:xfrm>
            <a:off x="3916957" y="1062783"/>
            <a:ext cx="3051391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분야 머리"/>
          <p:cNvSpPr>
            <a:spLocks noGrp="1"/>
          </p:cNvSpPr>
          <p:nvPr>
            <p:ph type="body" sz="quarter" idx="35"/>
          </p:nvPr>
        </p:nvSpPr>
        <p:spPr>
          <a:xfrm>
            <a:off x="3916957" y="1073739"/>
            <a:ext cx="3051391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사회가치</a:t>
            </a:r>
          </a:p>
        </p:txBody>
      </p:sp>
      <p:sp>
        <p:nvSpPr>
          <p:cNvPr id="36" name="소분야"/>
          <p:cNvSpPr/>
          <p:nvPr/>
        </p:nvSpPr>
        <p:spPr>
          <a:xfrm>
            <a:off x="3949826" y="1314783"/>
            <a:ext cx="1470913" cy="186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소분야"/>
          <p:cNvSpPr>
            <a:spLocks noGrp="1"/>
          </p:cNvSpPr>
          <p:nvPr>
            <p:ph type="body" sz="quarter" idx="36"/>
          </p:nvPr>
        </p:nvSpPr>
        <p:spPr>
          <a:xfrm>
            <a:off x="3949826" y="1314783"/>
            <a:ext cx="147091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</a:t>
            </a:r>
          </a:p>
        </p:txBody>
      </p:sp>
      <p:sp>
        <p:nvSpPr>
          <p:cNvPr id="38" name="번호"/>
          <p:cNvSpPr/>
          <p:nvPr/>
        </p:nvSpPr>
        <p:spPr>
          <a:xfrm>
            <a:off x="3960783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번호"/>
          <p:cNvSpPr>
            <a:spLocks noGrp="1"/>
          </p:cNvSpPr>
          <p:nvPr>
            <p:ph type="body" sz="quarter" idx="37"/>
          </p:nvPr>
        </p:nvSpPr>
        <p:spPr>
          <a:xfrm>
            <a:off x="3960783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40" name="과제 글"/>
          <p:cNvSpPr>
            <a:spLocks noGrp="1"/>
          </p:cNvSpPr>
          <p:nvPr>
            <p:ph type="body" sz="quarter" idx="38"/>
          </p:nvPr>
        </p:nvSpPr>
        <p:spPr>
          <a:xfrm>
            <a:off x="4179913" y="1533913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판로 지원</a:t>
            </a:r>
          </a:p>
        </p:txBody>
      </p:sp>
      <p:sp>
        <p:nvSpPr>
          <p:cNvPr id="41" name="번호"/>
          <p:cNvSpPr/>
          <p:nvPr/>
        </p:nvSpPr>
        <p:spPr>
          <a:xfrm>
            <a:off x="3960783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2" name="번호"/>
          <p:cNvSpPr>
            <a:spLocks noGrp="1"/>
          </p:cNvSpPr>
          <p:nvPr>
            <p:ph type="body" sz="quarter" idx="39"/>
          </p:nvPr>
        </p:nvSpPr>
        <p:spPr>
          <a:xfrm>
            <a:off x="3960783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8</a:t>
            </a:r>
          </a:p>
        </p:txBody>
      </p:sp>
      <p:sp>
        <p:nvSpPr>
          <p:cNvPr id="43" name="과제 글"/>
          <p:cNvSpPr>
            <a:spLocks noGrp="1"/>
          </p:cNvSpPr>
          <p:nvPr>
            <p:ph type="body" sz="quarter" idx="40"/>
          </p:nvPr>
        </p:nvSpPr>
        <p:spPr>
          <a:xfrm>
            <a:off x="4179913" y="1906435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일자리 연계</a:t>
            </a:r>
          </a:p>
        </p:txBody>
      </p:sp>
      <p:sp>
        <p:nvSpPr>
          <p:cNvPr id="44" name="번호"/>
          <p:cNvSpPr/>
          <p:nvPr/>
        </p:nvSpPr>
        <p:spPr>
          <a:xfrm>
            <a:off x="3960783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5" name="번호"/>
          <p:cNvSpPr>
            <a:spLocks noGrp="1"/>
          </p:cNvSpPr>
          <p:nvPr>
            <p:ph type="body" sz="quarter" idx="41"/>
          </p:nvPr>
        </p:nvSpPr>
        <p:spPr>
          <a:xfrm>
            <a:off x="3960783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</a:t>
            </a:r>
          </a:p>
        </p:txBody>
      </p:sp>
      <p:sp>
        <p:nvSpPr>
          <p:cNvPr id="46" name="과제 글"/>
          <p:cNvSpPr>
            <a:spLocks noGrp="1"/>
          </p:cNvSpPr>
          <p:nvPr>
            <p:ph type="body" sz="quarter" idx="42"/>
          </p:nvPr>
        </p:nvSpPr>
        <p:spPr>
          <a:xfrm>
            <a:off x="4179913" y="2278957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 기금 운영</a:t>
            </a:r>
          </a:p>
        </p:txBody>
      </p:sp>
      <p:sp>
        <p:nvSpPr>
          <p:cNvPr id="47" name="소분야"/>
          <p:cNvSpPr/>
          <p:nvPr/>
        </p:nvSpPr>
        <p:spPr>
          <a:xfrm>
            <a:off x="5442652" y="1314783"/>
            <a:ext cx="1470913" cy="186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소분야"/>
          <p:cNvSpPr>
            <a:spLocks noGrp="1"/>
          </p:cNvSpPr>
          <p:nvPr>
            <p:ph type="body" sz="quarter" idx="43"/>
          </p:nvPr>
        </p:nvSpPr>
        <p:spPr>
          <a:xfrm>
            <a:off x="5442652" y="1314783"/>
            <a:ext cx="147091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9" name="번호"/>
          <p:cNvSpPr/>
          <p:nvPr/>
        </p:nvSpPr>
        <p:spPr>
          <a:xfrm>
            <a:off x="5453609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5453609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</a:t>
            </a:r>
          </a:p>
        </p:txBody>
      </p:sp>
      <p:sp>
        <p:nvSpPr>
          <p:cNvPr id="51" name="과제 글"/>
          <p:cNvSpPr>
            <a:spLocks noGrp="1"/>
          </p:cNvSpPr>
          <p:nvPr>
            <p:ph type="body" sz="quarter" idx="45"/>
          </p:nvPr>
        </p:nvSpPr>
        <p:spPr>
          <a:xfrm>
            <a:off x="5672739" y="1533913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 감축 이행</a:t>
            </a:r>
          </a:p>
        </p:txBody>
      </p:sp>
      <p:sp>
        <p:nvSpPr>
          <p:cNvPr id="52" name="번호"/>
          <p:cNvSpPr/>
          <p:nvPr/>
        </p:nvSpPr>
        <p:spPr>
          <a:xfrm>
            <a:off x="5453609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번호"/>
          <p:cNvSpPr>
            <a:spLocks noGrp="1"/>
          </p:cNvSpPr>
          <p:nvPr>
            <p:ph type="body" sz="quarter" idx="46"/>
          </p:nvPr>
        </p:nvSpPr>
        <p:spPr>
          <a:xfrm>
            <a:off x="5453609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11</a:t>
            </a:r>
          </a:p>
        </p:txBody>
      </p:sp>
      <p:sp>
        <p:nvSpPr>
          <p:cNvPr id="54" name="과제 글"/>
          <p:cNvSpPr>
            <a:spLocks noGrp="1"/>
          </p:cNvSpPr>
          <p:nvPr>
            <p:ph type="body" sz="quarter" idx="47"/>
          </p:nvPr>
        </p:nvSpPr>
        <p:spPr>
          <a:xfrm>
            <a:off x="5672739" y="1906435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구매 확대</a:t>
            </a:r>
          </a:p>
        </p:txBody>
      </p:sp>
      <p:sp>
        <p:nvSpPr>
          <p:cNvPr id="55" name="번호"/>
          <p:cNvSpPr/>
          <p:nvPr/>
        </p:nvSpPr>
        <p:spPr>
          <a:xfrm>
            <a:off x="5453609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6" name="번호"/>
          <p:cNvSpPr>
            <a:spLocks noGrp="1"/>
          </p:cNvSpPr>
          <p:nvPr>
            <p:ph type="body" sz="quarter" idx="48"/>
          </p:nvPr>
        </p:nvSpPr>
        <p:spPr>
          <a:xfrm>
            <a:off x="5453609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12</a:t>
            </a:r>
          </a:p>
        </p:txBody>
      </p:sp>
      <p:sp>
        <p:nvSpPr>
          <p:cNvPr id="57" name="과제 글"/>
          <p:cNvSpPr>
            <a:spLocks noGrp="1"/>
          </p:cNvSpPr>
          <p:nvPr>
            <p:ph type="body" sz="quarter" idx="49"/>
          </p:nvPr>
        </p:nvSpPr>
        <p:spPr>
          <a:xfrm>
            <a:off x="5672739" y="2278957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 순환 강화</a:t>
            </a:r>
          </a:p>
        </p:txBody>
      </p:sp>
      <p:sp>
        <p:nvSpPr>
          <p:cNvPr id="58" name="패널 외곽"/>
          <p:cNvSpPr/>
          <p:nvPr/>
        </p:nvSpPr>
        <p:spPr>
          <a:xfrm>
            <a:off x="723130" y="2826783"/>
            <a:ext cx="4158000" cy="1731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패널 머리"/>
          <p:cNvSpPr/>
          <p:nvPr/>
        </p:nvSpPr>
        <p:spPr>
          <a:xfrm>
            <a:off x="723130" y="2826783"/>
            <a:ext cx="41580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0" name="패널 머리"/>
          <p:cNvSpPr>
            <a:spLocks noGrp="1"/>
          </p:cNvSpPr>
          <p:nvPr>
            <p:ph type="body" sz="quarter" idx="50"/>
          </p:nvPr>
        </p:nvSpPr>
        <p:spPr>
          <a:xfrm>
            <a:off x="723130" y="2826783"/>
            <a:ext cx="4158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 조직</a:t>
            </a:r>
          </a:p>
        </p:txBody>
      </p:sp>
      <p:sp>
        <p:nvSpPr>
          <p:cNvPr id="61" name="패널 외곽"/>
          <p:cNvSpPr/>
          <p:nvPr/>
        </p:nvSpPr>
        <p:spPr>
          <a:xfrm>
            <a:off x="4924957" y="2826783"/>
            <a:ext cx="2098174" cy="1731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패널 머리"/>
          <p:cNvSpPr/>
          <p:nvPr/>
        </p:nvSpPr>
        <p:spPr>
          <a:xfrm>
            <a:off x="4924957" y="2826783"/>
            <a:ext cx="2098174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패널 머리"/>
          <p:cNvSpPr>
            <a:spLocks noGrp="1"/>
          </p:cNvSpPr>
          <p:nvPr>
            <p:ph type="body" sz="quarter" idx="51"/>
          </p:nvPr>
        </p:nvSpPr>
        <p:spPr>
          <a:xfrm>
            <a:off x="4924957" y="2826783"/>
            <a:ext cx="209817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협력 네트워크</a:t>
            </a:r>
          </a:p>
        </p:txBody>
      </p:sp>
      <p:sp>
        <p:nvSpPr>
          <p:cNvPr id="64" name="총괄"/>
          <p:cNvSpPr/>
          <p:nvPr/>
        </p:nvSpPr>
        <p:spPr>
          <a:xfrm>
            <a:off x="1626660" y="3133565"/>
            <a:ext cx="1912680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5" name="총괄"/>
          <p:cNvSpPr>
            <a:spLocks noGrp="1"/>
          </p:cNvSpPr>
          <p:nvPr>
            <p:ph type="body" sz="quarter" idx="52"/>
          </p:nvPr>
        </p:nvSpPr>
        <p:spPr>
          <a:xfrm>
            <a:off x="1626660" y="3133565"/>
            <a:ext cx="1912680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안전경영위원회</a:t>
            </a:r>
          </a:p>
        </p:txBody>
      </p:sp>
      <p:sp>
        <p:nvSpPr>
          <p:cNvPr id="66" name="총괄 설명"/>
          <p:cNvSpPr/>
          <p:nvPr/>
        </p:nvSpPr>
        <p:spPr>
          <a:xfrm>
            <a:off x="1626660" y="3352696"/>
            <a:ext cx="191268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총괄 설명"/>
          <p:cNvSpPr>
            <a:spLocks noGrp="1"/>
          </p:cNvSpPr>
          <p:nvPr>
            <p:ph type="body" sz="quarter" idx="53"/>
          </p:nvPr>
        </p:nvSpPr>
        <p:spPr>
          <a:xfrm>
            <a:off x="1626660" y="3352696"/>
            <a:ext cx="1912680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위원장: 기관장</a:t>
            </a:r>
          </a:p>
        </p:txBody>
      </p:sp>
      <p:sp>
        <p:nvSpPr>
          <p:cNvPr id="68" name="보조 조직"/>
          <p:cNvSpPr/>
          <p:nvPr/>
        </p:nvSpPr>
        <p:spPr>
          <a:xfrm>
            <a:off x="4059391" y="3133565"/>
            <a:ext cx="756000" cy="19721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9" name="보조 조직"/>
          <p:cNvSpPr>
            <a:spLocks noGrp="1"/>
          </p:cNvSpPr>
          <p:nvPr>
            <p:ph type="body" sz="quarter" idx="54"/>
          </p:nvPr>
        </p:nvSpPr>
        <p:spPr>
          <a:xfrm>
            <a:off x="4059391" y="3133565"/>
            <a:ext cx="756000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자문단</a:t>
            </a:r>
          </a:p>
        </p:txBody>
      </p:sp>
      <p:sp>
        <p:nvSpPr>
          <p:cNvPr id="70" name="보조 글"/>
          <p:cNvSpPr>
            <a:spLocks noGrp="1"/>
          </p:cNvSpPr>
          <p:nvPr>
            <p:ph type="body" sz="quarter" idx="55"/>
          </p:nvPr>
        </p:nvSpPr>
        <p:spPr>
          <a:xfrm>
            <a:off x="4059391" y="3341739"/>
            <a:ext cx="756000" cy="361565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대표</a:t>
            </a:r>
          </a:p>
        </p:txBody>
      </p:sp>
      <p:cxnSp>
        <p:nvCxnSpPr>
          <p:cNvPr id="71" name="Connector 45"/>
          <p:cNvCxnSpPr/>
          <p:nvPr/>
        </p:nvCxnSpPr>
        <p:spPr>
          <a:xfrm>
            <a:off x="1449000" y="3637565"/>
            <a:ext cx="2706261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cxnSp>
        <p:nvCxnSpPr>
          <p:cNvPr id="72" name="Connector 46"/>
          <p:cNvCxnSpPr/>
          <p:nvPr/>
        </p:nvCxnSpPr>
        <p:spPr>
          <a:xfrm>
            <a:off x="2583000" y="3549913"/>
            <a:ext cx="0" cy="87652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cxnSp>
        <p:nvCxnSpPr>
          <p:cNvPr id="73" name="Connector 47"/>
          <p:cNvCxnSpPr/>
          <p:nvPr/>
        </p:nvCxnSpPr>
        <p:spPr>
          <a:xfrm>
            <a:off x="1449000" y="3637565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74" name="부서"/>
          <p:cNvSpPr/>
          <p:nvPr/>
        </p:nvSpPr>
        <p:spPr>
          <a:xfrm>
            <a:off x="788870" y="3703304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부서"/>
          <p:cNvSpPr>
            <a:spLocks noGrp="1"/>
          </p:cNvSpPr>
          <p:nvPr>
            <p:ph type="body" sz="quarter" idx="56"/>
          </p:nvPr>
        </p:nvSpPr>
        <p:spPr>
          <a:xfrm>
            <a:off x="788870" y="3703304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안전기획부</a:t>
            </a:r>
          </a:p>
        </p:txBody>
      </p:sp>
      <p:sp>
        <p:nvSpPr>
          <p:cNvPr id="76" name="부서 글"/>
          <p:cNvSpPr>
            <a:spLocks noGrp="1"/>
          </p:cNvSpPr>
          <p:nvPr>
            <p:ph type="body" sz="quarter" idx="57"/>
          </p:nvPr>
        </p:nvSpPr>
        <p:spPr>
          <a:xfrm>
            <a:off x="788870" y="3889565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관리</a:t>
            </a:r>
          </a:p>
        </p:txBody>
      </p:sp>
      <p:cxnSp>
        <p:nvCxnSpPr>
          <p:cNvPr id="77" name="Connector 50"/>
          <p:cNvCxnSpPr/>
          <p:nvPr/>
        </p:nvCxnSpPr>
        <p:spPr>
          <a:xfrm>
            <a:off x="2802130" y="3637565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78" name="부서"/>
          <p:cNvSpPr/>
          <p:nvPr/>
        </p:nvSpPr>
        <p:spPr>
          <a:xfrm>
            <a:off x="2142000" y="3703304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부서"/>
          <p:cNvSpPr>
            <a:spLocks noGrp="1"/>
          </p:cNvSpPr>
          <p:nvPr>
            <p:ph type="body" sz="quarter" idx="58"/>
          </p:nvPr>
        </p:nvSpPr>
        <p:spPr>
          <a:xfrm>
            <a:off x="2142000" y="3703304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현장지원부</a:t>
            </a:r>
          </a:p>
        </p:txBody>
      </p:sp>
      <p:sp>
        <p:nvSpPr>
          <p:cNvPr id="80" name="부서 글"/>
          <p:cNvSpPr>
            <a:spLocks noGrp="1"/>
          </p:cNvSpPr>
          <p:nvPr>
            <p:ph type="body" sz="quarter" idx="59"/>
          </p:nvPr>
        </p:nvSpPr>
        <p:spPr>
          <a:xfrm>
            <a:off x="2142000" y="3889565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운영</a:t>
            </a:r>
          </a:p>
        </p:txBody>
      </p:sp>
      <p:cxnSp>
        <p:nvCxnSpPr>
          <p:cNvPr id="81" name="Connector 53"/>
          <p:cNvCxnSpPr/>
          <p:nvPr/>
        </p:nvCxnSpPr>
        <p:spPr>
          <a:xfrm>
            <a:off x="4155261" y="3637565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82" name="부서"/>
          <p:cNvSpPr/>
          <p:nvPr/>
        </p:nvSpPr>
        <p:spPr>
          <a:xfrm>
            <a:off x="3495130" y="3703304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부서"/>
          <p:cNvSpPr>
            <a:spLocks noGrp="1"/>
          </p:cNvSpPr>
          <p:nvPr>
            <p:ph type="body" sz="quarter" idx="60"/>
          </p:nvPr>
        </p:nvSpPr>
        <p:spPr>
          <a:xfrm>
            <a:off x="3495130" y="3703304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비상대응부</a:t>
            </a:r>
          </a:p>
        </p:txBody>
      </p:sp>
      <p:sp>
        <p:nvSpPr>
          <p:cNvPr id="84" name="부서 글"/>
          <p:cNvSpPr>
            <a:spLocks noGrp="1"/>
          </p:cNvSpPr>
          <p:nvPr>
            <p:ph type="body" sz="quarter" idx="61"/>
          </p:nvPr>
        </p:nvSpPr>
        <p:spPr>
          <a:xfrm>
            <a:off x="3495130" y="3889565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훈련 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상황 관리</a:t>
            </a:r>
          </a:p>
        </p:txBody>
      </p:sp>
      <p:sp>
        <p:nvSpPr>
          <p:cNvPr id="85" name="실행조직"/>
          <p:cNvSpPr/>
          <p:nvPr/>
        </p:nvSpPr>
        <p:spPr>
          <a:xfrm>
            <a:off x="788870" y="4305913"/>
            <a:ext cx="402652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실행조직"/>
          <p:cNvSpPr>
            <a:spLocks noGrp="1"/>
          </p:cNvSpPr>
          <p:nvPr>
            <p:ph type="body" sz="quarter" idx="62"/>
          </p:nvPr>
        </p:nvSpPr>
        <p:spPr>
          <a:xfrm>
            <a:off x="788870" y="4305913"/>
            <a:ext cx="402652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사업장 안전관리 책임자 · 현장 점검반</a:t>
            </a:r>
          </a:p>
        </p:txBody>
      </p:sp>
      <p:sp>
        <p:nvSpPr>
          <p:cNvPr id="87" name="분류"/>
          <p:cNvSpPr/>
          <p:nvPr/>
        </p:nvSpPr>
        <p:spPr>
          <a:xfrm>
            <a:off x="4957826" y="3122609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분류"/>
          <p:cNvSpPr>
            <a:spLocks noGrp="1"/>
          </p:cNvSpPr>
          <p:nvPr>
            <p:ph type="body" sz="quarter" idx="63"/>
          </p:nvPr>
        </p:nvSpPr>
        <p:spPr>
          <a:xfrm>
            <a:off x="4957826" y="3122609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</a:t>
            </a:r>
          </a:p>
        </p:txBody>
      </p:sp>
      <p:sp>
        <p:nvSpPr>
          <p:cNvPr id="89" name="분류 글"/>
          <p:cNvSpPr>
            <a:spLocks noGrp="1"/>
          </p:cNvSpPr>
          <p:nvPr>
            <p:ph type="body" sz="quarter" idx="64"/>
          </p:nvPr>
        </p:nvSpPr>
        <p:spPr>
          <a:xfrm>
            <a:off x="5483739" y="3111652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협의회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 공유 채널</a:t>
            </a:r>
          </a:p>
        </p:txBody>
      </p:sp>
      <p:cxnSp>
        <p:nvCxnSpPr>
          <p:cNvPr id="90" name="Connector 59"/>
          <p:cNvCxnSpPr/>
          <p:nvPr/>
        </p:nvCxnSpPr>
        <p:spPr>
          <a:xfrm>
            <a:off x="4957826" y="3568174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분류"/>
          <p:cNvSpPr/>
          <p:nvPr/>
        </p:nvSpPr>
        <p:spPr>
          <a:xfrm>
            <a:off x="4957826" y="3590087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분류"/>
          <p:cNvSpPr>
            <a:spLocks noGrp="1"/>
          </p:cNvSpPr>
          <p:nvPr>
            <p:ph type="body" sz="quarter" idx="65"/>
          </p:nvPr>
        </p:nvSpPr>
        <p:spPr>
          <a:xfrm>
            <a:off x="4957826" y="3590087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학계</a:t>
            </a:r>
          </a:p>
        </p:txBody>
      </p:sp>
      <p:sp>
        <p:nvSpPr>
          <p:cNvPr id="93" name="분류 글"/>
          <p:cNvSpPr>
            <a:spLocks noGrp="1"/>
          </p:cNvSpPr>
          <p:nvPr>
            <p:ph type="body" sz="quarter" idx="66"/>
          </p:nvPr>
        </p:nvSpPr>
        <p:spPr>
          <a:xfrm>
            <a:off x="5483739" y="3579130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대학 연구실 자문</a:t>
            </a:r>
          </a:p>
        </p:txBody>
      </p:sp>
      <p:cxnSp>
        <p:nvCxnSpPr>
          <p:cNvPr id="94" name="Connector 62"/>
          <p:cNvCxnSpPr/>
          <p:nvPr/>
        </p:nvCxnSpPr>
        <p:spPr>
          <a:xfrm>
            <a:off x="4957826" y="4035652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분류"/>
          <p:cNvSpPr/>
          <p:nvPr/>
        </p:nvSpPr>
        <p:spPr>
          <a:xfrm>
            <a:off x="4957826" y="4057565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분류"/>
          <p:cNvSpPr>
            <a:spLocks noGrp="1"/>
          </p:cNvSpPr>
          <p:nvPr>
            <p:ph type="body" sz="quarter" idx="67"/>
          </p:nvPr>
        </p:nvSpPr>
        <p:spPr>
          <a:xfrm>
            <a:off x="4957826" y="4057565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</a:t>
            </a:r>
          </a:p>
        </p:txBody>
      </p:sp>
      <p:sp>
        <p:nvSpPr>
          <p:cNvPr id="97" name="분류 글"/>
          <p:cNvSpPr>
            <a:spLocks noGrp="1"/>
          </p:cNvSpPr>
          <p:nvPr>
            <p:ph type="body" sz="quarter" idx="68"/>
          </p:nvPr>
        </p:nvSpPr>
        <p:spPr>
          <a:xfrm>
            <a:off x="5483739" y="4046609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협의체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시민단체 모니터링</a:t>
            </a:r>
          </a:p>
        </p:txBody>
      </p:sp>
      <p:cxnSp>
        <p:nvCxnSpPr>
          <p:cNvPr id="98" name="Connector 65"/>
          <p:cNvCxnSpPr/>
          <p:nvPr/>
        </p:nvCxnSpPr>
        <p:spPr>
          <a:xfrm>
            <a:off x="4957826" y="4503130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9" name="행 틀"/>
          <p:cNvSpPr/>
          <p:nvPr/>
        </p:nvSpPr>
        <p:spPr>
          <a:xfrm>
            <a:off x="723130" y="4623652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레일"/>
          <p:cNvSpPr/>
          <p:nvPr/>
        </p:nvSpPr>
        <p:spPr>
          <a:xfrm>
            <a:off x="734087" y="4634609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4634609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대외 수상</a:t>
            </a:r>
          </a:p>
        </p:txBody>
      </p:sp>
      <p:sp>
        <p:nvSpPr>
          <p:cNvPr id="102" name="사진 칸"/>
          <p:cNvSpPr/>
          <p:nvPr/>
        </p:nvSpPr>
        <p:spPr>
          <a:xfrm>
            <a:off x="1358609" y="4667478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3" name="사진 칸"/>
          <p:cNvSpPr>
            <a:spLocks noGrp="1"/>
          </p:cNvSpPr>
          <p:nvPr>
            <p:ph type="body" sz="quarter" idx="70"/>
          </p:nvPr>
        </p:nvSpPr>
        <p:spPr>
          <a:xfrm>
            <a:off x="1358609" y="4667478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4" name="카드 제목"/>
          <p:cNvSpPr>
            <a:spLocks noGrp="1"/>
          </p:cNvSpPr>
          <p:nvPr>
            <p:ph type="body" sz="quarter" idx="71"/>
          </p:nvPr>
        </p:nvSpPr>
        <p:spPr>
          <a:xfrm>
            <a:off x="1358609" y="5094783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경영 대상</a:t>
            </a:r>
          </a:p>
        </p:txBody>
      </p:sp>
      <p:sp>
        <p:nvSpPr>
          <p:cNvPr id="105" name="카드 설명"/>
          <p:cNvSpPr>
            <a:spLocks noGrp="1"/>
          </p:cNvSpPr>
          <p:nvPr>
            <p:ph type="body" sz="quarter" idx="72"/>
          </p:nvPr>
        </p:nvSpPr>
        <p:spPr>
          <a:xfrm>
            <a:off x="1358609" y="5313913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안전보건 협회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2025.05</a:t>
            </a:r>
          </a:p>
        </p:txBody>
      </p:sp>
      <p:sp>
        <p:nvSpPr>
          <p:cNvPr id="106" name="사진 칸"/>
          <p:cNvSpPr/>
          <p:nvPr/>
        </p:nvSpPr>
        <p:spPr>
          <a:xfrm>
            <a:off x="3243130" y="4667478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7" name="사진 칸"/>
          <p:cNvSpPr>
            <a:spLocks noGrp="1"/>
          </p:cNvSpPr>
          <p:nvPr>
            <p:ph type="body" sz="quarter" idx="73"/>
          </p:nvPr>
        </p:nvSpPr>
        <p:spPr>
          <a:xfrm>
            <a:off x="3243130" y="4667478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8" name="카드 제목"/>
          <p:cNvSpPr>
            <a:spLocks noGrp="1"/>
          </p:cNvSpPr>
          <p:nvPr>
            <p:ph type="body" sz="quarter" idx="74"/>
          </p:nvPr>
        </p:nvSpPr>
        <p:spPr>
          <a:xfrm>
            <a:off x="3243130" y="5094783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우수기관</a:t>
            </a:r>
          </a:p>
        </p:txBody>
      </p:sp>
      <p:sp>
        <p:nvSpPr>
          <p:cNvPr id="109" name="카드 설명"/>
          <p:cNvSpPr>
            <a:spLocks noGrp="1"/>
          </p:cNvSpPr>
          <p:nvPr>
            <p:ph type="body" sz="quarter" idx="75"/>
          </p:nvPr>
        </p:nvSpPr>
        <p:spPr>
          <a:xfrm>
            <a:off x="3243130" y="5313913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권익 위원회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2025.09</a:t>
            </a:r>
          </a:p>
        </p:txBody>
      </p:sp>
      <p:sp>
        <p:nvSpPr>
          <p:cNvPr id="110" name="사진 칸"/>
          <p:cNvSpPr/>
          <p:nvPr/>
        </p:nvSpPr>
        <p:spPr>
          <a:xfrm>
            <a:off x="5127652" y="4667478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사진 칸"/>
          <p:cNvSpPr>
            <a:spLocks noGrp="1"/>
          </p:cNvSpPr>
          <p:nvPr>
            <p:ph type="body" sz="quarter" idx="76"/>
          </p:nvPr>
        </p:nvSpPr>
        <p:spPr>
          <a:xfrm>
            <a:off x="5127652" y="4667478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12" name="카드 제목"/>
          <p:cNvSpPr>
            <a:spLocks noGrp="1"/>
          </p:cNvSpPr>
          <p:nvPr>
            <p:ph type="body" sz="quarter" idx="77"/>
          </p:nvPr>
        </p:nvSpPr>
        <p:spPr>
          <a:xfrm>
            <a:off x="5127652" y="5094783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상생협력 인증</a:t>
            </a:r>
          </a:p>
        </p:txBody>
      </p:sp>
      <p:sp>
        <p:nvSpPr>
          <p:cNvPr id="113" name="카드 설명"/>
          <p:cNvSpPr>
            <a:spLocks noGrp="1"/>
          </p:cNvSpPr>
          <p:nvPr>
            <p:ph type="body" sz="quarter" idx="78"/>
          </p:nvPr>
        </p:nvSpPr>
        <p:spPr>
          <a:xfrm>
            <a:off x="5127652" y="5313913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상생 재단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2025.11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347652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9" name="패널 외곽"/>
          <p:cNvSpPr/>
          <p:nvPr/>
        </p:nvSpPr>
        <p:spPr>
          <a:xfrm>
            <a:off x="536870" y="1501043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512000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512000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2" name="소제목 띠"/>
          <p:cNvSpPr/>
          <p:nvPr/>
        </p:nvSpPr>
        <p:spPr>
          <a:xfrm>
            <a:off x="1183304" y="153391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띠 제목"/>
          <p:cNvSpPr>
            <a:spLocks noGrp="1"/>
          </p:cNvSpPr>
          <p:nvPr>
            <p:ph type="body" sz="quarter" idx="25"/>
          </p:nvPr>
        </p:nvSpPr>
        <p:spPr>
          <a:xfrm>
            <a:off x="1457217" y="153391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4" name="아이콘 칸"/>
          <p:cNvSpPr/>
          <p:nvPr/>
        </p:nvSpPr>
        <p:spPr>
          <a:xfrm>
            <a:off x="1205217" y="155582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5" name="소제목 띠"/>
          <p:cNvSpPr/>
          <p:nvPr/>
        </p:nvSpPr>
        <p:spPr>
          <a:xfrm>
            <a:off x="4700348" y="153391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띠 제목"/>
          <p:cNvSpPr>
            <a:spLocks noGrp="1"/>
          </p:cNvSpPr>
          <p:nvPr>
            <p:ph type="body" sz="quarter" idx="26"/>
          </p:nvPr>
        </p:nvSpPr>
        <p:spPr>
          <a:xfrm>
            <a:off x="4733217" y="153391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7" name="아이콘 칸"/>
          <p:cNvSpPr/>
          <p:nvPr/>
        </p:nvSpPr>
        <p:spPr>
          <a:xfrm>
            <a:off x="6584870" y="155582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83304" y="1818783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4700348" y="1818783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30" name="사진 칸"/>
          <p:cNvSpPr/>
          <p:nvPr/>
        </p:nvSpPr>
        <p:spPr>
          <a:xfrm>
            <a:off x="3319826" y="1698261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1" name="사진 칸"/>
          <p:cNvSpPr>
            <a:spLocks noGrp="1"/>
          </p:cNvSpPr>
          <p:nvPr>
            <p:ph type="body" sz="quarter" idx="29"/>
          </p:nvPr>
        </p:nvSpPr>
        <p:spPr>
          <a:xfrm>
            <a:off x="3319826" y="1698261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2" name="태그"/>
          <p:cNvSpPr/>
          <p:nvPr/>
        </p:nvSpPr>
        <p:spPr>
          <a:xfrm>
            <a:off x="3385565" y="1566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3385565" y="1566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4" name="사진 칸"/>
          <p:cNvSpPr/>
          <p:nvPr/>
        </p:nvSpPr>
        <p:spPr>
          <a:xfrm>
            <a:off x="4004609" y="1698261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5" name="사진 칸"/>
          <p:cNvSpPr>
            <a:spLocks noGrp="1"/>
          </p:cNvSpPr>
          <p:nvPr>
            <p:ph type="body" sz="quarter" idx="31"/>
          </p:nvPr>
        </p:nvSpPr>
        <p:spPr>
          <a:xfrm>
            <a:off x="4004609" y="1698261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6" name="태그"/>
          <p:cNvSpPr/>
          <p:nvPr/>
        </p:nvSpPr>
        <p:spPr>
          <a:xfrm>
            <a:off x="4070348" y="1566783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2"/>
          </p:nvPr>
        </p:nvSpPr>
        <p:spPr>
          <a:xfrm>
            <a:off x="4070348" y="1566783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1183304" y="2782957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삼각 화살표"/>
          <p:cNvSpPr/>
          <p:nvPr/>
        </p:nvSpPr>
        <p:spPr>
          <a:xfrm>
            <a:off x="2180347" y="2750086"/>
            <a:ext cx="131479" cy="65740"/>
          </a:xfrm>
          <a:custGeom>
            <a:avLst/>
            <a:gdLst/>
            <a:ahLst/>
            <a:cxnLst/>
            <a:rect l="l" t="t" r="r" b="b"/>
            <a:pathLst>
              <a:path w="131479" h="65740">
                <a:moveTo>
                  <a:pt x="0" y="0"/>
                </a:moveTo>
                <a:lnTo>
                  <a:pt x="131479" y="0"/>
                </a:lnTo>
                <a:lnTo>
                  <a:pt x="65739" y="65740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삼각 화살표"/>
          <p:cNvSpPr/>
          <p:nvPr/>
        </p:nvSpPr>
        <p:spPr>
          <a:xfrm>
            <a:off x="5675478" y="2750086"/>
            <a:ext cx="131478" cy="65740"/>
          </a:xfrm>
          <a:custGeom>
            <a:avLst/>
            <a:gdLst/>
            <a:ahLst/>
            <a:cxnLst/>
            <a:rect l="l" t="t" r="r" b="b"/>
            <a:pathLst>
              <a:path w="131478" h="65740">
                <a:moveTo>
                  <a:pt x="0" y="0"/>
                </a:moveTo>
                <a:lnTo>
                  <a:pt x="131478" y="0"/>
                </a:lnTo>
                <a:lnTo>
                  <a:pt x="65739" y="65740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소제목 띠"/>
          <p:cNvSpPr/>
          <p:nvPr/>
        </p:nvSpPr>
        <p:spPr>
          <a:xfrm>
            <a:off x="1183304" y="282678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띠 제목"/>
          <p:cNvSpPr>
            <a:spLocks noGrp="1"/>
          </p:cNvSpPr>
          <p:nvPr>
            <p:ph type="body" sz="quarter" idx="33"/>
          </p:nvPr>
        </p:nvSpPr>
        <p:spPr>
          <a:xfrm>
            <a:off x="1457217" y="282678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3" name="아이콘 칸"/>
          <p:cNvSpPr/>
          <p:nvPr/>
        </p:nvSpPr>
        <p:spPr>
          <a:xfrm>
            <a:off x="1205217" y="284869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4" name="소제목 띠"/>
          <p:cNvSpPr/>
          <p:nvPr/>
        </p:nvSpPr>
        <p:spPr>
          <a:xfrm>
            <a:off x="4700348" y="282678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띠 제목"/>
          <p:cNvSpPr>
            <a:spLocks noGrp="1"/>
          </p:cNvSpPr>
          <p:nvPr>
            <p:ph type="body" sz="quarter" idx="34"/>
          </p:nvPr>
        </p:nvSpPr>
        <p:spPr>
          <a:xfrm>
            <a:off x="4733217" y="282678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6" name="아이콘 칸"/>
          <p:cNvSpPr/>
          <p:nvPr/>
        </p:nvSpPr>
        <p:spPr>
          <a:xfrm>
            <a:off x="6584870" y="284869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3111652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6"/>
          </p:nvPr>
        </p:nvSpPr>
        <p:spPr>
          <a:xfrm>
            <a:off x="4700348" y="3111652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9" name="사진 칸"/>
          <p:cNvSpPr/>
          <p:nvPr/>
        </p:nvSpPr>
        <p:spPr>
          <a:xfrm>
            <a:off x="3319826" y="2991130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0" name="사진 칸"/>
          <p:cNvSpPr>
            <a:spLocks noGrp="1"/>
          </p:cNvSpPr>
          <p:nvPr>
            <p:ph type="body" sz="quarter" idx="37"/>
          </p:nvPr>
        </p:nvSpPr>
        <p:spPr>
          <a:xfrm>
            <a:off x="3319826" y="2991130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/>
          <p:nvPr/>
        </p:nvSpPr>
        <p:spPr>
          <a:xfrm>
            <a:off x="3385565" y="2859652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태그"/>
          <p:cNvSpPr>
            <a:spLocks noGrp="1"/>
          </p:cNvSpPr>
          <p:nvPr>
            <p:ph type="body" sz="quarter" idx="38"/>
          </p:nvPr>
        </p:nvSpPr>
        <p:spPr>
          <a:xfrm>
            <a:off x="3385565" y="2859652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3" name="사진 칸"/>
          <p:cNvSpPr/>
          <p:nvPr/>
        </p:nvSpPr>
        <p:spPr>
          <a:xfrm>
            <a:off x="4004609" y="2991130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4" name="사진 칸"/>
          <p:cNvSpPr>
            <a:spLocks noGrp="1"/>
          </p:cNvSpPr>
          <p:nvPr>
            <p:ph type="body" sz="quarter" idx="39"/>
          </p:nvPr>
        </p:nvSpPr>
        <p:spPr>
          <a:xfrm>
            <a:off x="4004609" y="2991130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5" name="태그"/>
          <p:cNvSpPr/>
          <p:nvPr/>
        </p:nvSpPr>
        <p:spPr>
          <a:xfrm>
            <a:off x="4070348" y="2859652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0"/>
          </p:nvPr>
        </p:nvSpPr>
        <p:spPr>
          <a:xfrm>
            <a:off x="4070348" y="2859652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7" name="배너"/>
          <p:cNvSpPr/>
          <p:nvPr/>
        </p:nvSpPr>
        <p:spPr>
          <a:xfrm>
            <a:off x="536869" y="418539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756000" y="4240174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1"/>
          </p:nvPr>
        </p:nvSpPr>
        <p:spPr>
          <a:xfrm>
            <a:off x="756000" y="4240174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60" name="배너 글"/>
          <p:cNvSpPr>
            <a:spLocks noGrp="1"/>
          </p:cNvSpPr>
          <p:nvPr>
            <p:ph type="body" sz="quarter" idx="42"/>
          </p:nvPr>
        </p:nvSpPr>
        <p:spPr>
          <a:xfrm>
            <a:off x="1331514" y="4185391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1" name="틀"/>
          <p:cNvSpPr/>
          <p:nvPr/>
        </p:nvSpPr>
        <p:spPr>
          <a:xfrm>
            <a:off x="536870" y="4525043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상단 칸"/>
          <p:cNvSpPr/>
          <p:nvPr/>
        </p:nvSpPr>
        <p:spPr>
          <a:xfrm>
            <a:off x="1183304" y="4557913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상단 칸"/>
          <p:cNvSpPr>
            <a:spLocks noGrp="1"/>
          </p:cNvSpPr>
          <p:nvPr>
            <p:ph type="body" sz="quarter" idx="43"/>
          </p:nvPr>
        </p:nvSpPr>
        <p:spPr>
          <a:xfrm>
            <a:off x="1183304" y="4557913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4" name="상단 칸"/>
          <p:cNvSpPr/>
          <p:nvPr/>
        </p:nvSpPr>
        <p:spPr>
          <a:xfrm>
            <a:off x="4103217" y="4557913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5" name="상단 칸"/>
          <p:cNvSpPr>
            <a:spLocks noGrp="1"/>
          </p:cNvSpPr>
          <p:nvPr>
            <p:ph type="body" sz="quarter" idx="44"/>
          </p:nvPr>
        </p:nvSpPr>
        <p:spPr>
          <a:xfrm>
            <a:off x="4103217" y="4557913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6" name="더하기"/>
          <p:cNvSpPr/>
          <p:nvPr/>
        </p:nvSpPr>
        <p:spPr>
          <a:xfrm>
            <a:off x="3895043" y="4568870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7" name="더하기"/>
          <p:cNvSpPr>
            <a:spLocks noGrp="1"/>
          </p:cNvSpPr>
          <p:nvPr>
            <p:ph type="body" sz="quarter" idx="45"/>
          </p:nvPr>
        </p:nvSpPr>
        <p:spPr>
          <a:xfrm>
            <a:off x="3895043" y="4568870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8" name="레일"/>
          <p:cNvSpPr/>
          <p:nvPr/>
        </p:nvSpPr>
        <p:spPr>
          <a:xfrm>
            <a:off x="547826" y="4798957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9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4798957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70" name="카드"/>
          <p:cNvSpPr/>
          <p:nvPr/>
        </p:nvSpPr>
        <p:spPr>
          <a:xfrm>
            <a:off x="1183304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아이콘 칸"/>
          <p:cNvSpPr/>
          <p:nvPr/>
        </p:nvSpPr>
        <p:spPr>
          <a:xfrm>
            <a:off x="1216174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2" name="카드 글"/>
          <p:cNvSpPr>
            <a:spLocks noGrp="1"/>
          </p:cNvSpPr>
          <p:nvPr>
            <p:ph type="body" sz="quarter" idx="47"/>
          </p:nvPr>
        </p:nvSpPr>
        <p:spPr>
          <a:xfrm>
            <a:off x="1665391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3" name="카드"/>
          <p:cNvSpPr/>
          <p:nvPr/>
        </p:nvSpPr>
        <p:spPr>
          <a:xfrm>
            <a:off x="3064174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아이콘 칸"/>
          <p:cNvSpPr/>
          <p:nvPr/>
        </p:nvSpPr>
        <p:spPr>
          <a:xfrm>
            <a:off x="3097043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48"/>
          </p:nvPr>
        </p:nvSpPr>
        <p:spPr>
          <a:xfrm>
            <a:off x="3546261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6" name="카드"/>
          <p:cNvSpPr/>
          <p:nvPr/>
        </p:nvSpPr>
        <p:spPr>
          <a:xfrm>
            <a:off x="4945043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아이콘 칸"/>
          <p:cNvSpPr/>
          <p:nvPr/>
        </p:nvSpPr>
        <p:spPr>
          <a:xfrm>
            <a:off x="4977913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49"/>
          </p:nvPr>
        </p:nvSpPr>
        <p:spPr>
          <a:xfrm>
            <a:off x="5427130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0"/>
          </p:nvPr>
        </p:nvSpPr>
        <p:spPr>
          <a:xfrm>
            <a:off x="1183304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80" name="설명 글"/>
          <p:cNvSpPr>
            <a:spLocks noGrp="1"/>
          </p:cNvSpPr>
          <p:nvPr>
            <p:ph type="body" sz="quarter" idx="51"/>
          </p:nvPr>
        </p:nvSpPr>
        <p:spPr>
          <a:xfrm>
            <a:off x="3064174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1" name="Connector 62"/>
          <p:cNvCxnSpPr/>
          <p:nvPr/>
        </p:nvCxnSpPr>
        <p:spPr>
          <a:xfrm>
            <a:off x="3053217" y="544539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설명 글"/>
          <p:cNvSpPr>
            <a:spLocks noGrp="1"/>
          </p:cNvSpPr>
          <p:nvPr>
            <p:ph type="body" sz="quarter" idx="52"/>
          </p:nvPr>
        </p:nvSpPr>
        <p:spPr>
          <a:xfrm>
            <a:off x="4945043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3" name="Connector 64"/>
          <p:cNvCxnSpPr/>
          <p:nvPr/>
        </p:nvCxnSpPr>
        <p:spPr>
          <a:xfrm>
            <a:off x="4934087" y="544539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916522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5916522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6" name="열 머리"/>
          <p:cNvSpPr/>
          <p:nvPr/>
        </p:nvSpPr>
        <p:spPr>
          <a:xfrm>
            <a:off x="1183304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7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8" name="열 머리"/>
          <p:cNvSpPr/>
          <p:nvPr/>
        </p:nvSpPr>
        <p:spPr>
          <a:xfrm>
            <a:off x="3064174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9" name="열 머리"/>
          <p:cNvSpPr>
            <a:spLocks noGrp="1"/>
          </p:cNvSpPr>
          <p:nvPr>
            <p:ph type="body" sz="quarter" idx="55"/>
          </p:nvPr>
        </p:nvSpPr>
        <p:spPr>
          <a:xfrm>
            <a:off x="3064174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90" name="열 머리"/>
          <p:cNvSpPr/>
          <p:nvPr/>
        </p:nvSpPr>
        <p:spPr>
          <a:xfrm>
            <a:off x="4945043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1" name="열 머리"/>
          <p:cNvSpPr>
            <a:spLocks noGrp="1"/>
          </p:cNvSpPr>
          <p:nvPr>
            <p:ph type="body" sz="quarter" idx="56"/>
          </p:nvPr>
        </p:nvSpPr>
        <p:spPr>
          <a:xfrm>
            <a:off x="4945043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7"/>
          </p:nvPr>
        </p:nvSpPr>
        <p:spPr>
          <a:xfrm>
            <a:off x="1183304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3" name="설명 글"/>
          <p:cNvSpPr>
            <a:spLocks noGrp="1"/>
          </p:cNvSpPr>
          <p:nvPr>
            <p:ph type="body" sz="quarter" idx="58"/>
          </p:nvPr>
        </p:nvSpPr>
        <p:spPr>
          <a:xfrm>
            <a:off x="3064174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53217" y="6179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설명 글"/>
          <p:cNvSpPr>
            <a:spLocks noGrp="1"/>
          </p:cNvSpPr>
          <p:nvPr>
            <p:ph type="body" sz="quarter" idx="59"/>
          </p:nvPr>
        </p:nvSpPr>
        <p:spPr>
          <a:xfrm>
            <a:off x="4945043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34087" y="6179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47826" y="6650609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650609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9" name="카드"/>
          <p:cNvSpPr/>
          <p:nvPr/>
        </p:nvSpPr>
        <p:spPr>
          <a:xfrm>
            <a:off x="1183304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아이콘 칸"/>
          <p:cNvSpPr/>
          <p:nvPr/>
        </p:nvSpPr>
        <p:spPr>
          <a:xfrm>
            <a:off x="1216174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1" name="카드 글"/>
          <p:cNvSpPr>
            <a:spLocks noGrp="1"/>
          </p:cNvSpPr>
          <p:nvPr>
            <p:ph type="body" sz="quarter" idx="61"/>
          </p:nvPr>
        </p:nvSpPr>
        <p:spPr>
          <a:xfrm>
            <a:off x="1665391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2" name="카드"/>
          <p:cNvSpPr/>
          <p:nvPr/>
        </p:nvSpPr>
        <p:spPr>
          <a:xfrm>
            <a:off x="3064174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아이콘 칸"/>
          <p:cNvSpPr/>
          <p:nvPr/>
        </p:nvSpPr>
        <p:spPr>
          <a:xfrm>
            <a:off x="3097043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4" name="카드 글"/>
          <p:cNvSpPr>
            <a:spLocks noGrp="1"/>
          </p:cNvSpPr>
          <p:nvPr>
            <p:ph type="body" sz="quarter" idx="62"/>
          </p:nvPr>
        </p:nvSpPr>
        <p:spPr>
          <a:xfrm>
            <a:off x="3546261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5" name="카드"/>
          <p:cNvSpPr/>
          <p:nvPr/>
        </p:nvSpPr>
        <p:spPr>
          <a:xfrm>
            <a:off x="4945043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아이콘 칸"/>
          <p:cNvSpPr/>
          <p:nvPr/>
        </p:nvSpPr>
        <p:spPr>
          <a:xfrm>
            <a:off x="4977913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7" name="카드 글"/>
          <p:cNvSpPr>
            <a:spLocks noGrp="1"/>
          </p:cNvSpPr>
          <p:nvPr>
            <p:ph type="body" sz="quarter" idx="63"/>
          </p:nvPr>
        </p:nvSpPr>
        <p:spPr>
          <a:xfrm>
            <a:off x="5427130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8" name="요약 바"/>
          <p:cNvSpPr/>
          <p:nvPr/>
        </p:nvSpPr>
        <p:spPr>
          <a:xfrm>
            <a:off x="1183304" y="7329913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9" name="요약 바"/>
          <p:cNvSpPr>
            <a:spLocks noGrp="1"/>
          </p:cNvSpPr>
          <p:nvPr>
            <p:ph type="body" sz="quarter" idx="64"/>
          </p:nvPr>
        </p:nvSpPr>
        <p:spPr>
          <a:xfrm>
            <a:off x="1183304" y="7329913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1" name="패널 외곽"/>
          <p:cNvSpPr/>
          <p:nvPr/>
        </p:nvSpPr>
        <p:spPr>
          <a:xfrm>
            <a:off x="723130" y="1084696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1095652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1095652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4" name="배너"/>
          <p:cNvSpPr/>
          <p:nvPr/>
        </p:nvSpPr>
        <p:spPr>
          <a:xfrm>
            <a:off x="1369565" y="1117565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" name="배너"/>
          <p:cNvSpPr>
            <a:spLocks noGrp="1"/>
          </p:cNvSpPr>
          <p:nvPr>
            <p:ph type="body" sz="quarter" idx="22"/>
          </p:nvPr>
        </p:nvSpPr>
        <p:spPr>
          <a:xfrm>
            <a:off x="1369565" y="1117565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6" name="단계"/>
          <p:cNvSpPr/>
          <p:nvPr/>
        </p:nvSpPr>
        <p:spPr>
          <a:xfrm>
            <a:off x="1369565" y="1369565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69565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8" name="단계"/>
          <p:cNvSpPr/>
          <p:nvPr/>
        </p:nvSpPr>
        <p:spPr>
          <a:xfrm>
            <a:off x="2774739" y="1369565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774739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0" name="단계"/>
          <p:cNvSpPr/>
          <p:nvPr/>
        </p:nvSpPr>
        <p:spPr>
          <a:xfrm>
            <a:off x="4179913" y="1369565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4179913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2" name="단계"/>
          <p:cNvSpPr/>
          <p:nvPr/>
        </p:nvSpPr>
        <p:spPr>
          <a:xfrm>
            <a:off x="5585087" y="1369565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585087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2774739" y="136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4179913" y="136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585086" y="136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카드"/>
          <p:cNvSpPr/>
          <p:nvPr/>
        </p:nvSpPr>
        <p:spPr>
          <a:xfrm>
            <a:off x="1369565" y="1643478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아이콘 칸"/>
          <p:cNvSpPr/>
          <p:nvPr/>
        </p:nvSpPr>
        <p:spPr>
          <a:xfrm>
            <a:off x="1402435" y="1687304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29" name="아이콘 칸"/>
          <p:cNvSpPr>
            <a:spLocks noGrp="1"/>
          </p:cNvSpPr>
          <p:nvPr>
            <p:ph type="body" sz="quarter" idx="27"/>
          </p:nvPr>
        </p:nvSpPr>
        <p:spPr>
          <a:xfrm>
            <a:off x="1402435" y="1687304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0" name="구분 칩"/>
          <p:cNvSpPr/>
          <p:nvPr/>
        </p:nvSpPr>
        <p:spPr>
          <a:xfrm>
            <a:off x="1873565" y="1687304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구분 칩"/>
          <p:cNvSpPr>
            <a:spLocks noGrp="1"/>
          </p:cNvSpPr>
          <p:nvPr>
            <p:ph type="body" sz="quarter" idx="28"/>
          </p:nvPr>
        </p:nvSpPr>
        <p:spPr>
          <a:xfrm>
            <a:off x="1873565" y="1687304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29"/>
          </p:nvPr>
        </p:nvSpPr>
        <p:spPr>
          <a:xfrm>
            <a:off x="2191304" y="1687304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3" name="구분 칩"/>
          <p:cNvSpPr/>
          <p:nvPr/>
        </p:nvSpPr>
        <p:spPr>
          <a:xfrm>
            <a:off x="1873565" y="190643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구분 칩"/>
          <p:cNvSpPr>
            <a:spLocks noGrp="1"/>
          </p:cNvSpPr>
          <p:nvPr>
            <p:ph type="body" sz="quarter" idx="30"/>
          </p:nvPr>
        </p:nvSpPr>
        <p:spPr>
          <a:xfrm>
            <a:off x="1873565" y="190643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5" name="칩 줄 글"/>
          <p:cNvSpPr>
            <a:spLocks noGrp="1"/>
          </p:cNvSpPr>
          <p:nvPr>
            <p:ph type="body" sz="quarter" idx="31"/>
          </p:nvPr>
        </p:nvSpPr>
        <p:spPr>
          <a:xfrm>
            <a:off x="2191304" y="190643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6" name="카드 요약"/>
          <p:cNvSpPr/>
          <p:nvPr/>
        </p:nvSpPr>
        <p:spPr>
          <a:xfrm>
            <a:off x="1391478" y="2169391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7" name="카드 요약"/>
          <p:cNvSpPr>
            <a:spLocks noGrp="1"/>
          </p:cNvSpPr>
          <p:nvPr>
            <p:ph type="body" sz="quarter" idx="32"/>
          </p:nvPr>
        </p:nvSpPr>
        <p:spPr>
          <a:xfrm>
            <a:off x="1391478" y="2169391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8" name="카드"/>
          <p:cNvSpPr/>
          <p:nvPr/>
        </p:nvSpPr>
        <p:spPr>
          <a:xfrm>
            <a:off x="4201826" y="1643478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아이콘 칸"/>
          <p:cNvSpPr/>
          <p:nvPr/>
        </p:nvSpPr>
        <p:spPr>
          <a:xfrm>
            <a:off x="4234696" y="1687304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0" name="아이콘 칸"/>
          <p:cNvSpPr>
            <a:spLocks noGrp="1"/>
          </p:cNvSpPr>
          <p:nvPr>
            <p:ph type="body" sz="quarter" idx="33"/>
          </p:nvPr>
        </p:nvSpPr>
        <p:spPr>
          <a:xfrm>
            <a:off x="4234696" y="1687304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1" name="구분 칩"/>
          <p:cNvSpPr/>
          <p:nvPr/>
        </p:nvSpPr>
        <p:spPr>
          <a:xfrm>
            <a:off x="4705826" y="1687304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구분 칩"/>
          <p:cNvSpPr>
            <a:spLocks noGrp="1"/>
          </p:cNvSpPr>
          <p:nvPr>
            <p:ph type="body" sz="quarter" idx="34"/>
          </p:nvPr>
        </p:nvSpPr>
        <p:spPr>
          <a:xfrm>
            <a:off x="4705826" y="1687304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35"/>
          </p:nvPr>
        </p:nvSpPr>
        <p:spPr>
          <a:xfrm>
            <a:off x="5023565" y="1687304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4" name="구분 칩"/>
          <p:cNvSpPr/>
          <p:nvPr/>
        </p:nvSpPr>
        <p:spPr>
          <a:xfrm>
            <a:off x="4705826" y="190643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구분 칩"/>
          <p:cNvSpPr>
            <a:spLocks noGrp="1"/>
          </p:cNvSpPr>
          <p:nvPr>
            <p:ph type="body" sz="quarter" idx="36"/>
          </p:nvPr>
        </p:nvSpPr>
        <p:spPr>
          <a:xfrm>
            <a:off x="4705826" y="190643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37"/>
          </p:nvPr>
        </p:nvSpPr>
        <p:spPr>
          <a:xfrm>
            <a:off x="5023565" y="190643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7" name="카드 요약"/>
          <p:cNvSpPr/>
          <p:nvPr/>
        </p:nvSpPr>
        <p:spPr>
          <a:xfrm>
            <a:off x="4223739" y="2169391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8" name="카드 요약"/>
          <p:cNvSpPr>
            <a:spLocks noGrp="1"/>
          </p:cNvSpPr>
          <p:nvPr>
            <p:ph type="body" sz="quarter" idx="38"/>
          </p:nvPr>
        </p:nvSpPr>
        <p:spPr>
          <a:xfrm>
            <a:off x="4223739" y="2169391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49" name="카드"/>
          <p:cNvSpPr/>
          <p:nvPr/>
        </p:nvSpPr>
        <p:spPr>
          <a:xfrm>
            <a:off x="1369565" y="2585739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아이콘 칸"/>
          <p:cNvSpPr/>
          <p:nvPr/>
        </p:nvSpPr>
        <p:spPr>
          <a:xfrm>
            <a:off x="1402435" y="2629565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1" name="아이콘 칸"/>
          <p:cNvSpPr>
            <a:spLocks noGrp="1"/>
          </p:cNvSpPr>
          <p:nvPr>
            <p:ph type="body" sz="quarter" idx="39"/>
          </p:nvPr>
        </p:nvSpPr>
        <p:spPr>
          <a:xfrm>
            <a:off x="1402435" y="2629565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2" name="구분 칩"/>
          <p:cNvSpPr/>
          <p:nvPr/>
        </p:nvSpPr>
        <p:spPr>
          <a:xfrm>
            <a:off x="1873565" y="262956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구분 칩"/>
          <p:cNvSpPr>
            <a:spLocks noGrp="1"/>
          </p:cNvSpPr>
          <p:nvPr>
            <p:ph type="body" sz="quarter" idx="40"/>
          </p:nvPr>
        </p:nvSpPr>
        <p:spPr>
          <a:xfrm>
            <a:off x="1873565" y="262956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4" name="칩 줄 글"/>
          <p:cNvSpPr>
            <a:spLocks noGrp="1"/>
          </p:cNvSpPr>
          <p:nvPr>
            <p:ph type="body" sz="quarter" idx="41"/>
          </p:nvPr>
        </p:nvSpPr>
        <p:spPr>
          <a:xfrm>
            <a:off x="2191304" y="262956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5" name="구분 칩"/>
          <p:cNvSpPr/>
          <p:nvPr/>
        </p:nvSpPr>
        <p:spPr>
          <a:xfrm>
            <a:off x="1873565" y="2848696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구분 칩"/>
          <p:cNvSpPr>
            <a:spLocks noGrp="1"/>
          </p:cNvSpPr>
          <p:nvPr>
            <p:ph type="body" sz="quarter" idx="42"/>
          </p:nvPr>
        </p:nvSpPr>
        <p:spPr>
          <a:xfrm>
            <a:off x="1873565" y="2848696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7" name="칩 줄 글"/>
          <p:cNvSpPr>
            <a:spLocks noGrp="1"/>
          </p:cNvSpPr>
          <p:nvPr>
            <p:ph type="body" sz="quarter" idx="43"/>
          </p:nvPr>
        </p:nvSpPr>
        <p:spPr>
          <a:xfrm>
            <a:off x="2191304" y="2848696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1391478" y="3111652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4"/>
          </p:nvPr>
        </p:nvSpPr>
        <p:spPr>
          <a:xfrm>
            <a:off x="1391478" y="3111652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0" name="카드"/>
          <p:cNvSpPr/>
          <p:nvPr/>
        </p:nvSpPr>
        <p:spPr>
          <a:xfrm>
            <a:off x="4201826" y="2585739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아이콘 칸"/>
          <p:cNvSpPr/>
          <p:nvPr/>
        </p:nvSpPr>
        <p:spPr>
          <a:xfrm>
            <a:off x="4234696" y="2629565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2" name="아이콘 칸"/>
          <p:cNvSpPr>
            <a:spLocks noGrp="1"/>
          </p:cNvSpPr>
          <p:nvPr>
            <p:ph type="body" sz="quarter" idx="45"/>
          </p:nvPr>
        </p:nvSpPr>
        <p:spPr>
          <a:xfrm>
            <a:off x="4234696" y="2629565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3" name="구분 칩"/>
          <p:cNvSpPr/>
          <p:nvPr/>
        </p:nvSpPr>
        <p:spPr>
          <a:xfrm>
            <a:off x="4705826" y="262956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구분 칩"/>
          <p:cNvSpPr>
            <a:spLocks noGrp="1"/>
          </p:cNvSpPr>
          <p:nvPr>
            <p:ph type="body" sz="quarter" idx="46"/>
          </p:nvPr>
        </p:nvSpPr>
        <p:spPr>
          <a:xfrm>
            <a:off x="4705826" y="262956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5" name="칩 줄 글"/>
          <p:cNvSpPr>
            <a:spLocks noGrp="1"/>
          </p:cNvSpPr>
          <p:nvPr>
            <p:ph type="body" sz="quarter" idx="47"/>
          </p:nvPr>
        </p:nvSpPr>
        <p:spPr>
          <a:xfrm>
            <a:off x="5023565" y="262956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6" name="구분 칩"/>
          <p:cNvSpPr/>
          <p:nvPr/>
        </p:nvSpPr>
        <p:spPr>
          <a:xfrm>
            <a:off x="4705826" y="2848696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구분 칩"/>
          <p:cNvSpPr>
            <a:spLocks noGrp="1"/>
          </p:cNvSpPr>
          <p:nvPr>
            <p:ph type="body" sz="quarter" idx="48"/>
          </p:nvPr>
        </p:nvSpPr>
        <p:spPr>
          <a:xfrm>
            <a:off x="4705826" y="2848696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8" name="칩 줄 글"/>
          <p:cNvSpPr>
            <a:spLocks noGrp="1"/>
          </p:cNvSpPr>
          <p:nvPr>
            <p:ph type="body" sz="quarter" idx="49"/>
          </p:nvPr>
        </p:nvSpPr>
        <p:spPr>
          <a:xfrm>
            <a:off x="5023565" y="2848696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4223739" y="3111652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4223739" y="3111652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1" name="캡션 띠"/>
          <p:cNvSpPr/>
          <p:nvPr/>
        </p:nvSpPr>
        <p:spPr>
          <a:xfrm>
            <a:off x="723130" y="3604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캡션"/>
          <p:cNvSpPr>
            <a:spLocks noGrp="1"/>
          </p:cNvSpPr>
          <p:nvPr>
            <p:ph type="body" sz="quarter" idx="51"/>
          </p:nvPr>
        </p:nvSpPr>
        <p:spPr>
          <a:xfrm>
            <a:off x="942261" y="3604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3" name="패널 외곽"/>
          <p:cNvSpPr/>
          <p:nvPr/>
        </p:nvSpPr>
        <p:spPr>
          <a:xfrm>
            <a:off x="723130" y="3933391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레일"/>
          <p:cNvSpPr/>
          <p:nvPr/>
        </p:nvSpPr>
        <p:spPr>
          <a:xfrm>
            <a:off x="734087" y="3944348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3944348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6" name="도입 글"/>
          <p:cNvSpPr>
            <a:spLocks noGrp="1"/>
          </p:cNvSpPr>
          <p:nvPr>
            <p:ph type="body" sz="quarter" idx="53"/>
          </p:nvPr>
        </p:nvSpPr>
        <p:spPr>
          <a:xfrm>
            <a:off x="1369565" y="3955304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7" name="열 머리"/>
          <p:cNvSpPr/>
          <p:nvPr/>
        </p:nvSpPr>
        <p:spPr>
          <a:xfrm>
            <a:off x="1369565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8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79" name="열 본문"/>
          <p:cNvSpPr>
            <a:spLocks noGrp="1"/>
          </p:cNvSpPr>
          <p:nvPr>
            <p:ph type="body" sz="quarter" idx="55"/>
          </p:nvPr>
        </p:nvSpPr>
        <p:spPr>
          <a:xfrm>
            <a:off x="1369565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0" name="열 머리"/>
          <p:cNvSpPr/>
          <p:nvPr/>
        </p:nvSpPr>
        <p:spPr>
          <a:xfrm>
            <a:off x="3250435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1" name="열 머리"/>
          <p:cNvSpPr>
            <a:spLocks noGrp="1"/>
          </p:cNvSpPr>
          <p:nvPr>
            <p:ph type="body" sz="quarter" idx="56"/>
          </p:nvPr>
        </p:nvSpPr>
        <p:spPr>
          <a:xfrm>
            <a:off x="3250435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2" name="열 본문"/>
          <p:cNvSpPr>
            <a:spLocks noGrp="1"/>
          </p:cNvSpPr>
          <p:nvPr>
            <p:ph type="body" sz="quarter" idx="57"/>
          </p:nvPr>
        </p:nvSpPr>
        <p:spPr>
          <a:xfrm>
            <a:off x="3250435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3" name="열 머리"/>
          <p:cNvSpPr/>
          <p:nvPr/>
        </p:nvSpPr>
        <p:spPr>
          <a:xfrm>
            <a:off x="5131304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열 머리"/>
          <p:cNvSpPr>
            <a:spLocks noGrp="1"/>
          </p:cNvSpPr>
          <p:nvPr>
            <p:ph type="body" sz="quarter" idx="58"/>
          </p:nvPr>
        </p:nvSpPr>
        <p:spPr>
          <a:xfrm>
            <a:off x="5131304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5" name="열 본문"/>
          <p:cNvSpPr>
            <a:spLocks noGrp="1"/>
          </p:cNvSpPr>
          <p:nvPr>
            <p:ph type="body" sz="quarter" idx="59"/>
          </p:nvPr>
        </p:nvSpPr>
        <p:spPr>
          <a:xfrm>
            <a:off x="5131304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6" name="강조 띠"/>
          <p:cNvSpPr/>
          <p:nvPr/>
        </p:nvSpPr>
        <p:spPr>
          <a:xfrm>
            <a:off x="1369565" y="5040000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7" name="강조 띠"/>
          <p:cNvSpPr>
            <a:spLocks noGrp="1"/>
          </p:cNvSpPr>
          <p:nvPr>
            <p:ph type="body" sz="quarter" idx="60"/>
          </p:nvPr>
        </p:nvSpPr>
        <p:spPr>
          <a:xfrm>
            <a:off x="1369565" y="5040000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8" name="행 라벨"/>
          <p:cNvSpPr/>
          <p:nvPr/>
        </p:nvSpPr>
        <p:spPr>
          <a:xfrm>
            <a:off x="1369565" y="5292000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9" name="행 라벨"/>
          <p:cNvSpPr>
            <a:spLocks noGrp="1"/>
          </p:cNvSpPr>
          <p:nvPr>
            <p:ph type="body" sz="quarter" idx="61"/>
          </p:nvPr>
        </p:nvSpPr>
        <p:spPr>
          <a:xfrm>
            <a:off x="1369565" y="5292000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0" name="지표"/>
          <p:cNvSpPr>
            <a:spLocks noGrp="1"/>
          </p:cNvSpPr>
          <p:nvPr>
            <p:ph type="body" sz="quarter" idx="62"/>
          </p:nvPr>
        </p:nvSpPr>
        <p:spPr>
          <a:xfrm>
            <a:off x="175304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1" name="수치"/>
          <p:cNvSpPr>
            <a:spLocks noGrp="1"/>
          </p:cNvSpPr>
          <p:nvPr>
            <p:ph type="body" sz="quarter" idx="63"/>
          </p:nvPr>
        </p:nvSpPr>
        <p:spPr>
          <a:xfrm>
            <a:off x="175304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2" name="지표"/>
          <p:cNvSpPr>
            <a:spLocks noGrp="1"/>
          </p:cNvSpPr>
          <p:nvPr>
            <p:ph type="body" sz="quarter" idx="64"/>
          </p:nvPr>
        </p:nvSpPr>
        <p:spPr>
          <a:xfrm>
            <a:off x="293671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3" name="수치"/>
          <p:cNvSpPr>
            <a:spLocks noGrp="1"/>
          </p:cNvSpPr>
          <p:nvPr>
            <p:ph type="body" sz="quarter" idx="65"/>
          </p:nvPr>
        </p:nvSpPr>
        <p:spPr>
          <a:xfrm>
            <a:off x="293671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4" name="지표"/>
          <p:cNvSpPr>
            <a:spLocks noGrp="1"/>
          </p:cNvSpPr>
          <p:nvPr>
            <p:ph type="body" sz="quarter" idx="66"/>
          </p:nvPr>
        </p:nvSpPr>
        <p:spPr>
          <a:xfrm>
            <a:off x="412038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5" name="수치"/>
          <p:cNvSpPr>
            <a:spLocks noGrp="1"/>
          </p:cNvSpPr>
          <p:nvPr>
            <p:ph type="body" sz="quarter" idx="67"/>
          </p:nvPr>
        </p:nvSpPr>
        <p:spPr>
          <a:xfrm>
            <a:off x="412038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6" name="Connector 62"/>
          <p:cNvCxnSpPr/>
          <p:nvPr/>
        </p:nvCxnSpPr>
        <p:spPr>
          <a:xfrm>
            <a:off x="1753043" y="5483739"/>
            <a:ext cx="3551009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행 라벨"/>
          <p:cNvSpPr/>
          <p:nvPr/>
        </p:nvSpPr>
        <p:spPr>
          <a:xfrm>
            <a:off x="1369565" y="5708348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8" name="행 라벨"/>
          <p:cNvSpPr>
            <a:spLocks noGrp="1"/>
          </p:cNvSpPr>
          <p:nvPr>
            <p:ph type="body" sz="quarter" idx="68"/>
          </p:nvPr>
        </p:nvSpPr>
        <p:spPr>
          <a:xfrm>
            <a:off x="1369565" y="5708348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9" name="지표"/>
          <p:cNvSpPr>
            <a:spLocks noGrp="1"/>
          </p:cNvSpPr>
          <p:nvPr>
            <p:ph type="body" sz="quarter" idx="69"/>
          </p:nvPr>
        </p:nvSpPr>
        <p:spPr>
          <a:xfrm>
            <a:off x="175304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0" name="수치"/>
          <p:cNvSpPr>
            <a:spLocks noGrp="1"/>
          </p:cNvSpPr>
          <p:nvPr>
            <p:ph type="body" sz="quarter" idx="70"/>
          </p:nvPr>
        </p:nvSpPr>
        <p:spPr>
          <a:xfrm>
            <a:off x="175304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1" name="지표"/>
          <p:cNvSpPr>
            <a:spLocks noGrp="1"/>
          </p:cNvSpPr>
          <p:nvPr>
            <p:ph type="body" sz="quarter" idx="71"/>
          </p:nvPr>
        </p:nvSpPr>
        <p:spPr>
          <a:xfrm>
            <a:off x="293671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2" name="수치"/>
          <p:cNvSpPr>
            <a:spLocks noGrp="1"/>
          </p:cNvSpPr>
          <p:nvPr>
            <p:ph type="body" sz="quarter" idx="72"/>
          </p:nvPr>
        </p:nvSpPr>
        <p:spPr>
          <a:xfrm>
            <a:off x="293671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3" name="지표"/>
          <p:cNvSpPr>
            <a:spLocks noGrp="1"/>
          </p:cNvSpPr>
          <p:nvPr>
            <p:ph type="body" sz="quarter" idx="73"/>
          </p:nvPr>
        </p:nvSpPr>
        <p:spPr>
          <a:xfrm>
            <a:off x="412038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4" name="수치"/>
          <p:cNvSpPr>
            <a:spLocks noGrp="1"/>
          </p:cNvSpPr>
          <p:nvPr>
            <p:ph type="body" sz="quarter" idx="74"/>
          </p:nvPr>
        </p:nvSpPr>
        <p:spPr>
          <a:xfrm>
            <a:off x="412038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5" name="Connector 70"/>
          <p:cNvCxnSpPr/>
          <p:nvPr/>
        </p:nvCxnSpPr>
        <p:spPr>
          <a:xfrm>
            <a:off x="1753043" y="5900087"/>
            <a:ext cx="3551009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판단 글"/>
          <p:cNvSpPr>
            <a:spLocks noGrp="1"/>
          </p:cNvSpPr>
          <p:nvPr>
            <p:ph type="body" sz="quarter" idx="75"/>
          </p:nvPr>
        </p:nvSpPr>
        <p:spPr>
          <a:xfrm>
            <a:off x="5347878" y="5292000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7" name="판단 글"/>
          <p:cNvSpPr>
            <a:spLocks noGrp="1"/>
          </p:cNvSpPr>
          <p:nvPr>
            <p:ph type="body" sz="quarter" idx="76"/>
          </p:nvPr>
        </p:nvSpPr>
        <p:spPr>
          <a:xfrm>
            <a:off x="5347878" y="5708348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8" name="캡션 띠"/>
          <p:cNvSpPr/>
          <p:nvPr/>
        </p:nvSpPr>
        <p:spPr>
          <a:xfrm>
            <a:off x="723130" y="620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캡션"/>
          <p:cNvSpPr>
            <a:spLocks noGrp="1"/>
          </p:cNvSpPr>
          <p:nvPr>
            <p:ph type="body" sz="quarter" idx="77"/>
          </p:nvPr>
        </p:nvSpPr>
        <p:spPr>
          <a:xfrm>
            <a:off x="942261" y="6201391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0" name="틀"/>
          <p:cNvSpPr/>
          <p:nvPr/>
        </p:nvSpPr>
        <p:spPr>
          <a:xfrm>
            <a:off x="723130" y="6530087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단계"/>
          <p:cNvSpPr/>
          <p:nvPr/>
        </p:nvSpPr>
        <p:spPr>
          <a:xfrm>
            <a:off x="723130" y="6530087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2" name="단계"/>
          <p:cNvSpPr>
            <a:spLocks noGrp="1"/>
          </p:cNvSpPr>
          <p:nvPr>
            <p:ph type="body" sz="quarter" idx="78"/>
          </p:nvPr>
        </p:nvSpPr>
        <p:spPr>
          <a:xfrm>
            <a:off x="7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3" name="단계"/>
          <p:cNvSpPr/>
          <p:nvPr/>
        </p:nvSpPr>
        <p:spPr>
          <a:xfrm>
            <a:off x="2823130" y="6530087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4" name="단계"/>
          <p:cNvSpPr>
            <a:spLocks noGrp="1"/>
          </p:cNvSpPr>
          <p:nvPr>
            <p:ph type="body" sz="quarter" idx="79"/>
          </p:nvPr>
        </p:nvSpPr>
        <p:spPr>
          <a:xfrm>
            <a:off x="28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5" name="단계"/>
          <p:cNvSpPr/>
          <p:nvPr/>
        </p:nvSpPr>
        <p:spPr>
          <a:xfrm>
            <a:off x="4923130" y="6530087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6" name="단계"/>
          <p:cNvSpPr>
            <a:spLocks noGrp="1"/>
          </p:cNvSpPr>
          <p:nvPr>
            <p:ph type="body" sz="quarter" idx="80"/>
          </p:nvPr>
        </p:nvSpPr>
        <p:spPr>
          <a:xfrm>
            <a:off x="49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7" name="단계 삼각형"/>
          <p:cNvSpPr/>
          <p:nvPr/>
        </p:nvSpPr>
        <p:spPr>
          <a:xfrm>
            <a:off x="2823130" y="6530086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단계 삼각형"/>
          <p:cNvSpPr/>
          <p:nvPr/>
        </p:nvSpPr>
        <p:spPr>
          <a:xfrm>
            <a:off x="4923130" y="6530086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아이콘 칸"/>
          <p:cNvSpPr/>
          <p:nvPr/>
        </p:nvSpPr>
        <p:spPr>
          <a:xfrm>
            <a:off x="7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0" name="큰 문구"/>
          <p:cNvSpPr>
            <a:spLocks noGrp="1"/>
          </p:cNvSpPr>
          <p:nvPr>
            <p:ph type="body" sz="quarter" idx="81"/>
          </p:nvPr>
        </p:nvSpPr>
        <p:spPr>
          <a:xfrm>
            <a:off x="12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1" name="요약 줄"/>
          <p:cNvSpPr/>
          <p:nvPr/>
        </p:nvSpPr>
        <p:spPr>
          <a:xfrm>
            <a:off x="7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2" name="요약 줄"/>
          <p:cNvSpPr>
            <a:spLocks noGrp="1"/>
          </p:cNvSpPr>
          <p:nvPr>
            <p:ph type="body" sz="quarter" idx="82"/>
          </p:nvPr>
        </p:nvSpPr>
        <p:spPr>
          <a:xfrm>
            <a:off x="7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3" name="불릿"/>
          <p:cNvSpPr>
            <a:spLocks noGrp="1"/>
          </p:cNvSpPr>
          <p:nvPr>
            <p:ph type="body" sz="quarter" idx="83"/>
          </p:nvPr>
        </p:nvSpPr>
        <p:spPr>
          <a:xfrm>
            <a:off x="7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4" name="아이콘 칸"/>
          <p:cNvSpPr/>
          <p:nvPr/>
        </p:nvSpPr>
        <p:spPr>
          <a:xfrm>
            <a:off x="28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5" name="큰 문구"/>
          <p:cNvSpPr>
            <a:spLocks noGrp="1"/>
          </p:cNvSpPr>
          <p:nvPr>
            <p:ph type="body" sz="quarter" idx="84"/>
          </p:nvPr>
        </p:nvSpPr>
        <p:spPr>
          <a:xfrm>
            <a:off x="33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6" name="요약 줄"/>
          <p:cNvSpPr/>
          <p:nvPr/>
        </p:nvSpPr>
        <p:spPr>
          <a:xfrm>
            <a:off x="28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7" name="요약 줄"/>
          <p:cNvSpPr>
            <a:spLocks noGrp="1"/>
          </p:cNvSpPr>
          <p:nvPr>
            <p:ph type="body" sz="quarter" idx="85"/>
          </p:nvPr>
        </p:nvSpPr>
        <p:spPr>
          <a:xfrm>
            <a:off x="28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8" name="불릿"/>
          <p:cNvSpPr>
            <a:spLocks noGrp="1"/>
          </p:cNvSpPr>
          <p:nvPr>
            <p:ph type="body" sz="quarter" idx="86"/>
          </p:nvPr>
        </p:nvSpPr>
        <p:spPr>
          <a:xfrm>
            <a:off x="28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29" name="Connector 89"/>
          <p:cNvCxnSpPr/>
          <p:nvPr/>
        </p:nvCxnSpPr>
        <p:spPr>
          <a:xfrm>
            <a:off x="2823130" y="6836870"/>
            <a:ext cx="0" cy="1216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0" name="아이콘 칸"/>
          <p:cNvSpPr/>
          <p:nvPr/>
        </p:nvSpPr>
        <p:spPr>
          <a:xfrm>
            <a:off x="49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1" name="큰 문구"/>
          <p:cNvSpPr>
            <a:spLocks noGrp="1"/>
          </p:cNvSpPr>
          <p:nvPr>
            <p:ph type="body" sz="quarter" idx="87"/>
          </p:nvPr>
        </p:nvSpPr>
        <p:spPr>
          <a:xfrm>
            <a:off x="54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2" name="요약 줄"/>
          <p:cNvSpPr/>
          <p:nvPr/>
        </p:nvSpPr>
        <p:spPr>
          <a:xfrm>
            <a:off x="49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3" name="요약 줄"/>
          <p:cNvSpPr>
            <a:spLocks noGrp="1"/>
          </p:cNvSpPr>
          <p:nvPr>
            <p:ph type="body" sz="quarter" idx="88"/>
          </p:nvPr>
        </p:nvSpPr>
        <p:spPr>
          <a:xfrm>
            <a:off x="49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4" name="불릿"/>
          <p:cNvSpPr>
            <a:spLocks noGrp="1"/>
          </p:cNvSpPr>
          <p:nvPr>
            <p:ph type="body" sz="quarter" idx="89"/>
          </p:nvPr>
        </p:nvSpPr>
        <p:spPr>
          <a:xfrm>
            <a:off x="49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5" name="Connector 94"/>
          <p:cNvCxnSpPr/>
          <p:nvPr/>
        </p:nvCxnSpPr>
        <p:spPr>
          <a:xfrm>
            <a:off x="4923130" y="6836870"/>
            <a:ext cx="0" cy="1216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2" name="분류 패널"/>
          <p:cNvSpPr/>
          <p:nvPr/>
        </p:nvSpPr>
        <p:spPr>
          <a:xfrm>
            <a:off x="536870" y="1073739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4분면"/>
          <p:cNvSpPr/>
          <p:nvPr/>
        </p:nvSpPr>
        <p:spPr>
          <a:xfrm>
            <a:off x="701217" y="1128522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4" name="Connector 10"/>
          <p:cNvCxnSpPr/>
          <p:nvPr/>
        </p:nvCxnSpPr>
        <p:spPr>
          <a:xfrm>
            <a:off x="1662652" y="1128522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5" name="Connector 11"/>
          <p:cNvCxnSpPr/>
          <p:nvPr/>
        </p:nvCxnSpPr>
        <p:spPr>
          <a:xfrm>
            <a:off x="701217" y="1999565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6" name="분면 이름"/>
          <p:cNvSpPr/>
          <p:nvPr/>
        </p:nvSpPr>
        <p:spPr>
          <a:xfrm>
            <a:off x="723130" y="1150435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분면 이름"/>
          <p:cNvSpPr>
            <a:spLocks noGrp="1"/>
          </p:cNvSpPr>
          <p:nvPr>
            <p:ph type="body" sz="quarter" idx="21"/>
          </p:nvPr>
        </p:nvSpPr>
        <p:spPr>
          <a:xfrm>
            <a:off x="723130" y="1150435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8" name="분면 글"/>
          <p:cNvSpPr>
            <a:spLocks noGrp="1"/>
          </p:cNvSpPr>
          <p:nvPr>
            <p:ph type="body" sz="quarter" idx="22"/>
          </p:nvPr>
        </p:nvSpPr>
        <p:spPr>
          <a:xfrm>
            <a:off x="723130" y="1325739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9" name="분면 이름"/>
          <p:cNvSpPr/>
          <p:nvPr/>
        </p:nvSpPr>
        <p:spPr>
          <a:xfrm>
            <a:off x="1684565" y="1150435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분면 이름"/>
          <p:cNvSpPr>
            <a:spLocks noGrp="1"/>
          </p:cNvSpPr>
          <p:nvPr>
            <p:ph type="body" sz="quarter" idx="23"/>
          </p:nvPr>
        </p:nvSpPr>
        <p:spPr>
          <a:xfrm>
            <a:off x="1684565" y="1150435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1" name="분면 글"/>
          <p:cNvSpPr>
            <a:spLocks noGrp="1"/>
          </p:cNvSpPr>
          <p:nvPr>
            <p:ph type="body" sz="quarter" idx="24"/>
          </p:nvPr>
        </p:nvSpPr>
        <p:spPr>
          <a:xfrm>
            <a:off x="1684565" y="1325739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2" name="분면 이름"/>
          <p:cNvSpPr/>
          <p:nvPr/>
        </p:nvSpPr>
        <p:spPr>
          <a:xfrm>
            <a:off x="723130" y="2684348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분면 이름"/>
          <p:cNvSpPr>
            <a:spLocks noGrp="1"/>
          </p:cNvSpPr>
          <p:nvPr>
            <p:ph type="body" sz="quarter" idx="25"/>
          </p:nvPr>
        </p:nvSpPr>
        <p:spPr>
          <a:xfrm>
            <a:off x="723130" y="2684348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4" name="분면 글"/>
          <p:cNvSpPr>
            <a:spLocks noGrp="1"/>
          </p:cNvSpPr>
          <p:nvPr>
            <p:ph type="body" sz="quarter" idx="26"/>
          </p:nvPr>
        </p:nvSpPr>
        <p:spPr>
          <a:xfrm>
            <a:off x="723130" y="2021478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5" name="분면 이름"/>
          <p:cNvSpPr/>
          <p:nvPr/>
        </p:nvSpPr>
        <p:spPr>
          <a:xfrm>
            <a:off x="1684565" y="2684348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분면 이름"/>
          <p:cNvSpPr>
            <a:spLocks noGrp="1"/>
          </p:cNvSpPr>
          <p:nvPr>
            <p:ph type="body" sz="quarter" idx="27"/>
          </p:nvPr>
        </p:nvSpPr>
        <p:spPr>
          <a:xfrm>
            <a:off x="1684565" y="2684348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7" name="분면 글"/>
          <p:cNvSpPr>
            <a:spLocks noGrp="1"/>
          </p:cNvSpPr>
          <p:nvPr>
            <p:ph type="body" sz="quarter" idx="28"/>
          </p:nvPr>
        </p:nvSpPr>
        <p:spPr>
          <a:xfrm>
            <a:off x="1684565" y="2021478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8" name="세로축"/>
          <p:cNvSpPr>
            <a:spLocks noGrp="1"/>
          </p:cNvSpPr>
          <p:nvPr>
            <p:ph type="body" sz="quarter" idx="29"/>
          </p:nvPr>
        </p:nvSpPr>
        <p:spPr>
          <a:xfrm>
            <a:off x="547826" y="1128522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9" name="가로축"/>
          <p:cNvSpPr>
            <a:spLocks noGrp="1"/>
          </p:cNvSpPr>
          <p:nvPr>
            <p:ph type="body" sz="quarter" idx="30"/>
          </p:nvPr>
        </p:nvSpPr>
        <p:spPr>
          <a:xfrm>
            <a:off x="701217" y="2881565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30" name="분류 설명"/>
          <p:cNvSpPr/>
          <p:nvPr/>
        </p:nvSpPr>
        <p:spPr>
          <a:xfrm>
            <a:off x="569739" y="3034957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1" name="분류 설명"/>
          <p:cNvSpPr>
            <a:spLocks noGrp="1"/>
          </p:cNvSpPr>
          <p:nvPr>
            <p:ph type="body" sz="quarter" idx="31"/>
          </p:nvPr>
        </p:nvSpPr>
        <p:spPr>
          <a:xfrm>
            <a:off x="569739" y="3034957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2" name="소통 패널"/>
          <p:cNvSpPr/>
          <p:nvPr/>
        </p:nvSpPr>
        <p:spPr>
          <a:xfrm>
            <a:off x="2722696" y="1073739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패널 머리"/>
          <p:cNvSpPr/>
          <p:nvPr/>
        </p:nvSpPr>
        <p:spPr>
          <a:xfrm>
            <a:off x="2722696" y="1073739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패널 머리"/>
          <p:cNvSpPr>
            <a:spLocks noGrp="1"/>
          </p:cNvSpPr>
          <p:nvPr>
            <p:ph type="body" sz="quarter" idx="32"/>
          </p:nvPr>
        </p:nvSpPr>
        <p:spPr>
          <a:xfrm>
            <a:off x="2722696" y="1073739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5" name="패널 머리"/>
          <p:cNvSpPr/>
          <p:nvPr/>
        </p:nvSpPr>
        <p:spPr>
          <a:xfrm>
            <a:off x="5224070" y="1073739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패널 머리"/>
          <p:cNvSpPr>
            <a:spLocks noGrp="1"/>
          </p:cNvSpPr>
          <p:nvPr>
            <p:ph type="body" sz="quarter" idx="33"/>
          </p:nvPr>
        </p:nvSpPr>
        <p:spPr>
          <a:xfrm>
            <a:off x="5224070" y="1073739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7" name="번호"/>
          <p:cNvSpPr>
            <a:spLocks noGrp="1"/>
          </p:cNvSpPr>
          <p:nvPr>
            <p:ph type="body" sz="quarter" idx="34"/>
          </p:nvPr>
        </p:nvSpPr>
        <p:spPr>
          <a:xfrm>
            <a:off x="2733652" y="134765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8" name="소통 이름"/>
          <p:cNvSpPr>
            <a:spLocks noGrp="1"/>
          </p:cNvSpPr>
          <p:nvPr>
            <p:ph type="body" sz="quarter" idx="35"/>
          </p:nvPr>
        </p:nvSpPr>
        <p:spPr>
          <a:xfrm>
            <a:off x="2930870" y="134765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9" name="소통 칩"/>
          <p:cNvSpPr/>
          <p:nvPr/>
        </p:nvSpPr>
        <p:spPr>
          <a:xfrm>
            <a:off x="2930870" y="158299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소통 칩"/>
          <p:cNvSpPr>
            <a:spLocks noGrp="1"/>
          </p:cNvSpPr>
          <p:nvPr>
            <p:ph type="body" sz="quarter" idx="36"/>
          </p:nvPr>
        </p:nvSpPr>
        <p:spPr>
          <a:xfrm>
            <a:off x="2930870" y="158299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1" name="소통 이름"/>
          <p:cNvSpPr>
            <a:spLocks noGrp="1"/>
          </p:cNvSpPr>
          <p:nvPr>
            <p:ph type="body" sz="quarter" idx="37"/>
          </p:nvPr>
        </p:nvSpPr>
        <p:spPr>
          <a:xfrm>
            <a:off x="4055557" y="134765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2" name="소통 칩"/>
          <p:cNvSpPr/>
          <p:nvPr/>
        </p:nvSpPr>
        <p:spPr>
          <a:xfrm>
            <a:off x="4055557" y="158299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소통 칩"/>
          <p:cNvSpPr>
            <a:spLocks noGrp="1"/>
          </p:cNvSpPr>
          <p:nvPr>
            <p:ph type="body" sz="quarter" idx="38"/>
          </p:nvPr>
        </p:nvSpPr>
        <p:spPr>
          <a:xfrm>
            <a:off x="4055557" y="158299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4" name="번호"/>
          <p:cNvSpPr>
            <a:spLocks noGrp="1"/>
          </p:cNvSpPr>
          <p:nvPr>
            <p:ph type="body" sz="quarter" idx="39"/>
          </p:nvPr>
        </p:nvSpPr>
        <p:spPr>
          <a:xfrm>
            <a:off x="2733652" y="183795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5" name="소통 이름"/>
          <p:cNvSpPr>
            <a:spLocks noGrp="1"/>
          </p:cNvSpPr>
          <p:nvPr>
            <p:ph type="body" sz="quarter" idx="40"/>
          </p:nvPr>
        </p:nvSpPr>
        <p:spPr>
          <a:xfrm>
            <a:off x="2930870" y="183795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6" name="소통 칩"/>
          <p:cNvSpPr/>
          <p:nvPr/>
        </p:nvSpPr>
        <p:spPr>
          <a:xfrm>
            <a:off x="2930870" y="207330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소통 칩"/>
          <p:cNvSpPr>
            <a:spLocks noGrp="1"/>
          </p:cNvSpPr>
          <p:nvPr>
            <p:ph type="body" sz="quarter" idx="41"/>
          </p:nvPr>
        </p:nvSpPr>
        <p:spPr>
          <a:xfrm>
            <a:off x="2930870" y="207330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8" name="소통 이름"/>
          <p:cNvSpPr>
            <a:spLocks noGrp="1"/>
          </p:cNvSpPr>
          <p:nvPr>
            <p:ph type="body" sz="quarter" idx="42"/>
          </p:nvPr>
        </p:nvSpPr>
        <p:spPr>
          <a:xfrm>
            <a:off x="4055557" y="183795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9" name="소통 칩"/>
          <p:cNvSpPr/>
          <p:nvPr/>
        </p:nvSpPr>
        <p:spPr>
          <a:xfrm>
            <a:off x="4055557" y="207330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소통 칩"/>
          <p:cNvSpPr>
            <a:spLocks noGrp="1"/>
          </p:cNvSpPr>
          <p:nvPr>
            <p:ph type="body" sz="quarter" idx="43"/>
          </p:nvPr>
        </p:nvSpPr>
        <p:spPr>
          <a:xfrm>
            <a:off x="4055557" y="207330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1" name="번호"/>
          <p:cNvSpPr>
            <a:spLocks noGrp="1"/>
          </p:cNvSpPr>
          <p:nvPr>
            <p:ph type="body" sz="quarter" idx="44"/>
          </p:nvPr>
        </p:nvSpPr>
        <p:spPr>
          <a:xfrm>
            <a:off x="2733652" y="2328261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2" name="소통 이름"/>
          <p:cNvSpPr>
            <a:spLocks noGrp="1"/>
          </p:cNvSpPr>
          <p:nvPr>
            <p:ph type="body" sz="quarter" idx="45"/>
          </p:nvPr>
        </p:nvSpPr>
        <p:spPr>
          <a:xfrm>
            <a:off x="2930870" y="2328261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3" name="소통 칩"/>
          <p:cNvSpPr/>
          <p:nvPr/>
        </p:nvSpPr>
        <p:spPr>
          <a:xfrm>
            <a:off x="2930870" y="2563607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소통 칩"/>
          <p:cNvSpPr>
            <a:spLocks noGrp="1"/>
          </p:cNvSpPr>
          <p:nvPr>
            <p:ph type="body" sz="quarter" idx="46"/>
          </p:nvPr>
        </p:nvSpPr>
        <p:spPr>
          <a:xfrm>
            <a:off x="2930870" y="2563607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5" name="소통 이름"/>
          <p:cNvSpPr>
            <a:spLocks noGrp="1"/>
          </p:cNvSpPr>
          <p:nvPr>
            <p:ph type="body" sz="quarter" idx="47"/>
          </p:nvPr>
        </p:nvSpPr>
        <p:spPr>
          <a:xfrm>
            <a:off x="4055557" y="2328261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6" name="소통 칩"/>
          <p:cNvSpPr/>
          <p:nvPr/>
        </p:nvSpPr>
        <p:spPr>
          <a:xfrm>
            <a:off x="4055557" y="2563607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소통 칩"/>
          <p:cNvSpPr>
            <a:spLocks noGrp="1"/>
          </p:cNvSpPr>
          <p:nvPr>
            <p:ph type="body" sz="quarter" idx="48"/>
          </p:nvPr>
        </p:nvSpPr>
        <p:spPr>
          <a:xfrm>
            <a:off x="4055557" y="2563607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49"/>
          </p:nvPr>
        </p:nvSpPr>
        <p:spPr>
          <a:xfrm>
            <a:off x="2733652" y="2818565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9" name="소통 이름"/>
          <p:cNvSpPr>
            <a:spLocks noGrp="1"/>
          </p:cNvSpPr>
          <p:nvPr>
            <p:ph type="body" sz="quarter" idx="50"/>
          </p:nvPr>
        </p:nvSpPr>
        <p:spPr>
          <a:xfrm>
            <a:off x="2930870" y="2818565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60" name="소통 칩"/>
          <p:cNvSpPr/>
          <p:nvPr/>
        </p:nvSpPr>
        <p:spPr>
          <a:xfrm>
            <a:off x="2930870" y="3053911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1" name="소통 칩"/>
          <p:cNvSpPr>
            <a:spLocks noGrp="1"/>
          </p:cNvSpPr>
          <p:nvPr>
            <p:ph type="body" sz="quarter" idx="51"/>
          </p:nvPr>
        </p:nvSpPr>
        <p:spPr>
          <a:xfrm>
            <a:off x="2930870" y="3053911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2" name="소통 이름"/>
          <p:cNvSpPr>
            <a:spLocks noGrp="1"/>
          </p:cNvSpPr>
          <p:nvPr>
            <p:ph type="body" sz="quarter" idx="52"/>
          </p:nvPr>
        </p:nvSpPr>
        <p:spPr>
          <a:xfrm>
            <a:off x="4055557" y="2818565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3" name="소통 칩"/>
          <p:cNvSpPr/>
          <p:nvPr/>
        </p:nvSpPr>
        <p:spPr>
          <a:xfrm>
            <a:off x="4055557" y="3053911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소통 칩"/>
          <p:cNvSpPr>
            <a:spLocks noGrp="1"/>
          </p:cNvSpPr>
          <p:nvPr>
            <p:ph type="body" sz="quarter" idx="53"/>
          </p:nvPr>
        </p:nvSpPr>
        <p:spPr>
          <a:xfrm>
            <a:off x="4055557" y="3053911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5" name="사진 칸"/>
          <p:cNvSpPr/>
          <p:nvPr/>
        </p:nvSpPr>
        <p:spPr>
          <a:xfrm>
            <a:off x="5235026" y="1347652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사진 칸"/>
          <p:cNvSpPr>
            <a:spLocks noGrp="1"/>
          </p:cNvSpPr>
          <p:nvPr>
            <p:ph type="body" sz="quarter" idx="54"/>
          </p:nvPr>
        </p:nvSpPr>
        <p:spPr>
          <a:xfrm>
            <a:off x="5235026" y="1347652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7" name="태그"/>
          <p:cNvSpPr/>
          <p:nvPr/>
        </p:nvSpPr>
        <p:spPr>
          <a:xfrm>
            <a:off x="5901446" y="1369565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55"/>
          </p:nvPr>
        </p:nvSpPr>
        <p:spPr>
          <a:xfrm>
            <a:off x="5901446" y="1369565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9" name="확산 글"/>
          <p:cNvSpPr>
            <a:spLocks noGrp="1"/>
          </p:cNvSpPr>
          <p:nvPr>
            <p:ph type="body" sz="quarter" idx="56"/>
          </p:nvPr>
        </p:nvSpPr>
        <p:spPr>
          <a:xfrm>
            <a:off x="5901446" y="1512000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70" name="사진 칸"/>
          <p:cNvSpPr/>
          <p:nvPr/>
        </p:nvSpPr>
        <p:spPr>
          <a:xfrm>
            <a:off x="5235026" y="2001391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1" name="사진 칸"/>
          <p:cNvSpPr>
            <a:spLocks noGrp="1"/>
          </p:cNvSpPr>
          <p:nvPr>
            <p:ph type="body" sz="quarter" idx="57"/>
          </p:nvPr>
        </p:nvSpPr>
        <p:spPr>
          <a:xfrm>
            <a:off x="5235026" y="2001391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2" name="태그"/>
          <p:cNvSpPr/>
          <p:nvPr/>
        </p:nvSpPr>
        <p:spPr>
          <a:xfrm>
            <a:off x="5901446" y="2023304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8"/>
          </p:nvPr>
        </p:nvSpPr>
        <p:spPr>
          <a:xfrm>
            <a:off x="5901446" y="2023304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4" name="확산 글"/>
          <p:cNvSpPr>
            <a:spLocks noGrp="1"/>
          </p:cNvSpPr>
          <p:nvPr>
            <p:ph type="body" sz="quarter" idx="59"/>
          </p:nvPr>
        </p:nvSpPr>
        <p:spPr>
          <a:xfrm>
            <a:off x="5901446" y="2165739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5" name="사진 칸"/>
          <p:cNvSpPr/>
          <p:nvPr/>
        </p:nvSpPr>
        <p:spPr>
          <a:xfrm>
            <a:off x="5235026" y="2655130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6" name="사진 칸"/>
          <p:cNvSpPr>
            <a:spLocks noGrp="1"/>
          </p:cNvSpPr>
          <p:nvPr>
            <p:ph type="body" sz="quarter" idx="60"/>
          </p:nvPr>
        </p:nvSpPr>
        <p:spPr>
          <a:xfrm>
            <a:off x="5235026" y="2655130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태그"/>
          <p:cNvSpPr/>
          <p:nvPr/>
        </p:nvSpPr>
        <p:spPr>
          <a:xfrm>
            <a:off x="5901446" y="2677043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61"/>
          </p:nvPr>
        </p:nvSpPr>
        <p:spPr>
          <a:xfrm>
            <a:off x="5901446" y="2677043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9" name="확산 글"/>
          <p:cNvSpPr>
            <a:spLocks noGrp="1"/>
          </p:cNvSpPr>
          <p:nvPr>
            <p:ph type="body" sz="quarter" idx="62"/>
          </p:nvPr>
        </p:nvSpPr>
        <p:spPr>
          <a:xfrm>
            <a:off x="5901446" y="2819478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3" name="단계"/>
          <p:cNvSpPr/>
          <p:nvPr/>
        </p:nvSpPr>
        <p:spPr>
          <a:xfrm>
            <a:off x="3230348" y="14024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5" name="단계"/>
          <p:cNvSpPr/>
          <p:nvPr/>
        </p:nvSpPr>
        <p:spPr>
          <a:xfrm>
            <a:off x="5113043" y="14024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230347" y="1402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5113043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6873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6873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40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084557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1"/>
          </p:nvPr>
        </p:nvSpPr>
        <p:spPr>
          <a:xfrm>
            <a:off x="1051826" y="2084557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2"/>
          </p:nvPr>
        </p:nvSpPr>
        <p:spPr>
          <a:xfrm>
            <a:off x="1589883" y="2040730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47513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363948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363948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1" name="단계"/>
          <p:cNvSpPr/>
          <p:nvPr/>
        </p:nvSpPr>
        <p:spPr>
          <a:xfrm>
            <a:off x="1347652" y="2385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385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3230348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385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5113043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385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385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41304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2670730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2670730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02415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02415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3350191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350191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33501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배너"/>
          <p:cNvSpPr/>
          <p:nvPr/>
        </p:nvSpPr>
        <p:spPr>
          <a:xfrm>
            <a:off x="1347652" y="33721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33721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6076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5"/>
          </p:nvPr>
        </p:nvSpPr>
        <p:spPr>
          <a:xfrm>
            <a:off x="1347652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6076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6"/>
          </p:nvPr>
        </p:nvSpPr>
        <p:spPr>
          <a:xfrm>
            <a:off x="3230348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6076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5113043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6076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6076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8"/>
          </p:nvPr>
        </p:nvSpPr>
        <p:spPr>
          <a:xfrm>
            <a:off x="1358609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3241304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4" name="Connector 52"/>
          <p:cNvCxnSpPr/>
          <p:nvPr/>
        </p:nvCxnSpPr>
        <p:spPr>
          <a:xfrm>
            <a:off x="3230348" y="3892539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6" name="Connector 54"/>
          <p:cNvCxnSpPr/>
          <p:nvPr/>
        </p:nvCxnSpPr>
        <p:spPr>
          <a:xfrm>
            <a:off x="5113043" y="3892539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723130" y="44007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1051826" y="4444591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51"/>
          </p:nvPr>
        </p:nvSpPr>
        <p:spPr>
          <a:xfrm>
            <a:off x="1051826" y="4444591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2"/>
          </p:nvPr>
        </p:nvSpPr>
        <p:spPr>
          <a:xfrm>
            <a:off x="1508642" y="4400765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1" name="표 외곽"/>
          <p:cNvSpPr/>
          <p:nvPr/>
        </p:nvSpPr>
        <p:spPr>
          <a:xfrm>
            <a:off x="723130" y="4707548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734087" y="4723983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4723983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4" name="단계"/>
          <p:cNvSpPr/>
          <p:nvPr/>
        </p:nvSpPr>
        <p:spPr>
          <a:xfrm>
            <a:off x="1347652" y="474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4"/>
          </p:nvPr>
        </p:nvSpPr>
        <p:spPr>
          <a:xfrm>
            <a:off x="1347652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6" name="단계"/>
          <p:cNvSpPr/>
          <p:nvPr/>
        </p:nvSpPr>
        <p:spPr>
          <a:xfrm>
            <a:off x="3230348" y="474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5"/>
          </p:nvPr>
        </p:nvSpPr>
        <p:spPr>
          <a:xfrm>
            <a:off x="3230348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8" name="단계"/>
          <p:cNvSpPr/>
          <p:nvPr/>
        </p:nvSpPr>
        <p:spPr>
          <a:xfrm>
            <a:off x="5113043" y="474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6"/>
          </p:nvPr>
        </p:nvSpPr>
        <p:spPr>
          <a:xfrm>
            <a:off x="5113043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230347" y="474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5113043" y="474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4" name="Connector 67"/>
          <p:cNvCxnSpPr/>
          <p:nvPr/>
        </p:nvCxnSpPr>
        <p:spPr>
          <a:xfrm>
            <a:off x="3230348" y="5030765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6" name="Connector 69"/>
          <p:cNvCxnSpPr/>
          <p:nvPr/>
        </p:nvCxnSpPr>
        <p:spPr>
          <a:xfrm>
            <a:off x="5113043" y="5030765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60"/>
          </p:nvPr>
        </p:nvSpPr>
        <p:spPr>
          <a:xfrm>
            <a:off x="1358609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1"/>
          </p:nvPr>
        </p:nvSpPr>
        <p:spPr>
          <a:xfrm>
            <a:off x="3241304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230348" y="5353983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2"/>
          </p:nvPr>
        </p:nvSpPr>
        <p:spPr>
          <a:xfrm>
            <a:off x="5124000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5113043" y="5353983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734087" y="5605983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63"/>
          </p:nvPr>
        </p:nvSpPr>
        <p:spPr>
          <a:xfrm>
            <a:off x="734087" y="5605983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4" name="레일 삼각형"/>
          <p:cNvSpPr/>
          <p:nvPr/>
        </p:nvSpPr>
        <p:spPr>
          <a:xfrm>
            <a:off x="734086" y="5605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배너"/>
          <p:cNvSpPr/>
          <p:nvPr/>
        </p:nvSpPr>
        <p:spPr>
          <a:xfrm>
            <a:off x="1347652" y="56278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6" name="배너"/>
          <p:cNvSpPr>
            <a:spLocks noGrp="1"/>
          </p:cNvSpPr>
          <p:nvPr>
            <p:ph type="body" sz="quarter" idx="64"/>
          </p:nvPr>
        </p:nvSpPr>
        <p:spPr>
          <a:xfrm>
            <a:off x="1347652" y="56278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7" name="머리칸"/>
          <p:cNvSpPr/>
          <p:nvPr/>
        </p:nvSpPr>
        <p:spPr>
          <a:xfrm>
            <a:off x="1347652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8" name="머리칸"/>
          <p:cNvSpPr>
            <a:spLocks noGrp="1"/>
          </p:cNvSpPr>
          <p:nvPr>
            <p:ph type="body" sz="quarter" idx="65"/>
          </p:nvPr>
        </p:nvSpPr>
        <p:spPr>
          <a:xfrm>
            <a:off x="1347652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09" name="머리칸"/>
          <p:cNvSpPr/>
          <p:nvPr/>
        </p:nvSpPr>
        <p:spPr>
          <a:xfrm>
            <a:off x="3230348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0" name="머리칸"/>
          <p:cNvSpPr>
            <a:spLocks noGrp="1"/>
          </p:cNvSpPr>
          <p:nvPr>
            <p:ph type="body" sz="quarter" idx="66"/>
          </p:nvPr>
        </p:nvSpPr>
        <p:spPr>
          <a:xfrm>
            <a:off x="3230348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1" name="머리칸"/>
          <p:cNvSpPr/>
          <p:nvPr/>
        </p:nvSpPr>
        <p:spPr>
          <a:xfrm>
            <a:off x="5113043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2" name="머리칸"/>
          <p:cNvSpPr>
            <a:spLocks noGrp="1"/>
          </p:cNvSpPr>
          <p:nvPr>
            <p:ph type="body" sz="quarter" idx="67"/>
          </p:nvPr>
        </p:nvSpPr>
        <p:spPr>
          <a:xfrm>
            <a:off x="5113043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68"/>
          </p:nvPr>
        </p:nvSpPr>
        <p:spPr>
          <a:xfrm>
            <a:off x="1358609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9"/>
          </p:nvPr>
        </p:nvSpPr>
        <p:spPr>
          <a:xfrm>
            <a:off x="3241304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5" name="Connector 83"/>
          <p:cNvCxnSpPr/>
          <p:nvPr/>
        </p:nvCxnSpPr>
        <p:spPr>
          <a:xfrm>
            <a:off x="3230348" y="6137374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6" name="칸 본문"/>
          <p:cNvSpPr>
            <a:spLocks noGrp="1"/>
          </p:cNvSpPr>
          <p:nvPr>
            <p:ph type="body" sz="quarter" idx="70"/>
          </p:nvPr>
        </p:nvSpPr>
        <p:spPr>
          <a:xfrm>
            <a:off x="5124000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7" name="Connector 85"/>
          <p:cNvCxnSpPr/>
          <p:nvPr/>
        </p:nvCxnSpPr>
        <p:spPr>
          <a:xfrm>
            <a:off x="5113043" y="6137374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8" name="캡션 띠"/>
          <p:cNvSpPr/>
          <p:nvPr/>
        </p:nvSpPr>
        <p:spPr>
          <a:xfrm>
            <a:off x="723130" y="647702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태그"/>
          <p:cNvSpPr/>
          <p:nvPr/>
        </p:nvSpPr>
        <p:spPr>
          <a:xfrm>
            <a:off x="1051826" y="6520852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0" name="태그"/>
          <p:cNvSpPr>
            <a:spLocks noGrp="1"/>
          </p:cNvSpPr>
          <p:nvPr>
            <p:ph type="body" sz="quarter" idx="71"/>
          </p:nvPr>
        </p:nvSpPr>
        <p:spPr>
          <a:xfrm>
            <a:off x="1051826" y="6520852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1" name="캡션"/>
          <p:cNvSpPr>
            <a:spLocks noGrp="1"/>
          </p:cNvSpPr>
          <p:nvPr>
            <p:ph type="body" sz="quarter" idx="72"/>
          </p:nvPr>
        </p:nvSpPr>
        <p:spPr>
          <a:xfrm>
            <a:off x="1655249" y="6477026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2" name="표 외곽"/>
          <p:cNvSpPr/>
          <p:nvPr/>
        </p:nvSpPr>
        <p:spPr>
          <a:xfrm>
            <a:off x="723130" y="6783809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레일"/>
          <p:cNvSpPr/>
          <p:nvPr/>
        </p:nvSpPr>
        <p:spPr>
          <a:xfrm>
            <a:off x="734087" y="6800243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4" name="레일"/>
          <p:cNvSpPr>
            <a:spLocks noGrp="1"/>
          </p:cNvSpPr>
          <p:nvPr>
            <p:ph type="body" sz="quarter" idx="73"/>
          </p:nvPr>
        </p:nvSpPr>
        <p:spPr>
          <a:xfrm>
            <a:off x="734087" y="6800243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5" name="단계"/>
          <p:cNvSpPr/>
          <p:nvPr/>
        </p:nvSpPr>
        <p:spPr>
          <a:xfrm>
            <a:off x="1347652" y="68221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6" name="단계"/>
          <p:cNvSpPr>
            <a:spLocks noGrp="1"/>
          </p:cNvSpPr>
          <p:nvPr>
            <p:ph type="body" sz="quarter" idx="74"/>
          </p:nvPr>
        </p:nvSpPr>
        <p:spPr>
          <a:xfrm>
            <a:off x="1347652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7" name="단계"/>
          <p:cNvSpPr/>
          <p:nvPr/>
        </p:nvSpPr>
        <p:spPr>
          <a:xfrm>
            <a:off x="3230348" y="68221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8" name="단계"/>
          <p:cNvSpPr>
            <a:spLocks noGrp="1"/>
          </p:cNvSpPr>
          <p:nvPr>
            <p:ph type="body" sz="quarter" idx="75"/>
          </p:nvPr>
        </p:nvSpPr>
        <p:spPr>
          <a:xfrm>
            <a:off x="3230348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29" name="단계"/>
          <p:cNvSpPr/>
          <p:nvPr/>
        </p:nvSpPr>
        <p:spPr>
          <a:xfrm>
            <a:off x="5113043" y="68221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0" name="단계"/>
          <p:cNvSpPr>
            <a:spLocks noGrp="1"/>
          </p:cNvSpPr>
          <p:nvPr>
            <p:ph type="body" sz="quarter" idx="76"/>
          </p:nvPr>
        </p:nvSpPr>
        <p:spPr>
          <a:xfrm>
            <a:off x="5113043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1" name="단계 삼각형"/>
          <p:cNvSpPr/>
          <p:nvPr/>
        </p:nvSpPr>
        <p:spPr>
          <a:xfrm>
            <a:off x="3230347" y="68221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단계 삼각형"/>
          <p:cNvSpPr/>
          <p:nvPr/>
        </p:nvSpPr>
        <p:spPr>
          <a:xfrm>
            <a:off x="5113043" y="68221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77"/>
          </p:nvPr>
        </p:nvSpPr>
        <p:spPr>
          <a:xfrm>
            <a:off x="1358609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8"/>
          </p:nvPr>
        </p:nvSpPr>
        <p:spPr>
          <a:xfrm>
            <a:off x="3241304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5" name="Connector 98"/>
          <p:cNvCxnSpPr/>
          <p:nvPr/>
        </p:nvCxnSpPr>
        <p:spPr>
          <a:xfrm>
            <a:off x="3230348" y="71070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6" name="칸 본문"/>
          <p:cNvSpPr>
            <a:spLocks noGrp="1"/>
          </p:cNvSpPr>
          <p:nvPr>
            <p:ph type="body" sz="quarter" idx="79"/>
          </p:nvPr>
        </p:nvSpPr>
        <p:spPr>
          <a:xfrm>
            <a:off x="5124000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7" name="Connector 100"/>
          <p:cNvCxnSpPr/>
          <p:nvPr/>
        </p:nvCxnSpPr>
        <p:spPr>
          <a:xfrm>
            <a:off x="5113043" y="71070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레일"/>
          <p:cNvSpPr/>
          <p:nvPr/>
        </p:nvSpPr>
        <p:spPr>
          <a:xfrm>
            <a:off x="734087" y="7402852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9" name="레일"/>
          <p:cNvSpPr>
            <a:spLocks noGrp="1"/>
          </p:cNvSpPr>
          <p:nvPr>
            <p:ph type="body" sz="quarter" idx="80"/>
          </p:nvPr>
        </p:nvSpPr>
        <p:spPr>
          <a:xfrm>
            <a:off x="734087" y="7402852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0" name="레일 삼각형"/>
          <p:cNvSpPr/>
          <p:nvPr/>
        </p:nvSpPr>
        <p:spPr>
          <a:xfrm>
            <a:off x="734086" y="74028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배너"/>
          <p:cNvSpPr/>
          <p:nvPr/>
        </p:nvSpPr>
        <p:spPr>
          <a:xfrm>
            <a:off x="1347652" y="742476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2" name="배너"/>
          <p:cNvSpPr>
            <a:spLocks noGrp="1"/>
          </p:cNvSpPr>
          <p:nvPr>
            <p:ph type="body" sz="quarter" idx="81"/>
          </p:nvPr>
        </p:nvSpPr>
        <p:spPr>
          <a:xfrm>
            <a:off x="1347652" y="742476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3" name="태그"/>
          <p:cNvSpPr/>
          <p:nvPr/>
        </p:nvSpPr>
        <p:spPr>
          <a:xfrm>
            <a:off x="1347652" y="76822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4" name="태그"/>
          <p:cNvSpPr>
            <a:spLocks noGrp="1"/>
          </p:cNvSpPr>
          <p:nvPr>
            <p:ph type="body" sz="quarter" idx="82"/>
          </p:nvPr>
        </p:nvSpPr>
        <p:spPr>
          <a:xfrm>
            <a:off x="1347652" y="76822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5" name="태그 설명"/>
          <p:cNvSpPr>
            <a:spLocks noGrp="1"/>
          </p:cNvSpPr>
          <p:nvPr>
            <p:ph type="body" sz="quarter" idx="83"/>
          </p:nvPr>
        </p:nvSpPr>
        <p:spPr>
          <a:xfrm>
            <a:off x="1972988" y="76712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6" name="태그"/>
          <p:cNvSpPr/>
          <p:nvPr/>
        </p:nvSpPr>
        <p:spPr>
          <a:xfrm>
            <a:off x="1347652" y="78794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4"/>
          </p:nvPr>
        </p:nvSpPr>
        <p:spPr>
          <a:xfrm>
            <a:off x="1347652" y="78794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8" name="태그 설명"/>
          <p:cNvSpPr>
            <a:spLocks noGrp="1"/>
          </p:cNvSpPr>
          <p:nvPr>
            <p:ph type="body" sz="quarter" idx="85"/>
          </p:nvPr>
        </p:nvSpPr>
        <p:spPr>
          <a:xfrm>
            <a:off x="1972988" y="78685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배너"/>
          <p:cNvSpPr/>
          <p:nvPr/>
        </p:nvSpPr>
        <p:spPr>
          <a:xfrm>
            <a:off x="536869" y="1117565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태그"/>
          <p:cNvSpPr/>
          <p:nvPr/>
        </p:nvSpPr>
        <p:spPr>
          <a:xfrm>
            <a:off x="756000" y="117234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756000" y="117234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0" name="배너 글"/>
          <p:cNvSpPr>
            <a:spLocks noGrp="1"/>
          </p:cNvSpPr>
          <p:nvPr>
            <p:ph type="body" sz="quarter" idx="24"/>
          </p:nvPr>
        </p:nvSpPr>
        <p:spPr>
          <a:xfrm>
            <a:off x="1359422" y="1117565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1" name="주체 박스"/>
          <p:cNvSpPr/>
          <p:nvPr/>
        </p:nvSpPr>
        <p:spPr>
          <a:xfrm>
            <a:off x="536870" y="1446261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2" name="주체 박스"/>
          <p:cNvSpPr>
            <a:spLocks noGrp="1"/>
          </p:cNvSpPr>
          <p:nvPr>
            <p:ph type="body" sz="quarter" idx="25"/>
          </p:nvPr>
        </p:nvSpPr>
        <p:spPr>
          <a:xfrm>
            <a:off x="536870" y="1446261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3" name="시작"/>
          <p:cNvSpPr>
            <a:spLocks noGrp="1"/>
          </p:cNvSpPr>
          <p:nvPr>
            <p:ph type="body" sz="quarter" idx="26"/>
          </p:nvPr>
        </p:nvSpPr>
        <p:spPr>
          <a:xfrm>
            <a:off x="1755783" y="2005043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4" name="로드맵 선"/>
          <p:cNvSpPr/>
          <p:nvPr/>
        </p:nvSpPr>
        <p:spPr>
          <a:xfrm>
            <a:off x="2226913" y="2065304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위 마디"/>
          <p:cNvSpPr/>
          <p:nvPr/>
        </p:nvSpPr>
        <p:spPr>
          <a:xfrm>
            <a:off x="2237870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위 마디"/>
          <p:cNvSpPr>
            <a:spLocks noGrp="1"/>
          </p:cNvSpPr>
          <p:nvPr>
            <p:ph type="body" sz="quarter" idx="27"/>
          </p:nvPr>
        </p:nvSpPr>
        <p:spPr>
          <a:xfrm>
            <a:off x="2237870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635317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날짜"/>
          <p:cNvSpPr>
            <a:spLocks noGrp="1"/>
          </p:cNvSpPr>
          <p:nvPr>
            <p:ph type="body" sz="quarter" idx="28"/>
          </p:nvPr>
        </p:nvSpPr>
        <p:spPr>
          <a:xfrm>
            <a:off x="2226913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9" name="마디 점"/>
          <p:cNvSpPr/>
          <p:nvPr/>
        </p:nvSpPr>
        <p:spPr>
          <a:xfrm>
            <a:off x="2646274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위 마디"/>
          <p:cNvSpPr/>
          <p:nvPr/>
        </p:nvSpPr>
        <p:spPr>
          <a:xfrm>
            <a:off x="3153287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위 마디"/>
          <p:cNvSpPr>
            <a:spLocks noGrp="1"/>
          </p:cNvSpPr>
          <p:nvPr>
            <p:ph type="body" sz="quarter" idx="29"/>
          </p:nvPr>
        </p:nvSpPr>
        <p:spPr>
          <a:xfrm>
            <a:off x="3153287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2" name="삼각 화살표"/>
          <p:cNvSpPr/>
          <p:nvPr/>
        </p:nvSpPr>
        <p:spPr>
          <a:xfrm>
            <a:off x="3550734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날짜"/>
          <p:cNvSpPr>
            <a:spLocks noGrp="1"/>
          </p:cNvSpPr>
          <p:nvPr>
            <p:ph type="body" sz="quarter" idx="30"/>
          </p:nvPr>
        </p:nvSpPr>
        <p:spPr>
          <a:xfrm>
            <a:off x="3142330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4" name="마디 점"/>
          <p:cNvSpPr/>
          <p:nvPr/>
        </p:nvSpPr>
        <p:spPr>
          <a:xfrm>
            <a:off x="3561691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위 마디"/>
          <p:cNvSpPr/>
          <p:nvPr/>
        </p:nvSpPr>
        <p:spPr>
          <a:xfrm>
            <a:off x="4068704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위 마디"/>
          <p:cNvSpPr>
            <a:spLocks noGrp="1"/>
          </p:cNvSpPr>
          <p:nvPr>
            <p:ph type="body" sz="quarter" idx="31"/>
          </p:nvPr>
        </p:nvSpPr>
        <p:spPr>
          <a:xfrm>
            <a:off x="4068704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7" name="삼각 화살표"/>
          <p:cNvSpPr/>
          <p:nvPr/>
        </p:nvSpPr>
        <p:spPr>
          <a:xfrm>
            <a:off x="4466152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날짜"/>
          <p:cNvSpPr>
            <a:spLocks noGrp="1"/>
          </p:cNvSpPr>
          <p:nvPr>
            <p:ph type="body" sz="quarter" idx="32"/>
          </p:nvPr>
        </p:nvSpPr>
        <p:spPr>
          <a:xfrm>
            <a:off x="4057748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9" name="마디 점"/>
          <p:cNvSpPr/>
          <p:nvPr/>
        </p:nvSpPr>
        <p:spPr>
          <a:xfrm>
            <a:off x="4477109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위 마디"/>
          <p:cNvSpPr/>
          <p:nvPr/>
        </p:nvSpPr>
        <p:spPr>
          <a:xfrm>
            <a:off x="4984122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위 마디"/>
          <p:cNvSpPr>
            <a:spLocks noGrp="1"/>
          </p:cNvSpPr>
          <p:nvPr>
            <p:ph type="body" sz="quarter" idx="33"/>
          </p:nvPr>
        </p:nvSpPr>
        <p:spPr>
          <a:xfrm>
            <a:off x="4984122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2" name="삼각 화살표"/>
          <p:cNvSpPr/>
          <p:nvPr/>
        </p:nvSpPr>
        <p:spPr>
          <a:xfrm>
            <a:off x="5381569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날짜"/>
          <p:cNvSpPr>
            <a:spLocks noGrp="1"/>
          </p:cNvSpPr>
          <p:nvPr>
            <p:ph type="body" sz="quarter" idx="34"/>
          </p:nvPr>
        </p:nvSpPr>
        <p:spPr>
          <a:xfrm>
            <a:off x="4973165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4" name="마디 점"/>
          <p:cNvSpPr/>
          <p:nvPr/>
        </p:nvSpPr>
        <p:spPr>
          <a:xfrm>
            <a:off x="5392526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위 마디"/>
          <p:cNvSpPr/>
          <p:nvPr/>
        </p:nvSpPr>
        <p:spPr>
          <a:xfrm>
            <a:off x="5899539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위 마디"/>
          <p:cNvSpPr>
            <a:spLocks noGrp="1"/>
          </p:cNvSpPr>
          <p:nvPr>
            <p:ph type="body" sz="quarter" idx="35"/>
          </p:nvPr>
        </p:nvSpPr>
        <p:spPr>
          <a:xfrm>
            <a:off x="5899539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7" name="삼각 화살표"/>
          <p:cNvSpPr/>
          <p:nvPr/>
        </p:nvSpPr>
        <p:spPr>
          <a:xfrm>
            <a:off x="6296986" y="1816043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7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날짜"/>
          <p:cNvSpPr>
            <a:spLocks noGrp="1"/>
          </p:cNvSpPr>
          <p:nvPr>
            <p:ph type="body" sz="quarter" idx="36"/>
          </p:nvPr>
        </p:nvSpPr>
        <p:spPr>
          <a:xfrm>
            <a:off x="5888583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9" name="마디 점"/>
          <p:cNvSpPr/>
          <p:nvPr/>
        </p:nvSpPr>
        <p:spPr>
          <a:xfrm>
            <a:off x="6307943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마디 점"/>
          <p:cNvSpPr/>
          <p:nvPr/>
        </p:nvSpPr>
        <p:spPr>
          <a:xfrm>
            <a:off x="2760701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날짜"/>
          <p:cNvSpPr>
            <a:spLocks noGrp="1"/>
          </p:cNvSpPr>
          <p:nvPr>
            <p:ph type="body" sz="quarter" idx="37"/>
          </p:nvPr>
        </p:nvSpPr>
        <p:spPr>
          <a:xfrm>
            <a:off x="2226913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2" name="아래 마디"/>
          <p:cNvSpPr/>
          <p:nvPr/>
        </p:nvSpPr>
        <p:spPr>
          <a:xfrm>
            <a:off x="2237870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아래 마디"/>
          <p:cNvSpPr>
            <a:spLocks noGrp="1"/>
          </p:cNvSpPr>
          <p:nvPr>
            <p:ph type="body" sz="quarter" idx="38"/>
          </p:nvPr>
        </p:nvSpPr>
        <p:spPr>
          <a:xfrm>
            <a:off x="2237870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4" name="마디 점"/>
          <p:cNvSpPr/>
          <p:nvPr/>
        </p:nvSpPr>
        <p:spPr>
          <a:xfrm>
            <a:off x="3904973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날짜"/>
          <p:cNvSpPr>
            <a:spLocks noGrp="1"/>
          </p:cNvSpPr>
          <p:nvPr>
            <p:ph type="body" sz="quarter" idx="39"/>
          </p:nvPr>
        </p:nvSpPr>
        <p:spPr>
          <a:xfrm>
            <a:off x="3371185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6" name="아래 마디"/>
          <p:cNvSpPr/>
          <p:nvPr/>
        </p:nvSpPr>
        <p:spPr>
          <a:xfrm>
            <a:off x="3382141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아래 마디"/>
          <p:cNvSpPr>
            <a:spLocks noGrp="1"/>
          </p:cNvSpPr>
          <p:nvPr>
            <p:ph type="body" sz="quarter" idx="40"/>
          </p:nvPr>
        </p:nvSpPr>
        <p:spPr>
          <a:xfrm>
            <a:off x="3382141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8" name="마디 점"/>
          <p:cNvSpPr/>
          <p:nvPr/>
        </p:nvSpPr>
        <p:spPr>
          <a:xfrm>
            <a:off x="5049245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날짜"/>
          <p:cNvSpPr>
            <a:spLocks noGrp="1"/>
          </p:cNvSpPr>
          <p:nvPr>
            <p:ph type="body" sz="quarter" idx="41"/>
          </p:nvPr>
        </p:nvSpPr>
        <p:spPr>
          <a:xfrm>
            <a:off x="4515457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60" name="아래 마디"/>
          <p:cNvSpPr/>
          <p:nvPr/>
        </p:nvSpPr>
        <p:spPr>
          <a:xfrm>
            <a:off x="4526413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아래 마디"/>
          <p:cNvSpPr>
            <a:spLocks noGrp="1"/>
          </p:cNvSpPr>
          <p:nvPr>
            <p:ph type="body" sz="quarter" idx="42"/>
          </p:nvPr>
        </p:nvSpPr>
        <p:spPr>
          <a:xfrm>
            <a:off x="4526413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2" name="마디 점"/>
          <p:cNvSpPr/>
          <p:nvPr/>
        </p:nvSpPr>
        <p:spPr>
          <a:xfrm>
            <a:off x="6193516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날짜"/>
          <p:cNvSpPr>
            <a:spLocks noGrp="1"/>
          </p:cNvSpPr>
          <p:nvPr>
            <p:ph type="body" sz="quarter" idx="43"/>
          </p:nvPr>
        </p:nvSpPr>
        <p:spPr>
          <a:xfrm>
            <a:off x="5659728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4" name="아래 마디"/>
          <p:cNvSpPr/>
          <p:nvPr/>
        </p:nvSpPr>
        <p:spPr>
          <a:xfrm>
            <a:off x="5670685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아래 마디"/>
          <p:cNvSpPr>
            <a:spLocks noGrp="1"/>
          </p:cNvSpPr>
          <p:nvPr>
            <p:ph type="body" sz="quarter" idx="44"/>
          </p:nvPr>
        </p:nvSpPr>
        <p:spPr>
          <a:xfrm>
            <a:off x="5670685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6" name="배너"/>
          <p:cNvSpPr/>
          <p:nvPr/>
        </p:nvSpPr>
        <p:spPr>
          <a:xfrm>
            <a:off x="536869" y="2772000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756000" y="2826783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2826783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9" name="배너 글"/>
          <p:cNvSpPr>
            <a:spLocks noGrp="1"/>
          </p:cNvSpPr>
          <p:nvPr>
            <p:ph type="body" sz="quarter" idx="46"/>
          </p:nvPr>
        </p:nvSpPr>
        <p:spPr>
          <a:xfrm>
            <a:off x="1388694" y="277200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70" name="머리"/>
          <p:cNvSpPr/>
          <p:nvPr/>
        </p:nvSpPr>
        <p:spPr>
          <a:xfrm>
            <a:off x="5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태그"/>
          <p:cNvSpPr/>
          <p:nvPr/>
        </p:nvSpPr>
        <p:spPr>
          <a:xfrm>
            <a:off x="591652" y="3128087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47"/>
          </p:nvPr>
        </p:nvSpPr>
        <p:spPr>
          <a:xfrm>
            <a:off x="591652" y="3128087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3" name="머리 글"/>
          <p:cNvSpPr>
            <a:spLocks noGrp="1"/>
          </p:cNvSpPr>
          <p:nvPr>
            <p:ph type="body" sz="quarter" idx="48"/>
          </p:nvPr>
        </p:nvSpPr>
        <p:spPr>
          <a:xfrm>
            <a:off x="916911" y="3089739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4" name="본문"/>
          <p:cNvSpPr>
            <a:spLocks noGrp="1"/>
          </p:cNvSpPr>
          <p:nvPr>
            <p:ph type="body" sz="quarter" idx="49"/>
          </p:nvPr>
        </p:nvSpPr>
        <p:spPr>
          <a:xfrm>
            <a:off x="5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5" name="머리"/>
          <p:cNvSpPr/>
          <p:nvPr/>
        </p:nvSpPr>
        <p:spPr>
          <a:xfrm>
            <a:off x="26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태그"/>
          <p:cNvSpPr/>
          <p:nvPr/>
        </p:nvSpPr>
        <p:spPr>
          <a:xfrm>
            <a:off x="2691652" y="3128087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50"/>
          </p:nvPr>
        </p:nvSpPr>
        <p:spPr>
          <a:xfrm>
            <a:off x="2691652" y="3128087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8" name="머리 글"/>
          <p:cNvSpPr>
            <a:spLocks noGrp="1"/>
          </p:cNvSpPr>
          <p:nvPr>
            <p:ph type="body" sz="quarter" idx="51"/>
          </p:nvPr>
        </p:nvSpPr>
        <p:spPr>
          <a:xfrm>
            <a:off x="3025593" y="3089739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9" name="본문"/>
          <p:cNvSpPr>
            <a:spLocks noGrp="1"/>
          </p:cNvSpPr>
          <p:nvPr>
            <p:ph type="body" sz="quarter" idx="52"/>
          </p:nvPr>
        </p:nvSpPr>
        <p:spPr>
          <a:xfrm>
            <a:off x="26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80" name="Connector 61"/>
          <p:cNvCxnSpPr/>
          <p:nvPr/>
        </p:nvCxnSpPr>
        <p:spPr>
          <a:xfrm>
            <a:off x="2625913" y="3374609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머리"/>
          <p:cNvSpPr/>
          <p:nvPr/>
        </p:nvSpPr>
        <p:spPr>
          <a:xfrm>
            <a:off x="47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4791652" y="3128087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53"/>
          </p:nvPr>
        </p:nvSpPr>
        <p:spPr>
          <a:xfrm>
            <a:off x="4791652" y="3128087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4" name="머리 글"/>
          <p:cNvSpPr>
            <a:spLocks noGrp="1"/>
          </p:cNvSpPr>
          <p:nvPr>
            <p:ph type="body" sz="quarter" idx="54"/>
          </p:nvPr>
        </p:nvSpPr>
        <p:spPr>
          <a:xfrm>
            <a:off x="5125468" y="3089739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5" name="본문"/>
          <p:cNvSpPr>
            <a:spLocks noGrp="1"/>
          </p:cNvSpPr>
          <p:nvPr>
            <p:ph type="body" sz="quarter" idx="55"/>
          </p:nvPr>
        </p:nvSpPr>
        <p:spPr>
          <a:xfrm>
            <a:off x="47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725913" y="3374609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단계"/>
          <p:cNvSpPr/>
          <p:nvPr/>
        </p:nvSpPr>
        <p:spPr>
          <a:xfrm>
            <a:off x="1062783" y="3801913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6"/>
          </p:nvPr>
        </p:nvSpPr>
        <p:spPr>
          <a:xfrm>
            <a:off x="1062783" y="3801913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9" name="단계"/>
          <p:cNvSpPr/>
          <p:nvPr/>
        </p:nvSpPr>
        <p:spPr>
          <a:xfrm>
            <a:off x="3938870" y="3801913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7"/>
          </p:nvPr>
        </p:nvSpPr>
        <p:spPr>
          <a:xfrm>
            <a:off x="3938870" y="3801913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938869" y="3801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행 틀"/>
          <p:cNvSpPr/>
          <p:nvPr/>
        </p:nvSpPr>
        <p:spPr>
          <a:xfrm>
            <a:off x="536870" y="4053913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"/>
          <p:cNvSpPr/>
          <p:nvPr/>
        </p:nvSpPr>
        <p:spPr>
          <a:xfrm>
            <a:off x="547826" y="4064870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4" name="레일"/>
          <p:cNvSpPr>
            <a:spLocks noGrp="1"/>
          </p:cNvSpPr>
          <p:nvPr>
            <p:ph type="body" sz="quarter" idx="58"/>
          </p:nvPr>
        </p:nvSpPr>
        <p:spPr>
          <a:xfrm>
            <a:off x="547826" y="4064870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5" name="번호 칩"/>
          <p:cNvSpPr/>
          <p:nvPr/>
        </p:nvSpPr>
        <p:spPr>
          <a:xfrm>
            <a:off x="1084696" y="4103217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번호 칩"/>
          <p:cNvSpPr>
            <a:spLocks noGrp="1"/>
          </p:cNvSpPr>
          <p:nvPr>
            <p:ph type="body" sz="quarter" idx="59"/>
          </p:nvPr>
        </p:nvSpPr>
        <p:spPr>
          <a:xfrm>
            <a:off x="1084696" y="4103217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60"/>
          </p:nvPr>
        </p:nvSpPr>
        <p:spPr>
          <a:xfrm>
            <a:off x="1342392" y="4086783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8" name="번호 칩"/>
          <p:cNvSpPr/>
          <p:nvPr/>
        </p:nvSpPr>
        <p:spPr>
          <a:xfrm>
            <a:off x="1084696" y="4273043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번호 칩"/>
          <p:cNvSpPr>
            <a:spLocks noGrp="1"/>
          </p:cNvSpPr>
          <p:nvPr>
            <p:ph type="body" sz="quarter" idx="61"/>
          </p:nvPr>
        </p:nvSpPr>
        <p:spPr>
          <a:xfrm>
            <a:off x="1084696" y="4273043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100" name="과제명"/>
          <p:cNvSpPr>
            <a:spLocks noGrp="1"/>
          </p:cNvSpPr>
          <p:nvPr>
            <p:ph type="body" sz="quarter" idx="62"/>
          </p:nvPr>
        </p:nvSpPr>
        <p:spPr>
          <a:xfrm>
            <a:off x="1331119" y="4256609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1" name="번호 칩"/>
          <p:cNvSpPr/>
          <p:nvPr/>
        </p:nvSpPr>
        <p:spPr>
          <a:xfrm>
            <a:off x="3960783" y="4103217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2" name="번호 칩"/>
          <p:cNvSpPr>
            <a:spLocks noGrp="1"/>
          </p:cNvSpPr>
          <p:nvPr>
            <p:ph type="body" sz="quarter" idx="63"/>
          </p:nvPr>
        </p:nvSpPr>
        <p:spPr>
          <a:xfrm>
            <a:off x="3960783" y="4103217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3" name="과제명"/>
          <p:cNvSpPr>
            <a:spLocks noGrp="1"/>
          </p:cNvSpPr>
          <p:nvPr>
            <p:ph type="body" sz="quarter" idx="64"/>
          </p:nvPr>
        </p:nvSpPr>
        <p:spPr>
          <a:xfrm>
            <a:off x="4215243" y="4086783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4" name="번호 칩"/>
          <p:cNvSpPr/>
          <p:nvPr/>
        </p:nvSpPr>
        <p:spPr>
          <a:xfrm>
            <a:off x="3960783" y="4273043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5" name="번호 칩"/>
          <p:cNvSpPr>
            <a:spLocks noGrp="1"/>
          </p:cNvSpPr>
          <p:nvPr>
            <p:ph type="body" sz="quarter" idx="65"/>
          </p:nvPr>
        </p:nvSpPr>
        <p:spPr>
          <a:xfrm>
            <a:off x="3960783" y="4273043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6" name="과제명"/>
          <p:cNvSpPr>
            <a:spLocks noGrp="1"/>
          </p:cNvSpPr>
          <p:nvPr>
            <p:ph type="body" sz="quarter" idx="66"/>
          </p:nvPr>
        </p:nvSpPr>
        <p:spPr>
          <a:xfrm>
            <a:off x="4220601" y="4256609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7" name="Connector 80"/>
          <p:cNvCxnSpPr/>
          <p:nvPr/>
        </p:nvCxnSpPr>
        <p:spPr>
          <a:xfrm>
            <a:off x="3927913" y="4075826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8" name="행 틀"/>
          <p:cNvSpPr/>
          <p:nvPr/>
        </p:nvSpPr>
        <p:spPr>
          <a:xfrm>
            <a:off x="536870" y="4459304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"/>
          <p:cNvSpPr/>
          <p:nvPr/>
        </p:nvSpPr>
        <p:spPr>
          <a:xfrm>
            <a:off x="547826" y="4470261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0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4470261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1" name="번호 칩"/>
          <p:cNvSpPr/>
          <p:nvPr/>
        </p:nvSpPr>
        <p:spPr>
          <a:xfrm>
            <a:off x="1084696" y="4508609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2" name="번호 칩"/>
          <p:cNvSpPr>
            <a:spLocks noGrp="1"/>
          </p:cNvSpPr>
          <p:nvPr>
            <p:ph type="body" sz="quarter" idx="68"/>
          </p:nvPr>
        </p:nvSpPr>
        <p:spPr>
          <a:xfrm>
            <a:off x="1084696" y="4508609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3" name="과제명"/>
          <p:cNvSpPr>
            <a:spLocks noGrp="1"/>
          </p:cNvSpPr>
          <p:nvPr>
            <p:ph type="body" sz="quarter" idx="69"/>
          </p:nvPr>
        </p:nvSpPr>
        <p:spPr>
          <a:xfrm>
            <a:off x="1317611" y="4492174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4" name="번호 칩"/>
          <p:cNvSpPr/>
          <p:nvPr/>
        </p:nvSpPr>
        <p:spPr>
          <a:xfrm>
            <a:off x="1084696" y="4678435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5" name="번호 칩"/>
          <p:cNvSpPr>
            <a:spLocks noGrp="1"/>
          </p:cNvSpPr>
          <p:nvPr>
            <p:ph type="body" sz="quarter" idx="70"/>
          </p:nvPr>
        </p:nvSpPr>
        <p:spPr>
          <a:xfrm>
            <a:off x="1084696" y="4678435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6" name="과제명"/>
          <p:cNvSpPr>
            <a:spLocks noGrp="1"/>
          </p:cNvSpPr>
          <p:nvPr>
            <p:ph type="body" sz="quarter" idx="71"/>
          </p:nvPr>
        </p:nvSpPr>
        <p:spPr>
          <a:xfrm>
            <a:off x="1329779" y="4662000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7" name="번호 칩"/>
          <p:cNvSpPr/>
          <p:nvPr/>
        </p:nvSpPr>
        <p:spPr>
          <a:xfrm>
            <a:off x="3960783" y="4508609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8" name="번호 칩"/>
          <p:cNvSpPr>
            <a:spLocks noGrp="1"/>
          </p:cNvSpPr>
          <p:nvPr>
            <p:ph type="body" sz="quarter" idx="72"/>
          </p:nvPr>
        </p:nvSpPr>
        <p:spPr>
          <a:xfrm>
            <a:off x="3960783" y="4508609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9" name="과제명"/>
          <p:cNvSpPr>
            <a:spLocks noGrp="1"/>
          </p:cNvSpPr>
          <p:nvPr>
            <p:ph type="body" sz="quarter" idx="73"/>
          </p:nvPr>
        </p:nvSpPr>
        <p:spPr>
          <a:xfrm>
            <a:off x="4218813" y="4492174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20" name="번호 칩"/>
          <p:cNvSpPr/>
          <p:nvPr/>
        </p:nvSpPr>
        <p:spPr>
          <a:xfrm>
            <a:off x="3960783" y="4678435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1" name="번호 칩"/>
          <p:cNvSpPr>
            <a:spLocks noGrp="1"/>
          </p:cNvSpPr>
          <p:nvPr>
            <p:ph type="body" sz="quarter" idx="74"/>
          </p:nvPr>
        </p:nvSpPr>
        <p:spPr>
          <a:xfrm>
            <a:off x="3960783" y="4678435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2" name="과제명"/>
          <p:cNvSpPr>
            <a:spLocks noGrp="1"/>
          </p:cNvSpPr>
          <p:nvPr>
            <p:ph type="body" sz="quarter" idx="75"/>
          </p:nvPr>
        </p:nvSpPr>
        <p:spPr>
          <a:xfrm>
            <a:off x="4205866" y="4662000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3" name="Connector 91"/>
          <p:cNvCxnSpPr/>
          <p:nvPr/>
        </p:nvCxnSpPr>
        <p:spPr>
          <a:xfrm>
            <a:off x="3927913" y="4481217"/>
            <a:ext cx="0" cy="361566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4" name="행 틀"/>
          <p:cNvSpPr/>
          <p:nvPr/>
        </p:nvSpPr>
        <p:spPr>
          <a:xfrm>
            <a:off x="536870" y="4864696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레일"/>
          <p:cNvSpPr/>
          <p:nvPr/>
        </p:nvSpPr>
        <p:spPr>
          <a:xfrm>
            <a:off x="547826" y="4875652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6" name="레일"/>
          <p:cNvSpPr>
            <a:spLocks noGrp="1"/>
          </p:cNvSpPr>
          <p:nvPr>
            <p:ph type="body" sz="quarter" idx="76"/>
          </p:nvPr>
        </p:nvSpPr>
        <p:spPr>
          <a:xfrm>
            <a:off x="547826" y="4875652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7" name="번호 칩"/>
          <p:cNvSpPr/>
          <p:nvPr/>
        </p:nvSpPr>
        <p:spPr>
          <a:xfrm>
            <a:off x="1084696" y="4914000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8" name="번호 칩"/>
          <p:cNvSpPr>
            <a:spLocks noGrp="1"/>
          </p:cNvSpPr>
          <p:nvPr>
            <p:ph type="body" sz="quarter" idx="77"/>
          </p:nvPr>
        </p:nvSpPr>
        <p:spPr>
          <a:xfrm>
            <a:off x="1084696" y="4914000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9" name="과제명"/>
          <p:cNvSpPr>
            <a:spLocks noGrp="1"/>
          </p:cNvSpPr>
          <p:nvPr>
            <p:ph type="body" sz="quarter" idx="78"/>
          </p:nvPr>
        </p:nvSpPr>
        <p:spPr>
          <a:xfrm>
            <a:off x="1340717" y="4897565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30" name="번호 칩"/>
          <p:cNvSpPr/>
          <p:nvPr/>
        </p:nvSpPr>
        <p:spPr>
          <a:xfrm>
            <a:off x="1084696" y="5083826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1" name="번호 칩"/>
          <p:cNvSpPr>
            <a:spLocks noGrp="1"/>
          </p:cNvSpPr>
          <p:nvPr>
            <p:ph type="body" sz="quarter" idx="79"/>
          </p:nvPr>
        </p:nvSpPr>
        <p:spPr>
          <a:xfrm>
            <a:off x="1084696" y="5083826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2" name="과제명"/>
          <p:cNvSpPr>
            <a:spLocks noGrp="1"/>
          </p:cNvSpPr>
          <p:nvPr>
            <p:ph type="body" sz="quarter" idx="80"/>
          </p:nvPr>
        </p:nvSpPr>
        <p:spPr>
          <a:xfrm>
            <a:off x="1344848" y="5067391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3" name="번호 칩"/>
          <p:cNvSpPr/>
          <p:nvPr/>
        </p:nvSpPr>
        <p:spPr>
          <a:xfrm>
            <a:off x="3960783" y="4914000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4" name="번호 칩"/>
          <p:cNvSpPr>
            <a:spLocks noGrp="1"/>
          </p:cNvSpPr>
          <p:nvPr>
            <p:ph type="body" sz="quarter" idx="81"/>
          </p:nvPr>
        </p:nvSpPr>
        <p:spPr>
          <a:xfrm>
            <a:off x="3960783" y="4914000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5" name="과제명"/>
          <p:cNvSpPr>
            <a:spLocks noGrp="1"/>
          </p:cNvSpPr>
          <p:nvPr>
            <p:ph type="body" sz="quarter" idx="82"/>
          </p:nvPr>
        </p:nvSpPr>
        <p:spPr>
          <a:xfrm>
            <a:off x="4196934" y="4897565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6" name="번호 칩"/>
          <p:cNvSpPr/>
          <p:nvPr/>
        </p:nvSpPr>
        <p:spPr>
          <a:xfrm>
            <a:off x="3960783" y="5083826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7" name="번호 칩"/>
          <p:cNvSpPr>
            <a:spLocks noGrp="1"/>
          </p:cNvSpPr>
          <p:nvPr>
            <p:ph type="body" sz="quarter" idx="83"/>
          </p:nvPr>
        </p:nvSpPr>
        <p:spPr>
          <a:xfrm>
            <a:off x="3960783" y="5083826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8" name="과제명"/>
          <p:cNvSpPr>
            <a:spLocks noGrp="1"/>
          </p:cNvSpPr>
          <p:nvPr>
            <p:ph type="body" sz="quarter" idx="84"/>
          </p:nvPr>
        </p:nvSpPr>
        <p:spPr>
          <a:xfrm>
            <a:off x="4385252" y="5067391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9" name="Connector 102"/>
          <p:cNvCxnSpPr/>
          <p:nvPr/>
        </p:nvCxnSpPr>
        <p:spPr>
          <a:xfrm>
            <a:off x="3927913" y="4886609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40" name="배너"/>
          <p:cNvSpPr/>
          <p:nvPr/>
        </p:nvSpPr>
        <p:spPr>
          <a:xfrm>
            <a:off x="536869" y="5313913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태그"/>
          <p:cNvSpPr/>
          <p:nvPr/>
        </p:nvSpPr>
        <p:spPr>
          <a:xfrm>
            <a:off x="756000" y="5368696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2" name="태그"/>
          <p:cNvSpPr>
            <a:spLocks noGrp="1"/>
          </p:cNvSpPr>
          <p:nvPr>
            <p:ph type="body" sz="quarter" idx="85"/>
          </p:nvPr>
        </p:nvSpPr>
        <p:spPr>
          <a:xfrm>
            <a:off x="756000" y="5368696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3" name="배너 글"/>
          <p:cNvSpPr>
            <a:spLocks noGrp="1"/>
          </p:cNvSpPr>
          <p:nvPr>
            <p:ph type="body" sz="quarter" idx="86"/>
          </p:nvPr>
        </p:nvSpPr>
        <p:spPr>
          <a:xfrm>
            <a:off x="1388694" y="5313913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4" name="머리"/>
          <p:cNvSpPr/>
          <p:nvPr/>
        </p:nvSpPr>
        <p:spPr>
          <a:xfrm>
            <a:off x="536870" y="5631652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5" name="태그"/>
          <p:cNvSpPr/>
          <p:nvPr/>
        </p:nvSpPr>
        <p:spPr>
          <a:xfrm>
            <a:off x="580696" y="5670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6" name="태그"/>
          <p:cNvSpPr>
            <a:spLocks noGrp="1"/>
          </p:cNvSpPr>
          <p:nvPr>
            <p:ph type="body" sz="quarter" idx="87"/>
          </p:nvPr>
        </p:nvSpPr>
        <p:spPr>
          <a:xfrm>
            <a:off x="580696" y="5670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7" name="머리 글"/>
          <p:cNvSpPr>
            <a:spLocks noGrp="1"/>
          </p:cNvSpPr>
          <p:nvPr>
            <p:ph type="body" sz="quarter" idx="88"/>
          </p:nvPr>
        </p:nvSpPr>
        <p:spPr>
          <a:xfrm>
            <a:off x="942668" y="5631652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8" name="삼각 화살표"/>
          <p:cNvSpPr/>
          <p:nvPr/>
        </p:nvSpPr>
        <p:spPr>
          <a:xfrm>
            <a:off x="3560869" y="5686434"/>
            <a:ext cx="76696" cy="131479"/>
          </a:xfrm>
          <a:custGeom>
            <a:avLst/>
            <a:gdLst/>
            <a:ahLst/>
            <a:cxnLst/>
            <a:rect l="l" t="t" r="r" b="b"/>
            <a:pathLst>
              <a:path w="76696" h="131479">
                <a:moveTo>
                  <a:pt x="0" y="0"/>
                </a:moveTo>
                <a:lnTo>
                  <a:pt x="0" y="131479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알약 칸"/>
          <p:cNvSpPr/>
          <p:nvPr/>
        </p:nvSpPr>
        <p:spPr>
          <a:xfrm>
            <a:off x="536870" y="5927478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0" name="알약 칸"/>
          <p:cNvSpPr>
            <a:spLocks noGrp="1"/>
          </p:cNvSpPr>
          <p:nvPr>
            <p:ph type="body" sz="quarter" idx="89"/>
          </p:nvPr>
        </p:nvSpPr>
        <p:spPr>
          <a:xfrm>
            <a:off x="536870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1" name="Connector 111"/>
          <p:cNvCxnSpPr/>
          <p:nvPr/>
        </p:nvCxnSpPr>
        <p:spPr>
          <a:xfrm>
            <a:off x="1939578" y="6075391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2" name="연결 점"/>
          <p:cNvSpPr/>
          <p:nvPr/>
        </p:nvSpPr>
        <p:spPr>
          <a:xfrm>
            <a:off x="1917665" y="605347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3" name="상자"/>
          <p:cNvSpPr/>
          <p:nvPr/>
        </p:nvSpPr>
        <p:spPr>
          <a:xfrm>
            <a:off x="2251291" y="5927478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4" name="상자"/>
          <p:cNvSpPr>
            <a:spLocks noGrp="1"/>
          </p:cNvSpPr>
          <p:nvPr>
            <p:ph type="body" sz="quarter" idx="90"/>
          </p:nvPr>
        </p:nvSpPr>
        <p:spPr>
          <a:xfrm>
            <a:off x="2251291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5" name="알약 칸"/>
          <p:cNvSpPr/>
          <p:nvPr/>
        </p:nvSpPr>
        <p:spPr>
          <a:xfrm>
            <a:off x="536870" y="6267130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6" name="알약 칸"/>
          <p:cNvSpPr>
            <a:spLocks noGrp="1"/>
          </p:cNvSpPr>
          <p:nvPr>
            <p:ph type="body" sz="quarter" idx="91"/>
          </p:nvPr>
        </p:nvSpPr>
        <p:spPr>
          <a:xfrm>
            <a:off x="536870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7" name="Connector 115"/>
          <p:cNvCxnSpPr/>
          <p:nvPr/>
        </p:nvCxnSpPr>
        <p:spPr>
          <a:xfrm>
            <a:off x="1939578" y="6415043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8" name="연결 점"/>
          <p:cNvSpPr/>
          <p:nvPr/>
        </p:nvSpPr>
        <p:spPr>
          <a:xfrm>
            <a:off x="1917665" y="6393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9" name="상자"/>
          <p:cNvSpPr/>
          <p:nvPr/>
        </p:nvSpPr>
        <p:spPr>
          <a:xfrm>
            <a:off x="2251291" y="6267130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0" name="상자"/>
          <p:cNvSpPr>
            <a:spLocks noGrp="1"/>
          </p:cNvSpPr>
          <p:nvPr>
            <p:ph type="body" sz="quarter" idx="92"/>
          </p:nvPr>
        </p:nvSpPr>
        <p:spPr>
          <a:xfrm>
            <a:off x="2251291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1" name="알약 칸"/>
          <p:cNvSpPr/>
          <p:nvPr/>
        </p:nvSpPr>
        <p:spPr>
          <a:xfrm>
            <a:off x="536870" y="6606783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2" name="알약 칸"/>
          <p:cNvSpPr>
            <a:spLocks noGrp="1"/>
          </p:cNvSpPr>
          <p:nvPr>
            <p:ph type="body" sz="quarter" idx="93"/>
          </p:nvPr>
        </p:nvSpPr>
        <p:spPr>
          <a:xfrm>
            <a:off x="536870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3" name="Connector 119"/>
          <p:cNvCxnSpPr/>
          <p:nvPr/>
        </p:nvCxnSpPr>
        <p:spPr>
          <a:xfrm>
            <a:off x="1939578" y="6754696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4" name="연결 점"/>
          <p:cNvSpPr/>
          <p:nvPr/>
        </p:nvSpPr>
        <p:spPr>
          <a:xfrm>
            <a:off x="1917665" y="67327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5" name="상자"/>
          <p:cNvSpPr/>
          <p:nvPr/>
        </p:nvSpPr>
        <p:spPr>
          <a:xfrm>
            <a:off x="2251291" y="6606783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6" name="상자"/>
          <p:cNvSpPr>
            <a:spLocks noGrp="1"/>
          </p:cNvSpPr>
          <p:nvPr>
            <p:ph type="body" sz="quarter" idx="94"/>
          </p:nvPr>
        </p:nvSpPr>
        <p:spPr>
          <a:xfrm>
            <a:off x="2251291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7" name="머리"/>
          <p:cNvSpPr/>
          <p:nvPr/>
        </p:nvSpPr>
        <p:spPr>
          <a:xfrm>
            <a:off x="3719739" y="5631652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8" name="태그"/>
          <p:cNvSpPr/>
          <p:nvPr/>
        </p:nvSpPr>
        <p:spPr>
          <a:xfrm>
            <a:off x="3763565" y="5670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9" name="태그"/>
          <p:cNvSpPr>
            <a:spLocks noGrp="1"/>
          </p:cNvSpPr>
          <p:nvPr>
            <p:ph type="body" sz="quarter" idx="95"/>
          </p:nvPr>
        </p:nvSpPr>
        <p:spPr>
          <a:xfrm>
            <a:off x="3763565" y="5670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70" name="머리 글"/>
          <p:cNvSpPr>
            <a:spLocks noGrp="1"/>
          </p:cNvSpPr>
          <p:nvPr>
            <p:ph type="body" sz="quarter" idx="96"/>
          </p:nvPr>
        </p:nvSpPr>
        <p:spPr>
          <a:xfrm>
            <a:off x="4125537" y="5631652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1" name="삼각 화살표"/>
          <p:cNvSpPr/>
          <p:nvPr/>
        </p:nvSpPr>
        <p:spPr>
          <a:xfrm>
            <a:off x="6743739" y="5686434"/>
            <a:ext cx="76695" cy="131479"/>
          </a:xfrm>
          <a:custGeom>
            <a:avLst/>
            <a:gdLst/>
            <a:ahLst/>
            <a:cxnLst/>
            <a:rect l="l" t="t" r="r" b="b"/>
            <a:pathLst>
              <a:path w="76695" h="131479">
                <a:moveTo>
                  <a:pt x="0" y="0"/>
                </a:moveTo>
                <a:lnTo>
                  <a:pt x="0" y="131479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알약 칸"/>
          <p:cNvSpPr/>
          <p:nvPr/>
        </p:nvSpPr>
        <p:spPr>
          <a:xfrm>
            <a:off x="3719739" y="5927478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3" name="알약 칸"/>
          <p:cNvSpPr>
            <a:spLocks noGrp="1"/>
          </p:cNvSpPr>
          <p:nvPr>
            <p:ph type="body" sz="quarter" idx="97"/>
          </p:nvPr>
        </p:nvSpPr>
        <p:spPr>
          <a:xfrm>
            <a:off x="3719739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4" name="Connector 127"/>
          <p:cNvCxnSpPr/>
          <p:nvPr/>
        </p:nvCxnSpPr>
        <p:spPr>
          <a:xfrm>
            <a:off x="5122448" y="6075391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5" name="연결 점"/>
          <p:cNvSpPr/>
          <p:nvPr/>
        </p:nvSpPr>
        <p:spPr>
          <a:xfrm>
            <a:off x="5100535" y="605347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6" name="상자"/>
          <p:cNvSpPr/>
          <p:nvPr/>
        </p:nvSpPr>
        <p:spPr>
          <a:xfrm>
            <a:off x="5434161" y="5927478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7" name="상자"/>
          <p:cNvSpPr>
            <a:spLocks noGrp="1"/>
          </p:cNvSpPr>
          <p:nvPr>
            <p:ph type="body" sz="quarter" idx="98"/>
          </p:nvPr>
        </p:nvSpPr>
        <p:spPr>
          <a:xfrm>
            <a:off x="5434161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8" name="알약 칸"/>
          <p:cNvSpPr/>
          <p:nvPr/>
        </p:nvSpPr>
        <p:spPr>
          <a:xfrm>
            <a:off x="3719739" y="6267130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9" name="알약 칸"/>
          <p:cNvSpPr>
            <a:spLocks noGrp="1"/>
          </p:cNvSpPr>
          <p:nvPr>
            <p:ph type="body" sz="quarter" idx="99"/>
          </p:nvPr>
        </p:nvSpPr>
        <p:spPr>
          <a:xfrm>
            <a:off x="3719739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80" name="Connector 131"/>
          <p:cNvCxnSpPr/>
          <p:nvPr/>
        </p:nvCxnSpPr>
        <p:spPr>
          <a:xfrm>
            <a:off x="5122448" y="6415043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1" name="연결 점"/>
          <p:cNvSpPr/>
          <p:nvPr/>
        </p:nvSpPr>
        <p:spPr>
          <a:xfrm>
            <a:off x="5100535" y="6393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2" name="상자"/>
          <p:cNvSpPr/>
          <p:nvPr/>
        </p:nvSpPr>
        <p:spPr>
          <a:xfrm>
            <a:off x="5434161" y="6267130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3" name="상자"/>
          <p:cNvSpPr>
            <a:spLocks noGrp="1"/>
          </p:cNvSpPr>
          <p:nvPr>
            <p:ph type="body" sz="quarter" idx="100"/>
          </p:nvPr>
        </p:nvSpPr>
        <p:spPr>
          <a:xfrm>
            <a:off x="5434161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4" name="알약 칸"/>
          <p:cNvSpPr/>
          <p:nvPr/>
        </p:nvSpPr>
        <p:spPr>
          <a:xfrm>
            <a:off x="3719739" y="6606783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5" name="알약 칸"/>
          <p:cNvSpPr>
            <a:spLocks noGrp="1"/>
          </p:cNvSpPr>
          <p:nvPr>
            <p:ph type="body" sz="quarter" idx="101"/>
          </p:nvPr>
        </p:nvSpPr>
        <p:spPr>
          <a:xfrm>
            <a:off x="3719739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6" name="Connector 135"/>
          <p:cNvCxnSpPr/>
          <p:nvPr/>
        </p:nvCxnSpPr>
        <p:spPr>
          <a:xfrm>
            <a:off x="5122448" y="6754696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7" name="연결 점"/>
          <p:cNvSpPr/>
          <p:nvPr/>
        </p:nvSpPr>
        <p:spPr>
          <a:xfrm>
            <a:off x="5100535" y="67327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8" name="상자"/>
          <p:cNvSpPr/>
          <p:nvPr/>
        </p:nvSpPr>
        <p:spPr>
          <a:xfrm>
            <a:off x="5434161" y="6606783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9" name="상자"/>
          <p:cNvSpPr>
            <a:spLocks noGrp="1"/>
          </p:cNvSpPr>
          <p:nvPr>
            <p:ph type="body" sz="quarter" idx="102"/>
          </p:nvPr>
        </p:nvSpPr>
        <p:spPr>
          <a:xfrm>
            <a:off x="5434161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931165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926778" y="2095513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926778" y="2095513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281774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347652" y="1974991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74991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2002259" y="1964035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4" name="태그"/>
          <p:cNvSpPr/>
          <p:nvPr/>
        </p:nvSpPr>
        <p:spPr>
          <a:xfrm>
            <a:off x="1347652" y="2172209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172209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2002259" y="2161252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385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9" name="단계"/>
          <p:cNvSpPr/>
          <p:nvPr/>
        </p:nvSpPr>
        <p:spPr>
          <a:xfrm>
            <a:off x="3230348" y="2385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3230348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1" name="단계"/>
          <p:cNvSpPr/>
          <p:nvPr/>
        </p:nvSpPr>
        <p:spPr>
          <a:xfrm>
            <a:off x="5113043" y="2385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5113043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3230347" y="2385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113043" y="2385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63786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241304" y="263786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3230348" y="2670730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263786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5113043" y="2670730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002243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924173" y="3046070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0"/>
          </p:nvPr>
        </p:nvSpPr>
        <p:spPr>
          <a:xfrm>
            <a:off x="924173" y="3046070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232330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04607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04607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2013174" y="3035113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3243287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3243287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2013174" y="323233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0" name="단계"/>
          <p:cNvSpPr/>
          <p:nvPr/>
        </p:nvSpPr>
        <p:spPr>
          <a:xfrm>
            <a:off x="1347652" y="3456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456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2" name="단계"/>
          <p:cNvSpPr/>
          <p:nvPr/>
        </p:nvSpPr>
        <p:spPr>
          <a:xfrm>
            <a:off x="3230348" y="3456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456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4" name="단계"/>
          <p:cNvSpPr/>
          <p:nvPr/>
        </p:nvSpPr>
        <p:spPr>
          <a:xfrm>
            <a:off x="5113043" y="3456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456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6" name="단계 삼각형"/>
          <p:cNvSpPr/>
          <p:nvPr/>
        </p:nvSpPr>
        <p:spPr>
          <a:xfrm>
            <a:off x="3230347" y="3456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단계 삼각형"/>
          <p:cNvSpPr/>
          <p:nvPr/>
        </p:nvSpPr>
        <p:spPr>
          <a:xfrm>
            <a:off x="5113043" y="3456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3708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3708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0" name="Connector 49"/>
          <p:cNvCxnSpPr/>
          <p:nvPr/>
        </p:nvCxnSpPr>
        <p:spPr>
          <a:xfrm>
            <a:off x="3230348" y="37418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3708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2" name="Connector 51"/>
          <p:cNvCxnSpPr/>
          <p:nvPr/>
        </p:nvCxnSpPr>
        <p:spPr>
          <a:xfrm>
            <a:off x="5113043" y="37418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레일"/>
          <p:cNvSpPr/>
          <p:nvPr/>
        </p:nvSpPr>
        <p:spPr>
          <a:xfrm>
            <a:off x="734087" y="4073322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레일 태그"/>
          <p:cNvSpPr/>
          <p:nvPr/>
        </p:nvSpPr>
        <p:spPr>
          <a:xfrm>
            <a:off x="917662" y="4237670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5" name="레일 태그"/>
          <p:cNvSpPr>
            <a:spLocks noGrp="1"/>
          </p:cNvSpPr>
          <p:nvPr>
            <p:ph type="body" sz="quarter" idx="52"/>
          </p:nvPr>
        </p:nvSpPr>
        <p:spPr>
          <a:xfrm>
            <a:off x="917662" y="4237670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6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4423930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734086" y="407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"/>
          <p:cNvSpPr/>
          <p:nvPr/>
        </p:nvSpPr>
        <p:spPr>
          <a:xfrm>
            <a:off x="1347652" y="4095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4"/>
          </p:nvPr>
        </p:nvSpPr>
        <p:spPr>
          <a:xfrm>
            <a:off x="1347652" y="4095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0" name="단계"/>
          <p:cNvSpPr/>
          <p:nvPr/>
        </p:nvSpPr>
        <p:spPr>
          <a:xfrm>
            <a:off x="3230348" y="4095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5"/>
          </p:nvPr>
        </p:nvSpPr>
        <p:spPr>
          <a:xfrm>
            <a:off x="3230348" y="4095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2" name="단계"/>
          <p:cNvSpPr/>
          <p:nvPr/>
        </p:nvSpPr>
        <p:spPr>
          <a:xfrm>
            <a:off x="5113043" y="4095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6"/>
          </p:nvPr>
        </p:nvSpPr>
        <p:spPr>
          <a:xfrm>
            <a:off x="5113043" y="4095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4" name="단계 삼각형"/>
          <p:cNvSpPr/>
          <p:nvPr/>
        </p:nvSpPr>
        <p:spPr>
          <a:xfrm>
            <a:off x="3230347" y="4095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113043" y="4095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4347235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4347235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8" name="Connector 63"/>
          <p:cNvCxnSpPr/>
          <p:nvPr/>
        </p:nvCxnSpPr>
        <p:spPr>
          <a:xfrm>
            <a:off x="3230348" y="4380104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4347235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0" name="Connector 65"/>
          <p:cNvCxnSpPr/>
          <p:nvPr/>
        </p:nvCxnSpPr>
        <p:spPr>
          <a:xfrm>
            <a:off x="5113043" y="4380104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머리칸"/>
          <p:cNvSpPr/>
          <p:nvPr/>
        </p:nvSpPr>
        <p:spPr>
          <a:xfrm>
            <a:off x="1347652" y="46704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2" name="머리칸"/>
          <p:cNvSpPr>
            <a:spLocks noGrp="1"/>
          </p:cNvSpPr>
          <p:nvPr>
            <p:ph type="body" sz="quarter" idx="60"/>
          </p:nvPr>
        </p:nvSpPr>
        <p:spPr>
          <a:xfrm>
            <a:off x="1347652" y="46704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3" name="머리칸"/>
          <p:cNvSpPr/>
          <p:nvPr/>
        </p:nvSpPr>
        <p:spPr>
          <a:xfrm>
            <a:off x="3230348" y="46704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61"/>
          </p:nvPr>
        </p:nvSpPr>
        <p:spPr>
          <a:xfrm>
            <a:off x="3230348" y="46704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5" name="머리칸"/>
          <p:cNvSpPr/>
          <p:nvPr/>
        </p:nvSpPr>
        <p:spPr>
          <a:xfrm>
            <a:off x="5113043" y="46704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2"/>
          </p:nvPr>
        </p:nvSpPr>
        <p:spPr>
          <a:xfrm>
            <a:off x="5113043" y="46704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49114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4"/>
          </p:nvPr>
        </p:nvSpPr>
        <p:spPr>
          <a:xfrm>
            <a:off x="3241304" y="49114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99" name="Connector 71"/>
          <p:cNvCxnSpPr/>
          <p:nvPr/>
        </p:nvCxnSpPr>
        <p:spPr>
          <a:xfrm>
            <a:off x="3230348" y="49443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5"/>
          </p:nvPr>
        </p:nvSpPr>
        <p:spPr>
          <a:xfrm>
            <a:off x="5124000" y="49114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1" name="Connector 73"/>
          <p:cNvCxnSpPr/>
          <p:nvPr/>
        </p:nvCxnSpPr>
        <p:spPr>
          <a:xfrm>
            <a:off x="5113043" y="49443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주요성과 박스"/>
          <p:cNvSpPr/>
          <p:nvPr/>
        </p:nvSpPr>
        <p:spPr>
          <a:xfrm>
            <a:off x="723130" y="5426452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주요성과 라벨"/>
          <p:cNvSpPr/>
          <p:nvPr/>
        </p:nvSpPr>
        <p:spPr>
          <a:xfrm>
            <a:off x="756000" y="5459322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756000" y="5459322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5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501043" y="5442887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6888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6888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539391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539391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801859" y="1528435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1736609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736609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801859" y="1725652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30" name="태그"/>
          <p:cNvSpPr/>
          <p:nvPr/>
        </p:nvSpPr>
        <p:spPr>
          <a:xfrm>
            <a:off x="1161391" y="1933826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33826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801859" y="1922870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52957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481290" y="2317304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481290" y="2317304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03565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152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1161391" y="219678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161391" y="219678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1567189" y="2185826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1" name="태그"/>
          <p:cNvSpPr/>
          <p:nvPr/>
        </p:nvSpPr>
        <p:spPr>
          <a:xfrm>
            <a:off x="1161391" y="239400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239400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37"/>
          </p:nvPr>
        </p:nvSpPr>
        <p:spPr>
          <a:xfrm>
            <a:off x="1567189" y="238304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0765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260765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6" name="단계"/>
          <p:cNvSpPr/>
          <p:nvPr/>
        </p:nvSpPr>
        <p:spPr>
          <a:xfrm>
            <a:off x="3985435" y="260765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260765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985434" y="2607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596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8596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3985435" y="28925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주요성과 박스"/>
          <p:cNvSpPr/>
          <p:nvPr/>
        </p:nvSpPr>
        <p:spPr>
          <a:xfrm>
            <a:off x="536870" y="3300730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주요성과 라벨"/>
          <p:cNvSpPr/>
          <p:nvPr/>
        </p:nvSpPr>
        <p:spPr>
          <a:xfrm>
            <a:off x="569739" y="3333600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3336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5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317165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6" name="표 외곽"/>
          <p:cNvSpPr/>
          <p:nvPr/>
        </p:nvSpPr>
        <p:spPr>
          <a:xfrm>
            <a:off x="536870" y="3868904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85339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433971" y="3929165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4"/>
          </p:nvPr>
        </p:nvSpPr>
        <p:spPr>
          <a:xfrm>
            <a:off x="433971" y="3929165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4115426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1" name="태그"/>
          <p:cNvSpPr/>
          <p:nvPr/>
        </p:nvSpPr>
        <p:spPr>
          <a:xfrm>
            <a:off x="1161391" y="3929165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929165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7"/>
          </p:nvPr>
        </p:nvSpPr>
        <p:spPr>
          <a:xfrm>
            <a:off x="1925767" y="3918209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4" name="태그"/>
          <p:cNvSpPr/>
          <p:nvPr/>
        </p:nvSpPr>
        <p:spPr>
          <a:xfrm>
            <a:off x="1161391" y="4126383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4126383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49"/>
          </p:nvPr>
        </p:nvSpPr>
        <p:spPr>
          <a:xfrm>
            <a:off x="1925767" y="4115426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7" name="단계"/>
          <p:cNvSpPr/>
          <p:nvPr/>
        </p:nvSpPr>
        <p:spPr>
          <a:xfrm>
            <a:off x="1161391" y="43400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4340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9" name="단계"/>
          <p:cNvSpPr/>
          <p:nvPr/>
        </p:nvSpPr>
        <p:spPr>
          <a:xfrm>
            <a:off x="3044087" y="43400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4340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1" name="단계"/>
          <p:cNvSpPr/>
          <p:nvPr/>
        </p:nvSpPr>
        <p:spPr>
          <a:xfrm>
            <a:off x="4926783" y="43400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4340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3" name="단계 삼각형"/>
          <p:cNvSpPr/>
          <p:nvPr/>
        </p:nvSpPr>
        <p:spPr>
          <a:xfrm>
            <a:off x="3044086" y="43400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 삼각형"/>
          <p:cNvSpPr/>
          <p:nvPr/>
        </p:nvSpPr>
        <p:spPr>
          <a:xfrm>
            <a:off x="4926782" y="43400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592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592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7" name="Connector 55"/>
          <p:cNvCxnSpPr/>
          <p:nvPr/>
        </p:nvCxnSpPr>
        <p:spPr>
          <a:xfrm>
            <a:off x="3044087" y="4624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592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9" name="Connector 57"/>
          <p:cNvCxnSpPr/>
          <p:nvPr/>
        </p:nvCxnSpPr>
        <p:spPr>
          <a:xfrm>
            <a:off x="4926783" y="4624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주요성과 박스"/>
          <p:cNvSpPr/>
          <p:nvPr/>
        </p:nvSpPr>
        <p:spPr>
          <a:xfrm>
            <a:off x="536870" y="5027635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주요성과 라벨"/>
          <p:cNvSpPr/>
          <p:nvPr/>
        </p:nvSpPr>
        <p:spPr>
          <a:xfrm>
            <a:off x="569739" y="506050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2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569739" y="506050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3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50440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4" name="표 외곽"/>
          <p:cNvSpPr/>
          <p:nvPr/>
        </p:nvSpPr>
        <p:spPr>
          <a:xfrm>
            <a:off x="536870" y="5382939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"/>
          <p:cNvSpPr/>
          <p:nvPr/>
        </p:nvSpPr>
        <p:spPr>
          <a:xfrm>
            <a:off x="547826" y="5399374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 태그"/>
          <p:cNvSpPr/>
          <p:nvPr/>
        </p:nvSpPr>
        <p:spPr>
          <a:xfrm>
            <a:off x="324203" y="5443200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7" name="레일 태그"/>
          <p:cNvSpPr>
            <a:spLocks noGrp="1"/>
          </p:cNvSpPr>
          <p:nvPr>
            <p:ph type="body" sz="quarter" idx="58"/>
          </p:nvPr>
        </p:nvSpPr>
        <p:spPr>
          <a:xfrm>
            <a:off x="324203" y="5443200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8" name="레일 라벨"/>
          <p:cNvSpPr>
            <a:spLocks noGrp="1"/>
          </p:cNvSpPr>
          <p:nvPr>
            <p:ph type="body" sz="quarter" idx="59"/>
          </p:nvPr>
        </p:nvSpPr>
        <p:spPr>
          <a:xfrm>
            <a:off x="547826" y="5629461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9" name="태그"/>
          <p:cNvSpPr/>
          <p:nvPr/>
        </p:nvSpPr>
        <p:spPr>
          <a:xfrm>
            <a:off x="1161391" y="544320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60"/>
          </p:nvPr>
        </p:nvSpPr>
        <p:spPr>
          <a:xfrm>
            <a:off x="1161391" y="544320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61"/>
          </p:nvPr>
        </p:nvSpPr>
        <p:spPr>
          <a:xfrm>
            <a:off x="1567189" y="543224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2" name="태그"/>
          <p:cNvSpPr/>
          <p:nvPr/>
        </p:nvSpPr>
        <p:spPr>
          <a:xfrm>
            <a:off x="1161391" y="56404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62"/>
          </p:nvPr>
        </p:nvSpPr>
        <p:spPr>
          <a:xfrm>
            <a:off x="1161391" y="56404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3"/>
          </p:nvPr>
        </p:nvSpPr>
        <p:spPr>
          <a:xfrm>
            <a:off x="1567189" y="56294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5" name="단계"/>
          <p:cNvSpPr/>
          <p:nvPr/>
        </p:nvSpPr>
        <p:spPr>
          <a:xfrm>
            <a:off x="1161391" y="585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6" name="단계"/>
          <p:cNvSpPr>
            <a:spLocks noGrp="1"/>
          </p:cNvSpPr>
          <p:nvPr>
            <p:ph type="body" sz="quarter" idx="64"/>
          </p:nvPr>
        </p:nvSpPr>
        <p:spPr>
          <a:xfrm>
            <a:off x="1161391" y="585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7" name="단계"/>
          <p:cNvSpPr/>
          <p:nvPr/>
        </p:nvSpPr>
        <p:spPr>
          <a:xfrm>
            <a:off x="3044087" y="585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8" name="단계"/>
          <p:cNvSpPr>
            <a:spLocks noGrp="1"/>
          </p:cNvSpPr>
          <p:nvPr>
            <p:ph type="body" sz="quarter" idx="65"/>
          </p:nvPr>
        </p:nvSpPr>
        <p:spPr>
          <a:xfrm>
            <a:off x="3044087" y="585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9" name="단계"/>
          <p:cNvSpPr/>
          <p:nvPr/>
        </p:nvSpPr>
        <p:spPr>
          <a:xfrm>
            <a:off x="4926783" y="585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6"/>
          </p:nvPr>
        </p:nvSpPr>
        <p:spPr>
          <a:xfrm>
            <a:off x="4926783" y="585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1" name="단계 삼각형"/>
          <p:cNvSpPr/>
          <p:nvPr/>
        </p:nvSpPr>
        <p:spPr>
          <a:xfrm>
            <a:off x="3044086" y="585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단계 삼각형"/>
          <p:cNvSpPr/>
          <p:nvPr/>
        </p:nvSpPr>
        <p:spPr>
          <a:xfrm>
            <a:off x="4926782" y="585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7"/>
          </p:nvPr>
        </p:nvSpPr>
        <p:spPr>
          <a:xfrm>
            <a:off x="1172348" y="610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8"/>
          </p:nvPr>
        </p:nvSpPr>
        <p:spPr>
          <a:xfrm>
            <a:off x="3055043" y="610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5" name="Connector 76"/>
          <p:cNvCxnSpPr/>
          <p:nvPr/>
        </p:nvCxnSpPr>
        <p:spPr>
          <a:xfrm>
            <a:off x="3044087" y="613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9"/>
          </p:nvPr>
        </p:nvSpPr>
        <p:spPr>
          <a:xfrm>
            <a:off x="4937739" y="610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7" name="Connector 78"/>
          <p:cNvCxnSpPr/>
          <p:nvPr/>
        </p:nvCxnSpPr>
        <p:spPr>
          <a:xfrm>
            <a:off x="4926783" y="613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주요성과 박스"/>
          <p:cNvSpPr/>
          <p:nvPr/>
        </p:nvSpPr>
        <p:spPr>
          <a:xfrm>
            <a:off x="536870" y="654714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주요성과 라벨"/>
          <p:cNvSpPr/>
          <p:nvPr/>
        </p:nvSpPr>
        <p:spPr>
          <a:xfrm>
            <a:off x="569739" y="6580017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0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569739" y="6580017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1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314783" y="656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1" name="틀"/>
          <p:cNvSpPr/>
          <p:nvPr/>
        </p:nvSpPr>
        <p:spPr>
          <a:xfrm>
            <a:off x="723130" y="162438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635339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35339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4" name="칸 제목 띠"/>
          <p:cNvSpPr/>
          <p:nvPr/>
        </p:nvSpPr>
        <p:spPr>
          <a:xfrm>
            <a:off x="1380522" y="1657252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칸 제목"/>
          <p:cNvSpPr>
            <a:spLocks noGrp="1"/>
          </p:cNvSpPr>
          <p:nvPr>
            <p:ph type="body" sz="quarter" idx="26"/>
          </p:nvPr>
        </p:nvSpPr>
        <p:spPr>
          <a:xfrm>
            <a:off x="1380522" y="1657252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236956" y="1854469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91478" y="1920209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8" name="칸 제목 띠"/>
          <p:cNvSpPr/>
          <p:nvPr/>
        </p:nvSpPr>
        <p:spPr>
          <a:xfrm>
            <a:off x="3257739" y="1657252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칸 제목"/>
          <p:cNvSpPr>
            <a:spLocks noGrp="1"/>
          </p:cNvSpPr>
          <p:nvPr>
            <p:ph type="body" sz="quarter" idx="28"/>
          </p:nvPr>
        </p:nvSpPr>
        <p:spPr>
          <a:xfrm>
            <a:off x="3257739" y="1657252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0" name="삼각 화살표"/>
          <p:cNvSpPr/>
          <p:nvPr/>
        </p:nvSpPr>
        <p:spPr>
          <a:xfrm>
            <a:off x="4114173" y="1854469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사진 칸"/>
          <p:cNvSpPr/>
          <p:nvPr/>
        </p:nvSpPr>
        <p:spPr>
          <a:xfrm>
            <a:off x="4211979" y="1931165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2" name="사진 칸"/>
          <p:cNvSpPr>
            <a:spLocks noGrp="1"/>
          </p:cNvSpPr>
          <p:nvPr>
            <p:ph type="body" sz="quarter" idx="29"/>
          </p:nvPr>
        </p:nvSpPr>
        <p:spPr>
          <a:xfrm>
            <a:off x="4211979" y="1931165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268696" y="1920209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235826" y="1909252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제목 띠"/>
          <p:cNvSpPr/>
          <p:nvPr/>
        </p:nvSpPr>
        <p:spPr>
          <a:xfrm>
            <a:off x="5134957" y="1657252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칸 제목"/>
          <p:cNvSpPr>
            <a:spLocks noGrp="1"/>
          </p:cNvSpPr>
          <p:nvPr>
            <p:ph type="body" sz="quarter" idx="31"/>
          </p:nvPr>
        </p:nvSpPr>
        <p:spPr>
          <a:xfrm>
            <a:off x="5134957" y="1657252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7" name="삼각 화살표"/>
          <p:cNvSpPr/>
          <p:nvPr/>
        </p:nvSpPr>
        <p:spPr>
          <a:xfrm>
            <a:off x="5991391" y="1854469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5145913" y="1920209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5113043" y="1909252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723130" y="2818643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942261" y="2873426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873426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34"/>
          </p:nvPr>
        </p:nvSpPr>
        <p:spPr>
          <a:xfrm>
            <a:off x="1875360" y="2818643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4" name="표 외곽"/>
          <p:cNvSpPr/>
          <p:nvPr/>
        </p:nvSpPr>
        <p:spPr>
          <a:xfrm>
            <a:off x="723130" y="3136383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152817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52817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31747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1747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9" name="단계"/>
          <p:cNvSpPr/>
          <p:nvPr/>
        </p:nvSpPr>
        <p:spPr>
          <a:xfrm>
            <a:off x="3230348" y="31747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1747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1" name="단계"/>
          <p:cNvSpPr/>
          <p:nvPr/>
        </p:nvSpPr>
        <p:spPr>
          <a:xfrm>
            <a:off x="5113043" y="31747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1747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3230347" y="31747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113043" y="31747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42673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42673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230348" y="3459600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42673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59" name="Connector 43"/>
          <p:cNvCxnSpPr/>
          <p:nvPr/>
        </p:nvCxnSpPr>
        <p:spPr>
          <a:xfrm>
            <a:off x="5113043" y="3459600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45913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9459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단계"/>
          <p:cNvSpPr/>
          <p:nvPr/>
        </p:nvSpPr>
        <p:spPr>
          <a:xfrm>
            <a:off x="1347652" y="39678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967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5" name="단계"/>
          <p:cNvSpPr/>
          <p:nvPr/>
        </p:nvSpPr>
        <p:spPr>
          <a:xfrm>
            <a:off x="3230348" y="39678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4"/>
          </p:nvPr>
        </p:nvSpPr>
        <p:spPr>
          <a:xfrm>
            <a:off x="3230348" y="3967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7" name="단계"/>
          <p:cNvSpPr/>
          <p:nvPr/>
        </p:nvSpPr>
        <p:spPr>
          <a:xfrm>
            <a:off x="5113043" y="39678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5"/>
          </p:nvPr>
        </p:nvSpPr>
        <p:spPr>
          <a:xfrm>
            <a:off x="5113043" y="3967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69" name="단계 삼각형"/>
          <p:cNvSpPr/>
          <p:nvPr/>
        </p:nvSpPr>
        <p:spPr>
          <a:xfrm>
            <a:off x="3230347" y="39678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 삼각형"/>
          <p:cNvSpPr/>
          <p:nvPr/>
        </p:nvSpPr>
        <p:spPr>
          <a:xfrm>
            <a:off x="5113043" y="396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198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3241304" y="42198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3" name="Connector 53"/>
          <p:cNvCxnSpPr/>
          <p:nvPr/>
        </p:nvCxnSpPr>
        <p:spPr>
          <a:xfrm>
            <a:off x="3230348" y="42526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칸 본문"/>
          <p:cNvSpPr>
            <a:spLocks noGrp="1"/>
          </p:cNvSpPr>
          <p:nvPr>
            <p:ph type="body" sz="quarter" idx="48"/>
          </p:nvPr>
        </p:nvSpPr>
        <p:spPr>
          <a:xfrm>
            <a:off x="5124000" y="42198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5113043" y="42526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캡션 띠"/>
          <p:cNvSpPr/>
          <p:nvPr/>
        </p:nvSpPr>
        <p:spPr>
          <a:xfrm>
            <a:off x="723130" y="460612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태그"/>
          <p:cNvSpPr/>
          <p:nvPr/>
        </p:nvSpPr>
        <p:spPr>
          <a:xfrm>
            <a:off x="1051826" y="464994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49"/>
          </p:nvPr>
        </p:nvSpPr>
        <p:spPr>
          <a:xfrm>
            <a:off x="1051826" y="464994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캡션"/>
          <p:cNvSpPr>
            <a:spLocks noGrp="1"/>
          </p:cNvSpPr>
          <p:nvPr>
            <p:ph type="body" sz="quarter" idx="50"/>
          </p:nvPr>
        </p:nvSpPr>
        <p:spPr>
          <a:xfrm>
            <a:off x="1655249" y="460612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0" name="표 외곽"/>
          <p:cNvSpPr/>
          <p:nvPr/>
        </p:nvSpPr>
        <p:spPr>
          <a:xfrm>
            <a:off x="723130" y="4912904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레일"/>
          <p:cNvSpPr/>
          <p:nvPr/>
        </p:nvSpPr>
        <p:spPr>
          <a:xfrm>
            <a:off x="734087" y="4929339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4929339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3" name="단계"/>
          <p:cNvSpPr/>
          <p:nvPr/>
        </p:nvSpPr>
        <p:spPr>
          <a:xfrm>
            <a:off x="1347652" y="4951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2"/>
          </p:nvPr>
        </p:nvSpPr>
        <p:spPr>
          <a:xfrm>
            <a:off x="1347652" y="4951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5" name="단계"/>
          <p:cNvSpPr/>
          <p:nvPr/>
        </p:nvSpPr>
        <p:spPr>
          <a:xfrm>
            <a:off x="3230348" y="4951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3"/>
          </p:nvPr>
        </p:nvSpPr>
        <p:spPr>
          <a:xfrm>
            <a:off x="3230348" y="4951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7" name="단계"/>
          <p:cNvSpPr/>
          <p:nvPr/>
        </p:nvSpPr>
        <p:spPr>
          <a:xfrm>
            <a:off x="5113043" y="4951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4"/>
          </p:nvPr>
        </p:nvSpPr>
        <p:spPr>
          <a:xfrm>
            <a:off x="5113043" y="4951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89" name="단계 삼각형"/>
          <p:cNvSpPr/>
          <p:nvPr/>
        </p:nvSpPr>
        <p:spPr>
          <a:xfrm>
            <a:off x="3230347" y="4951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단계 삼각형"/>
          <p:cNvSpPr/>
          <p:nvPr/>
        </p:nvSpPr>
        <p:spPr>
          <a:xfrm>
            <a:off x="5113043" y="4951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203252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203252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0348" y="5236122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203252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13043" y="5236122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16957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7" name="사진 칸"/>
          <p:cNvSpPr/>
          <p:nvPr/>
        </p:nvSpPr>
        <p:spPr>
          <a:xfrm>
            <a:off x="5916522" y="5722435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사진 칸"/>
          <p:cNvSpPr>
            <a:spLocks noGrp="1"/>
          </p:cNvSpPr>
          <p:nvPr>
            <p:ph type="body" sz="quarter" idx="59"/>
          </p:nvPr>
        </p:nvSpPr>
        <p:spPr>
          <a:xfrm>
            <a:off x="5916522" y="5722435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9" name="레일"/>
          <p:cNvSpPr/>
          <p:nvPr/>
        </p:nvSpPr>
        <p:spPr>
          <a:xfrm>
            <a:off x="734087" y="6177130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0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17713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1" name="레일 삼각형"/>
          <p:cNvSpPr/>
          <p:nvPr/>
        </p:nvSpPr>
        <p:spPr>
          <a:xfrm>
            <a:off x="734086" y="6177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단계"/>
          <p:cNvSpPr/>
          <p:nvPr/>
        </p:nvSpPr>
        <p:spPr>
          <a:xfrm>
            <a:off x="1347652" y="6199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3" name="단계"/>
          <p:cNvSpPr>
            <a:spLocks noGrp="1"/>
          </p:cNvSpPr>
          <p:nvPr>
            <p:ph type="body" sz="quarter" idx="61"/>
          </p:nvPr>
        </p:nvSpPr>
        <p:spPr>
          <a:xfrm>
            <a:off x="1347652" y="6199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4" name="단계"/>
          <p:cNvSpPr/>
          <p:nvPr/>
        </p:nvSpPr>
        <p:spPr>
          <a:xfrm>
            <a:off x="3230348" y="6199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5" name="단계"/>
          <p:cNvSpPr>
            <a:spLocks noGrp="1"/>
          </p:cNvSpPr>
          <p:nvPr>
            <p:ph type="body" sz="quarter" idx="62"/>
          </p:nvPr>
        </p:nvSpPr>
        <p:spPr>
          <a:xfrm>
            <a:off x="3230348" y="6199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6" name="단계"/>
          <p:cNvSpPr/>
          <p:nvPr/>
        </p:nvSpPr>
        <p:spPr>
          <a:xfrm>
            <a:off x="5113043" y="6199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7" name="단계"/>
          <p:cNvSpPr>
            <a:spLocks noGrp="1"/>
          </p:cNvSpPr>
          <p:nvPr>
            <p:ph type="body" sz="quarter" idx="63"/>
          </p:nvPr>
        </p:nvSpPr>
        <p:spPr>
          <a:xfrm>
            <a:off x="5113043" y="6199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8" name="단계 삼각형"/>
          <p:cNvSpPr/>
          <p:nvPr/>
        </p:nvSpPr>
        <p:spPr>
          <a:xfrm>
            <a:off x="3230347" y="6199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단계 삼각형"/>
          <p:cNvSpPr/>
          <p:nvPr/>
        </p:nvSpPr>
        <p:spPr>
          <a:xfrm>
            <a:off x="5113043" y="6199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칸 본문"/>
          <p:cNvSpPr>
            <a:spLocks noGrp="1"/>
          </p:cNvSpPr>
          <p:nvPr>
            <p:ph type="body" sz="quarter" idx="64"/>
          </p:nvPr>
        </p:nvSpPr>
        <p:spPr>
          <a:xfrm>
            <a:off x="1358609" y="645104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5"/>
          </p:nvPr>
        </p:nvSpPr>
        <p:spPr>
          <a:xfrm>
            <a:off x="3241304" y="645104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2" name="Connector 82"/>
          <p:cNvCxnSpPr/>
          <p:nvPr/>
        </p:nvCxnSpPr>
        <p:spPr>
          <a:xfrm>
            <a:off x="3230348" y="648391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3" name="칸 본문"/>
          <p:cNvSpPr>
            <a:spLocks noGrp="1"/>
          </p:cNvSpPr>
          <p:nvPr>
            <p:ph type="body" sz="quarter" idx="66"/>
          </p:nvPr>
        </p:nvSpPr>
        <p:spPr>
          <a:xfrm>
            <a:off x="5124000" y="645104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4" name="Connector 84"/>
          <p:cNvCxnSpPr/>
          <p:nvPr/>
        </p:nvCxnSpPr>
        <p:spPr>
          <a:xfrm>
            <a:off x="5113043" y="648391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403843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03843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42575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643022" y="142575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1632065" y="14586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42575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4586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467065" y="142575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4456109" y="14586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31148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3114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311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53061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643022" y="1853061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1632065" y="1885930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1853061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1" name="Connector 31"/>
          <p:cNvCxnSpPr/>
          <p:nvPr/>
        </p:nvCxnSpPr>
        <p:spPr>
          <a:xfrm>
            <a:off x="3985435" y="1885930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467065" y="1853061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3" name="Connector 33"/>
          <p:cNvCxnSpPr/>
          <p:nvPr/>
        </p:nvCxnSpPr>
        <p:spPr>
          <a:xfrm>
            <a:off x="4456109" y="1885930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536869" y="2409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865565" y="24530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4530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7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4091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8" name="표 외곽"/>
          <p:cNvSpPr/>
          <p:nvPr/>
        </p:nvSpPr>
        <p:spPr>
          <a:xfrm>
            <a:off x="536870" y="2715965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"/>
          <p:cNvSpPr/>
          <p:nvPr/>
        </p:nvSpPr>
        <p:spPr>
          <a:xfrm>
            <a:off x="547826" y="2732400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73240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27543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2754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3" name="단계"/>
          <p:cNvSpPr/>
          <p:nvPr/>
        </p:nvSpPr>
        <p:spPr>
          <a:xfrm>
            <a:off x="3044087" y="27543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2754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5" name="단계"/>
          <p:cNvSpPr/>
          <p:nvPr/>
        </p:nvSpPr>
        <p:spPr>
          <a:xfrm>
            <a:off x="4926783" y="27543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2754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044086" y="2754313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4926782" y="2754313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0063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0063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1" name="Connector 46"/>
          <p:cNvCxnSpPr/>
          <p:nvPr/>
        </p:nvCxnSpPr>
        <p:spPr>
          <a:xfrm>
            <a:off x="3044087" y="30391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0063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4926783" y="30391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삼각 화살표"/>
          <p:cNvSpPr/>
          <p:nvPr/>
        </p:nvSpPr>
        <p:spPr>
          <a:xfrm>
            <a:off x="3823826" y="3378834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표 외곽"/>
          <p:cNvSpPr/>
          <p:nvPr/>
        </p:nvSpPr>
        <p:spPr>
          <a:xfrm>
            <a:off x="536870" y="3592487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547826" y="3608922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608922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8" name="배너"/>
          <p:cNvSpPr/>
          <p:nvPr/>
        </p:nvSpPr>
        <p:spPr>
          <a:xfrm>
            <a:off x="1161391" y="36308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36308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70" name="레일"/>
          <p:cNvSpPr/>
          <p:nvPr/>
        </p:nvSpPr>
        <p:spPr>
          <a:xfrm>
            <a:off x="547826" y="3878765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3878765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38787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39006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39006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39006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39006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39006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39006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1417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1417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1" name="Connector 60"/>
          <p:cNvCxnSpPr/>
          <p:nvPr/>
        </p:nvCxnSpPr>
        <p:spPr>
          <a:xfrm>
            <a:off x="3044087" y="41745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1417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3" name="Connector 62"/>
          <p:cNvCxnSpPr/>
          <p:nvPr/>
        </p:nvCxnSpPr>
        <p:spPr>
          <a:xfrm>
            <a:off x="4926783" y="41745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4579983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4579983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6" name="머리칸"/>
          <p:cNvSpPr/>
          <p:nvPr/>
        </p:nvSpPr>
        <p:spPr>
          <a:xfrm>
            <a:off x="1161391" y="46018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46018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8" name="머리칸"/>
          <p:cNvSpPr/>
          <p:nvPr/>
        </p:nvSpPr>
        <p:spPr>
          <a:xfrm>
            <a:off x="3044087" y="46018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9" name="머리칸"/>
          <p:cNvSpPr>
            <a:spLocks noGrp="1"/>
          </p:cNvSpPr>
          <p:nvPr>
            <p:ph type="body" sz="quarter" idx="56"/>
          </p:nvPr>
        </p:nvSpPr>
        <p:spPr>
          <a:xfrm>
            <a:off x="3044087" y="46018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90" name="머리칸"/>
          <p:cNvSpPr/>
          <p:nvPr/>
        </p:nvSpPr>
        <p:spPr>
          <a:xfrm>
            <a:off x="4926783" y="46018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1" name="머리칸"/>
          <p:cNvSpPr>
            <a:spLocks noGrp="1"/>
          </p:cNvSpPr>
          <p:nvPr>
            <p:ph type="body" sz="quarter" idx="57"/>
          </p:nvPr>
        </p:nvSpPr>
        <p:spPr>
          <a:xfrm>
            <a:off x="4926783" y="46018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48429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9"/>
          </p:nvPr>
        </p:nvSpPr>
        <p:spPr>
          <a:xfrm>
            <a:off x="3055043" y="48429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4" name="Connector 69"/>
          <p:cNvCxnSpPr/>
          <p:nvPr/>
        </p:nvCxnSpPr>
        <p:spPr>
          <a:xfrm>
            <a:off x="3044087" y="48758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60"/>
          </p:nvPr>
        </p:nvSpPr>
        <p:spPr>
          <a:xfrm>
            <a:off x="4937739" y="48429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6" name="Connector 71"/>
          <p:cNvCxnSpPr/>
          <p:nvPr/>
        </p:nvCxnSpPr>
        <p:spPr>
          <a:xfrm>
            <a:off x="4926783" y="48758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47826" y="5281200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1"/>
          </p:nvPr>
        </p:nvSpPr>
        <p:spPr>
          <a:xfrm>
            <a:off x="547826" y="528120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9" name="레일 삼각형"/>
          <p:cNvSpPr/>
          <p:nvPr/>
        </p:nvSpPr>
        <p:spPr>
          <a:xfrm>
            <a:off x="547826" y="52812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단계"/>
          <p:cNvSpPr/>
          <p:nvPr/>
        </p:nvSpPr>
        <p:spPr>
          <a:xfrm>
            <a:off x="1161391" y="53031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1" name="단계"/>
          <p:cNvSpPr>
            <a:spLocks noGrp="1"/>
          </p:cNvSpPr>
          <p:nvPr>
            <p:ph type="body" sz="quarter" idx="62"/>
          </p:nvPr>
        </p:nvSpPr>
        <p:spPr>
          <a:xfrm>
            <a:off x="1161391" y="53031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2" name="단계"/>
          <p:cNvSpPr/>
          <p:nvPr/>
        </p:nvSpPr>
        <p:spPr>
          <a:xfrm>
            <a:off x="3044087" y="53031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3" name="단계"/>
          <p:cNvSpPr>
            <a:spLocks noGrp="1"/>
          </p:cNvSpPr>
          <p:nvPr>
            <p:ph type="body" sz="quarter" idx="63"/>
          </p:nvPr>
        </p:nvSpPr>
        <p:spPr>
          <a:xfrm>
            <a:off x="3044087" y="53031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4" name="단계"/>
          <p:cNvSpPr/>
          <p:nvPr/>
        </p:nvSpPr>
        <p:spPr>
          <a:xfrm>
            <a:off x="4926783" y="53031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5" name="단계"/>
          <p:cNvSpPr>
            <a:spLocks noGrp="1"/>
          </p:cNvSpPr>
          <p:nvPr>
            <p:ph type="body" sz="quarter" idx="64"/>
          </p:nvPr>
        </p:nvSpPr>
        <p:spPr>
          <a:xfrm>
            <a:off x="4926783" y="53031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6" name="단계 삼각형"/>
          <p:cNvSpPr/>
          <p:nvPr/>
        </p:nvSpPr>
        <p:spPr>
          <a:xfrm>
            <a:off x="3044086" y="53031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단계 삼각형"/>
          <p:cNvSpPr/>
          <p:nvPr/>
        </p:nvSpPr>
        <p:spPr>
          <a:xfrm>
            <a:off x="4926782" y="53031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5"/>
          </p:nvPr>
        </p:nvSpPr>
        <p:spPr>
          <a:xfrm>
            <a:off x="1172348" y="55551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66"/>
          </p:nvPr>
        </p:nvSpPr>
        <p:spPr>
          <a:xfrm>
            <a:off x="3055043" y="55551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10" name="Connector 81"/>
          <p:cNvCxnSpPr/>
          <p:nvPr/>
        </p:nvCxnSpPr>
        <p:spPr>
          <a:xfrm>
            <a:off x="3044087" y="55879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1" name="칸 본문"/>
          <p:cNvSpPr>
            <a:spLocks noGrp="1"/>
          </p:cNvSpPr>
          <p:nvPr>
            <p:ph type="body" sz="quarter" idx="67"/>
          </p:nvPr>
        </p:nvSpPr>
        <p:spPr>
          <a:xfrm>
            <a:off x="4937739" y="55551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2" name="Connector 83"/>
          <p:cNvCxnSpPr/>
          <p:nvPr/>
        </p:nvCxnSpPr>
        <p:spPr>
          <a:xfrm>
            <a:off x="4926783" y="55879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3" name="틀"/>
          <p:cNvSpPr/>
          <p:nvPr/>
        </p:nvSpPr>
        <p:spPr>
          <a:xfrm>
            <a:off x="536870" y="59852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성과 라벨"/>
          <p:cNvSpPr/>
          <p:nvPr/>
        </p:nvSpPr>
        <p:spPr>
          <a:xfrm>
            <a:off x="547826" y="59961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5" name="성과 라벨"/>
          <p:cNvSpPr>
            <a:spLocks noGrp="1"/>
          </p:cNvSpPr>
          <p:nvPr>
            <p:ph type="body" sz="quarter" idx="68"/>
          </p:nvPr>
        </p:nvSpPr>
        <p:spPr>
          <a:xfrm>
            <a:off x="547826" y="59961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6" name="성과 띠"/>
          <p:cNvSpPr/>
          <p:nvPr/>
        </p:nvSpPr>
        <p:spPr>
          <a:xfrm>
            <a:off x="1172348" y="60181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7" name="성과 띠"/>
          <p:cNvSpPr>
            <a:spLocks noGrp="1"/>
          </p:cNvSpPr>
          <p:nvPr>
            <p:ph type="body" sz="quarter" idx="69"/>
          </p:nvPr>
        </p:nvSpPr>
        <p:spPr>
          <a:xfrm>
            <a:off x="1172348" y="60181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8" name="카드"/>
          <p:cNvSpPr/>
          <p:nvPr/>
        </p:nvSpPr>
        <p:spPr>
          <a:xfrm>
            <a:off x="1172348" y="6259148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카드 문구"/>
          <p:cNvSpPr>
            <a:spLocks noGrp="1"/>
          </p:cNvSpPr>
          <p:nvPr>
            <p:ph type="body" sz="quarter" idx="70"/>
          </p:nvPr>
        </p:nvSpPr>
        <p:spPr>
          <a:xfrm>
            <a:off x="1194261" y="6270104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20" name="막대"/>
          <p:cNvSpPr/>
          <p:nvPr/>
        </p:nvSpPr>
        <p:spPr>
          <a:xfrm>
            <a:off x="2077210" y="6653106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값"/>
          <p:cNvSpPr>
            <a:spLocks noGrp="1"/>
          </p:cNvSpPr>
          <p:nvPr>
            <p:ph type="body" sz="quarter" idx="71"/>
          </p:nvPr>
        </p:nvSpPr>
        <p:spPr>
          <a:xfrm>
            <a:off x="1989558" y="647780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2" name="연도"/>
          <p:cNvSpPr>
            <a:spLocks noGrp="1"/>
          </p:cNvSpPr>
          <p:nvPr>
            <p:ph type="body" sz="quarter" idx="72"/>
          </p:nvPr>
        </p:nvSpPr>
        <p:spPr>
          <a:xfrm>
            <a:off x="1989558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3" name="막대"/>
          <p:cNvSpPr/>
          <p:nvPr/>
        </p:nvSpPr>
        <p:spPr>
          <a:xfrm>
            <a:off x="2373329" y="6641197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값"/>
          <p:cNvSpPr>
            <a:spLocks noGrp="1"/>
          </p:cNvSpPr>
          <p:nvPr>
            <p:ph type="body" sz="quarter" idx="73"/>
          </p:nvPr>
        </p:nvSpPr>
        <p:spPr>
          <a:xfrm>
            <a:off x="2285677" y="646589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5" name="연도"/>
          <p:cNvSpPr>
            <a:spLocks noGrp="1"/>
          </p:cNvSpPr>
          <p:nvPr>
            <p:ph type="body" sz="quarter" idx="74"/>
          </p:nvPr>
        </p:nvSpPr>
        <p:spPr>
          <a:xfrm>
            <a:off x="2285677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6" name="막대"/>
          <p:cNvSpPr/>
          <p:nvPr/>
        </p:nvSpPr>
        <p:spPr>
          <a:xfrm>
            <a:off x="2669447" y="663167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5"/>
          </p:nvPr>
        </p:nvSpPr>
        <p:spPr>
          <a:xfrm>
            <a:off x="2581795" y="64563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6"/>
          </p:nvPr>
        </p:nvSpPr>
        <p:spPr>
          <a:xfrm>
            <a:off x="2581795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9" name="카드"/>
          <p:cNvSpPr/>
          <p:nvPr/>
        </p:nvSpPr>
        <p:spPr>
          <a:xfrm>
            <a:off x="3064174" y="6259148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카드 문구"/>
          <p:cNvSpPr>
            <a:spLocks noGrp="1"/>
          </p:cNvSpPr>
          <p:nvPr>
            <p:ph type="body" sz="quarter" idx="77"/>
          </p:nvPr>
        </p:nvSpPr>
        <p:spPr>
          <a:xfrm>
            <a:off x="3086087" y="6270104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1" name="막대"/>
          <p:cNvSpPr/>
          <p:nvPr/>
        </p:nvSpPr>
        <p:spPr>
          <a:xfrm>
            <a:off x="3969037" y="6650724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2" name="값"/>
          <p:cNvSpPr>
            <a:spLocks noGrp="1"/>
          </p:cNvSpPr>
          <p:nvPr>
            <p:ph type="body" sz="quarter" idx="78"/>
          </p:nvPr>
        </p:nvSpPr>
        <p:spPr>
          <a:xfrm>
            <a:off x="3881384" y="647542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3" name="연도"/>
          <p:cNvSpPr>
            <a:spLocks noGrp="1"/>
          </p:cNvSpPr>
          <p:nvPr>
            <p:ph type="body" sz="quarter" idx="79"/>
          </p:nvPr>
        </p:nvSpPr>
        <p:spPr>
          <a:xfrm>
            <a:off x="3881384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4" name="막대"/>
          <p:cNvSpPr/>
          <p:nvPr/>
        </p:nvSpPr>
        <p:spPr>
          <a:xfrm>
            <a:off x="4265155" y="6648343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5" name="값"/>
          <p:cNvSpPr>
            <a:spLocks noGrp="1"/>
          </p:cNvSpPr>
          <p:nvPr>
            <p:ph type="body" sz="quarter" idx="80"/>
          </p:nvPr>
        </p:nvSpPr>
        <p:spPr>
          <a:xfrm>
            <a:off x="4177503" y="647303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6" name="연도"/>
          <p:cNvSpPr>
            <a:spLocks noGrp="1"/>
          </p:cNvSpPr>
          <p:nvPr>
            <p:ph type="body" sz="quarter" idx="81"/>
          </p:nvPr>
        </p:nvSpPr>
        <p:spPr>
          <a:xfrm>
            <a:off x="4177503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7" name="막대"/>
          <p:cNvSpPr/>
          <p:nvPr/>
        </p:nvSpPr>
        <p:spPr>
          <a:xfrm>
            <a:off x="4561273" y="663167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8" name="값"/>
          <p:cNvSpPr>
            <a:spLocks noGrp="1"/>
          </p:cNvSpPr>
          <p:nvPr>
            <p:ph type="body" sz="quarter" idx="82"/>
          </p:nvPr>
        </p:nvSpPr>
        <p:spPr>
          <a:xfrm>
            <a:off x="4473621" y="64563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9" name="연도"/>
          <p:cNvSpPr>
            <a:spLocks noGrp="1"/>
          </p:cNvSpPr>
          <p:nvPr>
            <p:ph type="body" sz="quarter" idx="83"/>
          </p:nvPr>
        </p:nvSpPr>
        <p:spPr>
          <a:xfrm>
            <a:off x="4473621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40" name="카드"/>
          <p:cNvSpPr/>
          <p:nvPr/>
        </p:nvSpPr>
        <p:spPr>
          <a:xfrm>
            <a:off x="4956000" y="6259148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1" name="카드 문구"/>
          <p:cNvSpPr>
            <a:spLocks noGrp="1"/>
          </p:cNvSpPr>
          <p:nvPr>
            <p:ph type="body" sz="quarter" idx="84"/>
          </p:nvPr>
        </p:nvSpPr>
        <p:spPr>
          <a:xfrm>
            <a:off x="4977913" y="6270104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9" name="태그칩"/>
          <p:cNvSpPr/>
          <p:nvPr/>
        </p:nvSpPr>
        <p:spPr>
          <a:xfrm>
            <a:off x="5188677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188677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태그칩"/>
          <p:cNvSpPr/>
          <p:nvPr/>
        </p:nvSpPr>
        <p:spPr>
          <a:xfrm>
            <a:off x="5739798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739798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6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9478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9478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802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169391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169391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2202261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432348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432348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43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0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1" name="단계"/>
          <p:cNvSpPr/>
          <p:nvPr/>
        </p:nvSpPr>
        <p:spPr>
          <a:xfrm>
            <a:off x="1347652" y="26898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2689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6898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2689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6898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2689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6898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68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182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294182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2974696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294182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2974696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배너"/>
          <p:cNvSpPr/>
          <p:nvPr/>
        </p:nvSpPr>
        <p:spPr>
          <a:xfrm>
            <a:off x="1347652" y="3265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265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6" name="틀"/>
          <p:cNvSpPr/>
          <p:nvPr/>
        </p:nvSpPr>
        <p:spPr>
          <a:xfrm>
            <a:off x="723130" y="35718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성과 라벨"/>
          <p:cNvSpPr/>
          <p:nvPr/>
        </p:nvSpPr>
        <p:spPr>
          <a:xfrm>
            <a:off x="734087" y="35827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8" name="성과 라벨"/>
          <p:cNvSpPr>
            <a:spLocks noGrp="1"/>
          </p:cNvSpPr>
          <p:nvPr>
            <p:ph type="body" sz="quarter" idx="43"/>
          </p:nvPr>
        </p:nvSpPr>
        <p:spPr>
          <a:xfrm>
            <a:off x="734087" y="35827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9" name="성과 띠"/>
          <p:cNvSpPr/>
          <p:nvPr/>
        </p:nvSpPr>
        <p:spPr>
          <a:xfrm>
            <a:off x="1358609" y="36046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성과 띠"/>
          <p:cNvSpPr>
            <a:spLocks noGrp="1"/>
          </p:cNvSpPr>
          <p:nvPr>
            <p:ph type="body" sz="quarter" idx="44"/>
          </p:nvPr>
        </p:nvSpPr>
        <p:spPr>
          <a:xfrm>
            <a:off x="1358609" y="36046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1" name="카드"/>
          <p:cNvSpPr/>
          <p:nvPr/>
        </p:nvSpPr>
        <p:spPr>
          <a:xfrm>
            <a:off x="1358609" y="384573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5"/>
          </p:nvPr>
        </p:nvSpPr>
        <p:spPr>
          <a:xfrm>
            <a:off x="1380522" y="3856696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3" name="막대"/>
          <p:cNvSpPr/>
          <p:nvPr/>
        </p:nvSpPr>
        <p:spPr>
          <a:xfrm>
            <a:off x="2698591" y="4327826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6"/>
          </p:nvPr>
        </p:nvSpPr>
        <p:spPr>
          <a:xfrm>
            <a:off x="2610939" y="41525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47"/>
          </p:nvPr>
        </p:nvSpPr>
        <p:spPr>
          <a:xfrm>
            <a:off x="2610939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6" name="막대"/>
          <p:cNvSpPr/>
          <p:nvPr/>
        </p:nvSpPr>
        <p:spPr>
          <a:xfrm>
            <a:off x="3398165" y="42182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48"/>
          </p:nvPr>
        </p:nvSpPr>
        <p:spPr>
          <a:xfrm>
            <a:off x="3310513" y="40429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49"/>
          </p:nvPr>
        </p:nvSpPr>
        <p:spPr>
          <a:xfrm>
            <a:off x="3310513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9" name="카드"/>
          <p:cNvSpPr/>
          <p:nvPr/>
        </p:nvSpPr>
        <p:spPr>
          <a:xfrm>
            <a:off x="4196348" y="384573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50"/>
          </p:nvPr>
        </p:nvSpPr>
        <p:spPr>
          <a:xfrm>
            <a:off x="4218261" y="3856696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1" name="막대"/>
          <p:cNvSpPr/>
          <p:nvPr/>
        </p:nvSpPr>
        <p:spPr>
          <a:xfrm>
            <a:off x="5536330" y="4273043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5448678" y="40977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5448678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4" name="막대"/>
          <p:cNvSpPr/>
          <p:nvPr/>
        </p:nvSpPr>
        <p:spPr>
          <a:xfrm>
            <a:off x="6235904" y="42182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6148252" y="40429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6148252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5" name="태그칩"/>
          <p:cNvSpPr/>
          <p:nvPr/>
        </p:nvSpPr>
        <p:spPr>
          <a:xfrm>
            <a:off x="383209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383209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438322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438322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14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2" name="단계"/>
          <p:cNvSpPr/>
          <p:nvPr/>
        </p:nvSpPr>
        <p:spPr>
          <a:xfrm>
            <a:off x="1161391" y="17503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50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7503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3044087" y="1750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7503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4926783" y="1750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750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750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02383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02383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044087" y="2035252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02383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926783" y="2035252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틀"/>
          <p:cNvSpPr/>
          <p:nvPr/>
        </p:nvSpPr>
        <p:spPr>
          <a:xfrm>
            <a:off x="536870" y="2462557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247351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47351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8" name="칸 제목 띠"/>
          <p:cNvSpPr/>
          <p:nvPr/>
        </p:nvSpPr>
        <p:spPr>
          <a:xfrm>
            <a:off x="1194261" y="2495426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칸 제목"/>
          <p:cNvSpPr>
            <a:spLocks noGrp="1"/>
          </p:cNvSpPr>
          <p:nvPr>
            <p:ph type="body" sz="quarter" idx="38"/>
          </p:nvPr>
        </p:nvSpPr>
        <p:spPr>
          <a:xfrm>
            <a:off x="1194261" y="2495426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50" name="삼각 화살표"/>
          <p:cNvSpPr/>
          <p:nvPr/>
        </p:nvSpPr>
        <p:spPr>
          <a:xfrm>
            <a:off x="2520000" y="2692643"/>
            <a:ext cx="120521" cy="54783"/>
          </a:xfrm>
          <a:custGeom>
            <a:avLst/>
            <a:gdLst/>
            <a:ahLst/>
            <a:cxnLst/>
            <a:rect l="l" t="t" r="r" b="b"/>
            <a:pathLst>
              <a:path w="120521" h="54783">
                <a:moveTo>
                  <a:pt x="0" y="0"/>
                </a:moveTo>
                <a:lnTo>
                  <a:pt x="120521" y="0"/>
                </a:lnTo>
                <a:lnTo>
                  <a:pt x="60260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205217" y="2758383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2" name="칸 제목 띠"/>
          <p:cNvSpPr/>
          <p:nvPr/>
        </p:nvSpPr>
        <p:spPr>
          <a:xfrm>
            <a:off x="4010087" y="2495426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칸 제목"/>
          <p:cNvSpPr>
            <a:spLocks noGrp="1"/>
          </p:cNvSpPr>
          <p:nvPr>
            <p:ph type="body" sz="quarter" idx="40"/>
          </p:nvPr>
        </p:nvSpPr>
        <p:spPr>
          <a:xfrm>
            <a:off x="4010087" y="2495426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4" name="삼각 화살표"/>
          <p:cNvSpPr/>
          <p:nvPr/>
        </p:nvSpPr>
        <p:spPr>
          <a:xfrm>
            <a:off x="5335826" y="2692643"/>
            <a:ext cx="120521" cy="54783"/>
          </a:xfrm>
          <a:custGeom>
            <a:avLst/>
            <a:gdLst/>
            <a:ahLst/>
            <a:cxnLst/>
            <a:rect l="l" t="t" r="r" b="b"/>
            <a:pathLst>
              <a:path w="120521" h="54783">
                <a:moveTo>
                  <a:pt x="0" y="0"/>
                </a:moveTo>
                <a:lnTo>
                  <a:pt x="120521" y="0"/>
                </a:lnTo>
                <a:lnTo>
                  <a:pt x="60260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사진 칸"/>
          <p:cNvSpPr/>
          <p:nvPr/>
        </p:nvSpPr>
        <p:spPr>
          <a:xfrm>
            <a:off x="5452403" y="2769339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6" name="사진 칸"/>
          <p:cNvSpPr>
            <a:spLocks noGrp="1"/>
          </p:cNvSpPr>
          <p:nvPr>
            <p:ph type="body" sz="quarter" idx="41"/>
          </p:nvPr>
        </p:nvSpPr>
        <p:spPr>
          <a:xfrm>
            <a:off x="5452403" y="2769339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4021043" y="2758383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8" name="Connector 43"/>
          <p:cNvCxnSpPr/>
          <p:nvPr/>
        </p:nvCxnSpPr>
        <p:spPr>
          <a:xfrm>
            <a:off x="3988174" y="274742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536870" y="3700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733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569739" y="3733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314783" y="3722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9" name="태그칩"/>
          <p:cNvSpPr/>
          <p:nvPr/>
        </p:nvSpPr>
        <p:spPr>
          <a:xfrm>
            <a:off x="491027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491027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9530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2" name="머리칸"/>
          <p:cNvSpPr/>
          <p:nvPr/>
        </p:nvSpPr>
        <p:spPr>
          <a:xfrm>
            <a:off x="3230348" y="19530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4" name="머리칸"/>
          <p:cNvSpPr/>
          <p:nvPr/>
        </p:nvSpPr>
        <p:spPr>
          <a:xfrm>
            <a:off x="5113043" y="19530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941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941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230348" y="22269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941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113043" y="22269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2632383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632383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54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654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5" name="단계"/>
          <p:cNvSpPr/>
          <p:nvPr/>
        </p:nvSpPr>
        <p:spPr>
          <a:xfrm>
            <a:off x="3230348" y="2654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654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7" name="단계"/>
          <p:cNvSpPr/>
          <p:nvPr/>
        </p:nvSpPr>
        <p:spPr>
          <a:xfrm>
            <a:off x="5113043" y="2654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654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3230347" y="2654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113043" y="2654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906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906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230348" y="2939165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906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5" name="Connector 38"/>
          <p:cNvCxnSpPr/>
          <p:nvPr/>
        </p:nvCxnSpPr>
        <p:spPr>
          <a:xfrm>
            <a:off x="5113043" y="2939165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343095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43095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3430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태그"/>
          <p:cNvSpPr/>
          <p:nvPr/>
        </p:nvSpPr>
        <p:spPr>
          <a:xfrm>
            <a:off x="1347652" y="347478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347478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5"/>
          </p:nvPr>
        </p:nvSpPr>
        <p:spPr>
          <a:xfrm>
            <a:off x="1753450" y="3463826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2" name="태그"/>
          <p:cNvSpPr/>
          <p:nvPr/>
        </p:nvSpPr>
        <p:spPr>
          <a:xfrm>
            <a:off x="1347652" y="367200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67200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47"/>
          </p:nvPr>
        </p:nvSpPr>
        <p:spPr>
          <a:xfrm>
            <a:off x="1753450" y="366104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아이콘 칸"/>
          <p:cNvSpPr/>
          <p:nvPr/>
        </p:nvSpPr>
        <p:spPr>
          <a:xfrm>
            <a:off x="536870" y="1106609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0" name="태그"/>
          <p:cNvSpPr/>
          <p:nvPr/>
        </p:nvSpPr>
        <p:spPr>
          <a:xfrm>
            <a:off x="756000" y="1106609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756000" y="1106609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2" name="그룹 제목"/>
          <p:cNvSpPr>
            <a:spLocks noGrp="1"/>
          </p:cNvSpPr>
          <p:nvPr>
            <p:ph type="body" sz="quarter" idx="26"/>
          </p:nvPr>
        </p:nvSpPr>
        <p:spPr>
          <a:xfrm>
            <a:off x="1487506" y="1084696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3" name="그룹 틀"/>
          <p:cNvSpPr/>
          <p:nvPr/>
        </p:nvSpPr>
        <p:spPr>
          <a:xfrm>
            <a:off x="536870" y="1325739"/>
            <a:ext cx="6300000" cy="1873565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카드 머리"/>
          <p:cNvSpPr/>
          <p:nvPr/>
        </p:nvSpPr>
        <p:spPr>
          <a:xfrm>
            <a:off x="569739" y="1347652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613565" y="1369565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613565" y="1369565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28"/>
          </p:nvPr>
        </p:nvSpPr>
        <p:spPr>
          <a:xfrm>
            <a:off x="1337959" y="1347652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29"/>
          </p:nvPr>
        </p:nvSpPr>
        <p:spPr>
          <a:xfrm>
            <a:off x="569739" y="1566783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9" name="도표 제목"/>
          <p:cNvSpPr>
            <a:spLocks noGrp="1"/>
          </p:cNvSpPr>
          <p:nvPr>
            <p:ph type="body" sz="quarter" idx="30"/>
          </p:nvPr>
        </p:nvSpPr>
        <p:spPr>
          <a:xfrm>
            <a:off x="2475188" y="1566783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30" name="막대"/>
          <p:cNvSpPr/>
          <p:nvPr/>
        </p:nvSpPr>
        <p:spPr>
          <a:xfrm>
            <a:off x="2551883" y="1974212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값"/>
          <p:cNvSpPr>
            <a:spLocks noGrp="1"/>
          </p:cNvSpPr>
          <p:nvPr>
            <p:ph type="body" sz="quarter" idx="31"/>
          </p:nvPr>
        </p:nvSpPr>
        <p:spPr>
          <a:xfrm>
            <a:off x="2409449" y="179890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2" name="연도"/>
          <p:cNvSpPr>
            <a:spLocks noGrp="1"/>
          </p:cNvSpPr>
          <p:nvPr>
            <p:ph type="body" sz="quarter" idx="32"/>
          </p:nvPr>
        </p:nvSpPr>
        <p:spPr>
          <a:xfrm>
            <a:off x="2409449" y="2070783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3" name="막대"/>
          <p:cNvSpPr/>
          <p:nvPr/>
        </p:nvSpPr>
        <p:spPr>
          <a:xfrm>
            <a:off x="3081029" y="1928348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값"/>
          <p:cNvSpPr>
            <a:spLocks noGrp="1"/>
          </p:cNvSpPr>
          <p:nvPr>
            <p:ph type="body" sz="quarter" idx="33"/>
          </p:nvPr>
        </p:nvSpPr>
        <p:spPr>
          <a:xfrm>
            <a:off x="2938594" y="175304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5" name="연도"/>
          <p:cNvSpPr>
            <a:spLocks noGrp="1"/>
          </p:cNvSpPr>
          <p:nvPr>
            <p:ph type="body" sz="quarter" idx="34"/>
          </p:nvPr>
        </p:nvSpPr>
        <p:spPr>
          <a:xfrm>
            <a:off x="2938594" y="2070783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3675913" y="1380522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카드 머리"/>
          <p:cNvSpPr/>
          <p:nvPr/>
        </p:nvSpPr>
        <p:spPr>
          <a:xfrm>
            <a:off x="3686870" y="1347652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3730696" y="1369565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3730696" y="1369565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40" name="카드 제목"/>
          <p:cNvSpPr>
            <a:spLocks noGrp="1"/>
          </p:cNvSpPr>
          <p:nvPr>
            <p:ph type="body" sz="quarter" idx="36"/>
          </p:nvPr>
        </p:nvSpPr>
        <p:spPr>
          <a:xfrm>
            <a:off x="4455089" y="1347652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1" name="카드 본문"/>
          <p:cNvSpPr>
            <a:spLocks noGrp="1"/>
          </p:cNvSpPr>
          <p:nvPr>
            <p:ph type="body" sz="quarter" idx="37"/>
          </p:nvPr>
        </p:nvSpPr>
        <p:spPr>
          <a:xfrm>
            <a:off x="3686870" y="1566783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2" name="요약 칸"/>
          <p:cNvSpPr/>
          <p:nvPr/>
        </p:nvSpPr>
        <p:spPr>
          <a:xfrm>
            <a:off x="5636144" y="1599652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3" name="요약 칸"/>
          <p:cNvSpPr>
            <a:spLocks noGrp="1"/>
          </p:cNvSpPr>
          <p:nvPr>
            <p:ph type="body" sz="quarter" idx="38"/>
          </p:nvPr>
        </p:nvSpPr>
        <p:spPr>
          <a:xfrm>
            <a:off x="5636144" y="1599652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4" name="카드 머리"/>
          <p:cNvSpPr/>
          <p:nvPr/>
        </p:nvSpPr>
        <p:spPr>
          <a:xfrm>
            <a:off x="569739" y="224608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613565" y="226800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9"/>
          </p:nvPr>
        </p:nvSpPr>
        <p:spPr>
          <a:xfrm>
            <a:off x="613565" y="226800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40"/>
          </p:nvPr>
        </p:nvSpPr>
        <p:spPr>
          <a:xfrm>
            <a:off x="1337959" y="224608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8" name="카드 본문"/>
          <p:cNvSpPr>
            <a:spLocks noGrp="1"/>
          </p:cNvSpPr>
          <p:nvPr>
            <p:ph type="body" sz="quarter" idx="41"/>
          </p:nvPr>
        </p:nvSpPr>
        <p:spPr>
          <a:xfrm>
            <a:off x="569739" y="246521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9" name="도표 제목"/>
          <p:cNvSpPr>
            <a:spLocks noGrp="1"/>
          </p:cNvSpPr>
          <p:nvPr>
            <p:ph type="body" sz="quarter" idx="42"/>
          </p:nvPr>
        </p:nvSpPr>
        <p:spPr>
          <a:xfrm>
            <a:off x="2475188" y="2465217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50" name="막대"/>
          <p:cNvSpPr/>
          <p:nvPr/>
        </p:nvSpPr>
        <p:spPr>
          <a:xfrm>
            <a:off x="2551883" y="2826783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3"/>
          </p:nvPr>
        </p:nvSpPr>
        <p:spPr>
          <a:xfrm>
            <a:off x="2409449" y="26514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4"/>
          </p:nvPr>
        </p:nvSpPr>
        <p:spPr>
          <a:xfrm>
            <a:off x="2409449" y="296921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3" name="막대"/>
          <p:cNvSpPr/>
          <p:nvPr/>
        </p:nvSpPr>
        <p:spPr>
          <a:xfrm>
            <a:off x="3081029" y="2883130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값"/>
          <p:cNvSpPr>
            <a:spLocks noGrp="1"/>
          </p:cNvSpPr>
          <p:nvPr>
            <p:ph type="body" sz="quarter" idx="45"/>
          </p:nvPr>
        </p:nvSpPr>
        <p:spPr>
          <a:xfrm>
            <a:off x="2938594" y="2707826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46"/>
          </p:nvPr>
        </p:nvSpPr>
        <p:spPr>
          <a:xfrm>
            <a:off x="2938594" y="296921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6" name="Connector 44"/>
          <p:cNvCxnSpPr/>
          <p:nvPr/>
        </p:nvCxnSpPr>
        <p:spPr>
          <a:xfrm>
            <a:off x="3675913" y="2278957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카드 머리"/>
          <p:cNvSpPr/>
          <p:nvPr/>
        </p:nvSpPr>
        <p:spPr>
          <a:xfrm>
            <a:off x="3686870" y="224608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3730696" y="226800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7"/>
          </p:nvPr>
        </p:nvSpPr>
        <p:spPr>
          <a:xfrm>
            <a:off x="3730696" y="226800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48"/>
          </p:nvPr>
        </p:nvSpPr>
        <p:spPr>
          <a:xfrm>
            <a:off x="4455089" y="224608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1" name="카드 본문"/>
          <p:cNvSpPr>
            <a:spLocks noGrp="1"/>
          </p:cNvSpPr>
          <p:nvPr>
            <p:ph type="body" sz="quarter" idx="49"/>
          </p:nvPr>
        </p:nvSpPr>
        <p:spPr>
          <a:xfrm>
            <a:off x="3686870" y="246521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2" name="요약 칸"/>
          <p:cNvSpPr/>
          <p:nvPr/>
        </p:nvSpPr>
        <p:spPr>
          <a:xfrm>
            <a:off x="5636144" y="2498087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요약 칸"/>
          <p:cNvSpPr>
            <a:spLocks noGrp="1"/>
          </p:cNvSpPr>
          <p:nvPr>
            <p:ph type="body" sz="quarter" idx="50"/>
          </p:nvPr>
        </p:nvSpPr>
        <p:spPr>
          <a:xfrm>
            <a:off x="5636144" y="2498087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4" name="아이콘 칸"/>
          <p:cNvSpPr/>
          <p:nvPr/>
        </p:nvSpPr>
        <p:spPr>
          <a:xfrm>
            <a:off x="536870" y="3286957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5" name="태그"/>
          <p:cNvSpPr/>
          <p:nvPr/>
        </p:nvSpPr>
        <p:spPr>
          <a:xfrm>
            <a:off x="756000" y="3286957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51"/>
          </p:nvPr>
        </p:nvSpPr>
        <p:spPr>
          <a:xfrm>
            <a:off x="756000" y="3286957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7" name="그룹 제목"/>
          <p:cNvSpPr>
            <a:spLocks noGrp="1"/>
          </p:cNvSpPr>
          <p:nvPr>
            <p:ph type="body" sz="quarter" idx="52"/>
          </p:nvPr>
        </p:nvSpPr>
        <p:spPr>
          <a:xfrm>
            <a:off x="1377737" y="3265043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8" name="그룹 틀"/>
          <p:cNvSpPr/>
          <p:nvPr/>
        </p:nvSpPr>
        <p:spPr>
          <a:xfrm>
            <a:off x="536870" y="3506087"/>
            <a:ext cx="6300000" cy="975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머리"/>
          <p:cNvSpPr/>
          <p:nvPr/>
        </p:nvSpPr>
        <p:spPr>
          <a:xfrm>
            <a:off x="569739" y="3528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613565" y="3549913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3"/>
          </p:nvPr>
        </p:nvSpPr>
        <p:spPr>
          <a:xfrm>
            <a:off x="613565" y="3549913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2" name="카드 제목"/>
          <p:cNvSpPr>
            <a:spLocks noGrp="1"/>
          </p:cNvSpPr>
          <p:nvPr>
            <p:ph type="body" sz="quarter" idx="54"/>
          </p:nvPr>
        </p:nvSpPr>
        <p:spPr>
          <a:xfrm>
            <a:off x="1337959" y="3528000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3" name="카드 본문"/>
          <p:cNvSpPr>
            <a:spLocks noGrp="1"/>
          </p:cNvSpPr>
          <p:nvPr>
            <p:ph type="body" sz="quarter" idx="55"/>
          </p:nvPr>
        </p:nvSpPr>
        <p:spPr>
          <a:xfrm>
            <a:off x="569739" y="3747130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4" name="도표 제목"/>
          <p:cNvSpPr>
            <a:spLocks noGrp="1"/>
          </p:cNvSpPr>
          <p:nvPr>
            <p:ph type="body" sz="quarter" idx="56"/>
          </p:nvPr>
        </p:nvSpPr>
        <p:spPr>
          <a:xfrm>
            <a:off x="2475188" y="3747130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5" name="막대"/>
          <p:cNvSpPr/>
          <p:nvPr/>
        </p:nvSpPr>
        <p:spPr>
          <a:xfrm>
            <a:off x="2551883" y="4127274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7"/>
          </p:nvPr>
        </p:nvSpPr>
        <p:spPr>
          <a:xfrm>
            <a:off x="2409449" y="39519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8"/>
          </p:nvPr>
        </p:nvSpPr>
        <p:spPr>
          <a:xfrm>
            <a:off x="2409449" y="4251130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8" name="막대"/>
          <p:cNvSpPr/>
          <p:nvPr/>
        </p:nvSpPr>
        <p:spPr>
          <a:xfrm>
            <a:off x="3081029" y="4108696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9"/>
          </p:nvPr>
        </p:nvSpPr>
        <p:spPr>
          <a:xfrm>
            <a:off x="2938594" y="3933391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0"/>
          </p:nvPr>
        </p:nvSpPr>
        <p:spPr>
          <a:xfrm>
            <a:off x="2938594" y="4251130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1" name="Connector 65"/>
          <p:cNvCxnSpPr/>
          <p:nvPr/>
        </p:nvCxnSpPr>
        <p:spPr>
          <a:xfrm>
            <a:off x="3675913" y="3560870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카드 머리"/>
          <p:cNvSpPr/>
          <p:nvPr/>
        </p:nvSpPr>
        <p:spPr>
          <a:xfrm>
            <a:off x="3686870" y="3528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태그"/>
          <p:cNvSpPr/>
          <p:nvPr/>
        </p:nvSpPr>
        <p:spPr>
          <a:xfrm>
            <a:off x="3730696" y="3549913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61"/>
          </p:nvPr>
        </p:nvSpPr>
        <p:spPr>
          <a:xfrm>
            <a:off x="3730696" y="3549913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62"/>
          </p:nvPr>
        </p:nvSpPr>
        <p:spPr>
          <a:xfrm>
            <a:off x="4455089" y="3528000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6" name="카드 본문"/>
          <p:cNvSpPr>
            <a:spLocks noGrp="1"/>
          </p:cNvSpPr>
          <p:nvPr>
            <p:ph type="body" sz="quarter" idx="63"/>
          </p:nvPr>
        </p:nvSpPr>
        <p:spPr>
          <a:xfrm>
            <a:off x="3686870" y="3747130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7" name="도표 제목"/>
          <p:cNvSpPr>
            <a:spLocks noGrp="1"/>
          </p:cNvSpPr>
          <p:nvPr>
            <p:ph type="body" sz="quarter" idx="64"/>
          </p:nvPr>
        </p:nvSpPr>
        <p:spPr>
          <a:xfrm>
            <a:off x="5592318" y="3747130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8" name="막대"/>
          <p:cNvSpPr/>
          <p:nvPr/>
        </p:nvSpPr>
        <p:spPr>
          <a:xfrm>
            <a:off x="5669014" y="4111379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5"/>
          </p:nvPr>
        </p:nvSpPr>
        <p:spPr>
          <a:xfrm>
            <a:off x="5526579" y="3936075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6"/>
          </p:nvPr>
        </p:nvSpPr>
        <p:spPr>
          <a:xfrm>
            <a:off x="5526579" y="4251130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1" name="막대"/>
          <p:cNvSpPr/>
          <p:nvPr/>
        </p:nvSpPr>
        <p:spPr>
          <a:xfrm>
            <a:off x="6198159" y="4108696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값"/>
          <p:cNvSpPr>
            <a:spLocks noGrp="1"/>
          </p:cNvSpPr>
          <p:nvPr>
            <p:ph type="body" sz="quarter" idx="67"/>
          </p:nvPr>
        </p:nvSpPr>
        <p:spPr>
          <a:xfrm>
            <a:off x="6055724" y="3933391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3" name="연도"/>
          <p:cNvSpPr>
            <a:spLocks noGrp="1"/>
          </p:cNvSpPr>
          <p:nvPr>
            <p:ph type="body" sz="quarter" idx="68"/>
          </p:nvPr>
        </p:nvSpPr>
        <p:spPr>
          <a:xfrm>
            <a:off x="6055724" y="4251130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9" name="태그칩"/>
          <p:cNvSpPr/>
          <p:nvPr/>
        </p:nvSpPr>
        <p:spPr>
          <a:xfrm>
            <a:off x="517372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17372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4" name="단계"/>
          <p:cNvSpPr/>
          <p:nvPr/>
        </p:nvSpPr>
        <p:spPr>
          <a:xfrm>
            <a:off x="1347652" y="1528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528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6" name="단계"/>
          <p:cNvSpPr/>
          <p:nvPr/>
        </p:nvSpPr>
        <p:spPr>
          <a:xfrm>
            <a:off x="4171696" y="1528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528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4171695" y="1528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80435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80435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18133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삼각 화살표"/>
          <p:cNvSpPr/>
          <p:nvPr/>
        </p:nvSpPr>
        <p:spPr>
          <a:xfrm>
            <a:off x="4010086" y="2188643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표 외곽"/>
          <p:cNvSpPr/>
          <p:nvPr/>
        </p:nvSpPr>
        <p:spPr>
          <a:xfrm>
            <a:off x="723130" y="2402296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418730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418730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2440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440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8" name="머리칸"/>
          <p:cNvSpPr/>
          <p:nvPr/>
        </p:nvSpPr>
        <p:spPr>
          <a:xfrm>
            <a:off x="4171696" y="2440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4171696" y="2440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68168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68168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4171696" y="2714557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092557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3092557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4171696" y="3125426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33600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33600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33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머리칸"/>
          <p:cNvSpPr/>
          <p:nvPr/>
        </p:nvSpPr>
        <p:spPr>
          <a:xfrm>
            <a:off x="1347652" y="3355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355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1" name="머리칸"/>
          <p:cNvSpPr/>
          <p:nvPr/>
        </p:nvSpPr>
        <p:spPr>
          <a:xfrm>
            <a:off x="4171696" y="3355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171696" y="3355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35965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35965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5" name="Connector 38"/>
          <p:cNvCxnSpPr/>
          <p:nvPr/>
        </p:nvCxnSpPr>
        <p:spPr>
          <a:xfrm>
            <a:off x="4171696" y="36294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007426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4007426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4171696" y="4040296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4336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4368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4368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4358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5" name="태그칩"/>
          <p:cNvSpPr/>
          <p:nvPr/>
        </p:nvSpPr>
        <p:spPr>
          <a:xfrm>
            <a:off x="475035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5035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2904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14817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4817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8" name="머리칸"/>
          <p:cNvSpPr/>
          <p:nvPr/>
        </p:nvSpPr>
        <p:spPr>
          <a:xfrm>
            <a:off x="5195739" y="1514817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5195739" y="1514817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5861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06696" y="1755861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5195739" y="1788730"/>
            <a:ext cx="0" cy="7738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1735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61735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173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6392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392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8" name="머리칸"/>
          <p:cNvSpPr/>
          <p:nvPr/>
        </p:nvSpPr>
        <p:spPr>
          <a:xfrm>
            <a:off x="3985435" y="26392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985435" y="26392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803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8803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985435" y="29131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57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486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5486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5377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6" name="태그칩"/>
          <p:cNvSpPr/>
          <p:nvPr/>
        </p:nvSpPr>
        <p:spPr>
          <a:xfrm>
            <a:off x="466166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6166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829283" y="1528435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1818326" y="156130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56130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653326" y="1528435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7" name="Connector 19"/>
          <p:cNvCxnSpPr/>
          <p:nvPr/>
        </p:nvCxnSpPr>
        <p:spPr>
          <a:xfrm>
            <a:off x="4642370" y="156130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1933826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3826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1933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"/>
          <p:cNvSpPr/>
          <p:nvPr/>
        </p:nvSpPr>
        <p:spPr>
          <a:xfrm>
            <a:off x="1347652" y="195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95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95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95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95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77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77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3230348" y="22406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77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113043" y="22406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734087" y="2536435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53643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734086" y="2536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"/>
          <p:cNvSpPr/>
          <p:nvPr/>
        </p:nvSpPr>
        <p:spPr>
          <a:xfrm>
            <a:off x="1347652" y="2558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558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49" name="단계"/>
          <p:cNvSpPr/>
          <p:nvPr/>
        </p:nvSpPr>
        <p:spPr>
          <a:xfrm>
            <a:off x="3230348" y="2558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558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1" name="단계"/>
          <p:cNvSpPr/>
          <p:nvPr/>
        </p:nvSpPr>
        <p:spPr>
          <a:xfrm>
            <a:off x="5113043" y="2558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558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3230347" y="2558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113043" y="2558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1034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81034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230348" y="2843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81034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59" name="Connector 43"/>
          <p:cNvCxnSpPr/>
          <p:nvPr/>
        </p:nvCxnSpPr>
        <p:spPr>
          <a:xfrm>
            <a:off x="5113043" y="2843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3311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311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8222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8222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492904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5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843513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5861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5861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88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03687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558376" y="23475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475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33774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325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325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325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325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66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66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985435" y="2599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9200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29200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95293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183026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334737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40"/>
          </p:nvPr>
        </p:nvSpPr>
        <p:spPr>
          <a:xfrm>
            <a:off x="558376" y="334737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533635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18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"/>
          <p:cNvSpPr/>
          <p:nvPr/>
        </p:nvSpPr>
        <p:spPr>
          <a:xfrm>
            <a:off x="1161391" y="320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0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5" name="단계"/>
          <p:cNvSpPr/>
          <p:nvPr/>
        </p:nvSpPr>
        <p:spPr>
          <a:xfrm>
            <a:off x="3044087" y="320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3044087" y="320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7" name="단계"/>
          <p:cNvSpPr/>
          <p:nvPr/>
        </p:nvSpPr>
        <p:spPr>
          <a:xfrm>
            <a:off x="4926783" y="320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4926783" y="320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044086" y="320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4926782" y="320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456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055043" y="3456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4898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4937739" y="3456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4898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핵심성과 박스"/>
          <p:cNvSpPr/>
          <p:nvPr/>
        </p:nvSpPr>
        <p:spPr>
          <a:xfrm>
            <a:off x="536870" y="4067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569739" y="4100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569739" y="4100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314783" y="4089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삼각 화살표"/>
          <p:cNvSpPr/>
          <p:nvPr/>
        </p:nvSpPr>
        <p:spPr>
          <a:xfrm>
            <a:off x="4010086" y="18680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표 외곽"/>
          <p:cNvSpPr/>
          <p:nvPr/>
        </p:nvSpPr>
        <p:spPr>
          <a:xfrm>
            <a:off x="723130" y="2081739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"/>
          <p:cNvSpPr/>
          <p:nvPr/>
        </p:nvSpPr>
        <p:spPr>
          <a:xfrm>
            <a:off x="734087" y="2098174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98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8" name="단계"/>
          <p:cNvSpPr/>
          <p:nvPr/>
        </p:nvSpPr>
        <p:spPr>
          <a:xfrm>
            <a:off x="1347652" y="2120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12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0" name="단계"/>
          <p:cNvSpPr/>
          <p:nvPr/>
        </p:nvSpPr>
        <p:spPr>
          <a:xfrm>
            <a:off x="3230348" y="2120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212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2" name="단계"/>
          <p:cNvSpPr/>
          <p:nvPr/>
        </p:nvSpPr>
        <p:spPr>
          <a:xfrm>
            <a:off x="5113043" y="2120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212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230347" y="2120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113043" y="2120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2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372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230348" y="2404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372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113043" y="2404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2736470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73647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734086" y="27364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347652" y="27583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7583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6" name="단계"/>
          <p:cNvSpPr/>
          <p:nvPr/>
        </p:nvSpPr>
        <p:spPr>
          <a:xfrm>
            <a:off x="2759674" y="27583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27583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8" name="단계"/>
          <p:cNvSpPr/>
          <p:nvPr/>
        </p:nvSpPr>
        <p:spPr>
          <a:xfrm>
            <a:off x="4171696" y="27583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27583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0" name="단계"/>
          <p:cNvSpPr/>
          <p:nvPr/>
        </p:nvSpPr>
        <p:spPr>
          <a:xfrm>
            <a:off x="5583717" y="27583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27583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759673" y="2758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4171695" y="2758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583717" y="2758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0383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010383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2759674" y="3043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010383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4171696" y="3043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010383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1" name="Connector 43"/>
          <p:cNvCxnSpPr/>
          <p:nvPr/>
        </p:nvCxnSpPr>
        <p:spPr>
          <a:xfrm>
            <a:off x="5583717" y="3043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374765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374765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33747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태그"/>
          <p:cNvSpPr/>
          <p:nvPr/>
        </p:nvSpPr>
        <p:spPr>
          <a:xfrm>
            <a:off x="1347652" y="34185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34185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34076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8" name="태그"/>
          <p:cNvSpPr/>
          <p:nvPr/>
        </p:nvSpPr>
        <p:spPr>
          <a:xfrm>
            <a:off x="1347652" y="3615809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9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615809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0" name="태그 설명"/>
          <p:cNvSpPr>
            <a:spLocks noGrp="1"/>
          </p:cNvSpPr>
          <p:nvPr>
            <p:ph type="body" sz="quarter" idx="47"/>
          </p:nvPr>
        </p:nvSpPr>
        <p:spPr>
          <a:xfrm>
            <a:off x="1972988" y="3604852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1" name="태그"/>
          <p:cNvSpPr/>
          <p:nvPr/>
        </p:nvSpPr>
        <p:spPr>
          <a:xfrm>
            <a:off x="1347652" y="38130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38130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49"/>
          </p:nvPr>
        </p:nvSpPr>
        <p:spPr>
          <a:xfrm>
            <a:off x="1972988" y="38020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7" name="태그칩"/>
          <p:cNvSpPr/>
          <p:nvPr/>
        </p:nvSpPr>
        <p:spPr>
          <a:xfrm>
            <a:off x="4703723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03723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254844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254844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4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920209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20209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161391" y="1942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942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1" name="단계"/>
          <p:cNvSpPr/>
          <p:nvPr/>
        </p:nvSpPr>
        <p:spPr>
          <a:xfrm>
            <a:off x="1161391" y="21776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776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3" name="단계"/>
          <p:cNvSpPr/>
          <p:nvPr/>
        </p:nvSpPr>
        <p:spPr>
          <a:xfrm>
            <a:off x="3044087" y="21776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776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21776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776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044086" y="21776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4926782" y="2177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429687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429687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044087" y="2462557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429687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926783" y="2462557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536870" y="30420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569739" y="30748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0748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0639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50845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845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635711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635711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위 머리"/>
          <p:cNvSpPr/>
          <p:nvPr/>
        </p:nvSpPr>
        <p:spPr>
          <a:xfrm>
            <a:off x="723130" y="1569600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태그"/>
          <p:cNvSpPr/>
          <p:nvPr/>
        </p:nvSpPr>
        <p:spPr>
          <a:xfrm>
            <a:off x="788870" y="1613426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태그"/>
          <p:cNvSpPr>
            <a:spLocks noGrp="1"/>
          </p:cNvSpPr>
          <p:nvPr>
            <p:ph type="body" sz="quarter" idx="26"/>
          </p:nvPr>
        </p:nvSpPr>
        <p:spPr>
          <a:xfrm>
            <a:off x="788870" y="1613426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4" name="위 머리 글"/>
          <p:cNvSpPr>
            <a:spLocks noGrp="1"/>
          </p:cNvSpPr>
          <p:nvPr>
            <p:ph type="body" sz="quarter" idx="27"/>
          </p:nvPr>
        </p:nvSpPr>
        <p:spPr>
          <a:xfrm>
            <a:off x="1150842" y="1569600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5" name="위 머리"/>
          <p:cNvSpPr/>
          <p:nvPr/>
        </p:nvSpPr>
        <p:spPr>
          <a:xfrm>
            <a:off x="3982696" y="1569600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4048435" y="1613426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4048435" y="1613426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8" name="위 머리 글"/>
          <p:cNvSpPr>
            <a:spLocks noGrp="1"/>
          </p:cNvSpPr>
          <p:nvPr>
            <p:ph type="body" sz="quarter" idx="29"/>
          </p:nvPr>
        </p:nvSpPr>
        <p:spPr>
          <a:xfrm>
            <a:off x="4520176" y="1569600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9" name="본문"/>
          <p:cNvSpPr>
            <a:spLocks noGrp="1"/>
          </p:cNvSpPr>
          <p:nvPr>
            <p:ph type="body" sz="quarter" idx="30"/>
          </p:nvPr>
        </p:nvSpPr>
        <p:spPr>
          <a:xfrm>
            <a:off x="723130" y="1865426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1"/>
          </p:nvPr>
        </p:nvSpPr>
        <p:spPr>
          <a:xfrm>
            <a:off x="3982696" y="1865426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2"/>
          </p:nvPr>
        </p:nvSpPr>
        <p:spPr>
          <a:xfrm>
            <a:off x="723130" y="2851513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3"/>
          </p:nvPr>
        </p:nvSpPr>
        <p:spPr>
          <a:xfrm>
            <a:off x="3982696" y="2851513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3" name="가운데 띠"/>
          <p:cNvSpPr/>
          <p:nvPr/>
        </p:nvSpPr>
        <p:spPr>
          <a:xfrm>
            <a:off x="723130" y="2752904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아이콘 칸"/>
          <p:cNvSpPr/>
          <p:nvPr/>
        </p:nvSpPr>
        <p:spPr>
          <a:xfrm>
            <a:off x="3686870" y="2643339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5" name="아이콘 칸"/>
          <p:cNvSpPr>
            <a:spLocks noGrp="1"/>
          </p:cNvSpPr>
          <p:nvPr>
            <p:ph type="body" sz="quarter" idx="34"/>
          </p:nvPr>
        </p:nvSpPr>
        <p:spPr>
          <a:xfrm>
            <a:off x="3686870" y="2643339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6" name="아래 머리"/>
          <p:cNvSpPr/>
          <p:nvPr/>
        </p:nvSpPr>
        <p:spPr>
          <a:xfrm>
            <a:off x="723130" y="3706122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788870" y="3749948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788870" y="3749948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9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1150842" y="3706122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0" name="아래 머리"/>
          <p:cNvSpPr/>
          <p:nvPr/>
        </p:nvSpPr>
        <p:spPr>
          <a:xfrm>
            <a:off x="3982696" y="3706122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4048435" y="3749948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7"/>
          </p:nvPr>
        </p:nvSpPr>
        <p:spPr>
          <a:xfrm>
            <a:off x="4048435" y="3749948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3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520176" y="3706122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4" name="핵심성과 박스"/>
          <p:cNvSpPr/>
          <p:nvPr/>
        </p:nvSpPr>
        <p:spPr>
          <a:xfrm>
            <a:off x="723130" y="40567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40896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40896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40786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2" name="태그칩"/>
          <p:cNvSpPr/>
          <p:nvPr/>
        </p:nvSpPr>
        <p:spPr>
          <a:xfrm>
            <a:off x="360194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60194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92904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2904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55861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755861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3985435" y="178873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틀"/>
          <p:cNvSpPr/>
          <p:nvPr/>
        </p:nvSpPr>
        <p:spPr>
          <a:xfrm>
            <a:off x="536870" y="2226991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"/>
          <p:cNvSpPr/>
          <p:nvPr/>
        </p:nvSpPr>
        <p:spPr>
          <a:xfrm>
            <a:off x="547826" y="2237948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237948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3" name="칸 제목 띠"/>
          <p:cNvSpPr/>
          <p:nvPr/>
        </p:nvSpPr>
        <p:spPr>
          <a:xfrm>
            <a:off x="1194261" y="2259861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칸 제목"/>
          <p:cNvSpPr>
            <a:spLocks noGrp="1"/>
          </p:cNvSpPr>
          <p:nvPr>
            <p:ph type="body" sz="quarter" idx="31"/>
          </p:nvPr>
        </p:nvSpPr>
        <p:spPr>
          <a:xfrm>
            <a:off x="1194261" y="2259861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5" name="삼각 화살표"/>
          <p:cNvSpPr/>
          <p:nvPr/>
        </p:nvSpPr>
        <p:spPr>
          <a:xfrm>
            <a:off x="2050695" y="2457078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205217" y="2522817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7" name="칸 제목 띠"/>
          <p:cNvSpPr/>
          <p:nvPr/>
        </p:nvSpPr>
        <p:spPr>
          <a:xfrm>
            <a:off x="3071478" y="2259861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칸 제목"/>
          <p:cNvSpPr>
            <a:spLocks noGrp="1"/>
          </p:cNvSpPr>
          <p:nvPr>
            <p:ph type="body" sz="quarter" idx="33"/>
          </p:nvPr>
        </p:nvSpPr>
        <p:spPr>
          <a:xfrm>
            <a:off x="3071478" y="2259861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9" name="삼각 화살표"/>
          <p:cNvSpPr/>
          <p:nvPr/>
        </p:nvSpPr>
        <p:spPr>
          <a:xfrm>
            <a:off x="3927913" y="2457078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082435" y="2522817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1" name="Connector 31"/>
          <p:cNvCxnSpPr/>
          <p:nvPr/>
        </p:nvCxnSpPr>
        <p:spPr>
          <a:xfrm>
            <a:off x="3049565" y="2511861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제목 띠"/>
          <p:cNvSpPr/>
          <p:nvPr/>
        </p:nvSpPr>
        <p:spPr>
          <a:xfrm>
            <a:off x="4948696" y="2259861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칸 제목"/>
          <p:cNvSpPr>
            <a:spLocks noGrp="1"/>
          </p:cNvSpPr>
          <p:nvPr>
            <p:ph type="body" sz="quarter" idx="35"/>
          </p:nvPr>
        </p:nvSpPr>
        <p:spPr>
          <a:xfrm>
            <a:off x="4948696" y="2259861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4" name="삼각 화살표"/>
          <p:cNvSpPr/>
          <p:nvPr/>
        </p:nvSpPr>
        <p:spPr>
          <a:xfrm>
            <a:off x="5805130" y="2457078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4959652" y="2522817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926783" y="2511861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표 외곽"/>
          <p:cNvSpPr/>
          <p:nvPr/>
        </p:nvSpPr>
        <p:spPr>
          <a:xfrm>
            <a:off x="536870" y="3421252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3437687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437687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50" name="배너"/>
          <p:cNvSpPr/>
          <p:nvPr/>
        </p:nvSpPr>
        <p:spPr>
          <a:xfrm>
            <a:off x="1161391" y="34596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4596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2" name="단계"/>
          <p:cNvSpPr/>
          <p:nvPr/>
        </p:nvSpPr>
        <p:spPr>
          <a:xfrm>
            <a:off x="1161391" y="3695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695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4" name="단계"/>
          <p:cNvSpPr/>
          <p:nvPr/>
        </p:nvSpPr>
        <p:spPr>
          <a:xfrm>
            <a:off x="3044087" y="3695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695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6" name="단계"/>
          <p:cNvSpPr/>
          <p:nvPr/>
        </p:nvSpPr>
        <p:spPr>
          <a:xfrm>
            <a:off x="4926783" y="3695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695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044086" y="3695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926782" y="3695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94716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94716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2" name="Connector 47"/>
          <p:cNvCxnSpPr/>
          <p:nvPr/>
        </p:nvCxnSpPr>
        <p:spPr>
          <a:xfrm>
            <a:off x="3044087" y="3980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94716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4926783" y="3980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배너"/>
          <p:cNvSpPr/>
          <p:nvPr/>
        </p:nvSpPr>
        <p:spPr>
          <a:xfrm>
            <a:off x="1161391" y="43005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6" name="배너"/>
          <p:cNvSpPr>
            <a:spLocks noGrp="1"/>
          </p:cNvSpPr>
          <p:nvPr>
            <p:ph type="body" sz="quarter" idx="45"/>
          </p:nvPr>
        </p:nvSpPr>
        <p:spPr>
          <a:xfrm>
            <a:off x="1161391" y="43005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7" name="핵심성과 박스"/>
          <p:cNvSpPr/>
          <p:nvPr/>
        </p:nvSpPr>
        <p:spPr>
          <a:xfrm>
            <a:off x="536870" y="46292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46621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6621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46512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
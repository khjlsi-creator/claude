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사다리 ·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1009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10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10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161391" y="1614835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614835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2145304" y="1603878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12052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12052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145304" y="1801096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09270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09270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45304" y="1998313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2284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284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284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2250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7" name="단계"/>
          <p:cNvSpPr/>
          <p:nvPr/>
        </p:nvSpPr>
        <p:spPr>
          <a:xfrm>
            <a:off x="3044087" y="2250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9" name="단계"/>
          <p:cNvSpPr/>
          <p:nvPr/>
        </p:nvSpPr>
        <p:spPr>
          <a:xfrm>
            <a:off x="4926783" y="2250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044086" y="22503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4926782" y="22503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사다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380087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391043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3380087" y="14764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96278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6278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96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347652" y="1984696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363870" y="1984696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363870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0" name="단계"/>
          <p:cNvSpPr/>
          <p:nvPr/>
        </p:nvSpPr>
        <p:spPr>
          <a:xfrm>
            <a:off x="3380087" y="1984696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380087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2" name="단계"/>
          <p:cNvSpPr/>
          <p:nvPr/>
        </p:nvSpPr>
        <p:spPr>
          <a:xfrm>
            <a:off x="4396304" y="1984696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396304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363869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380086" y="198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396304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374826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2363870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391043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380087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07261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396304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성과 화살표"/>
          <p:cNvSpPr/>
          <p:nvPr/>
        </p:nvSpPr>
        <p:spPr>
          <a:xfrm>
            <a:off x="5467304" y="1621721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성과 패널 머리"/>
          <p:cNvSpPr/>
          <p:nvPr/>
        </p:nvSpPr>
        <p:spPr>
          <a:xfrm>
            <a:off x="5637130" y="777913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637130" y="777913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성과 패널"/>
          <p:cNvSpPr/>
          <p:nvPr/>
        </p:nvSpPr>
        <p:spPr>
          <a:xfrm>
            <a:off x="5637130" y="1029913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659043" y="1051826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사다리 ·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2049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5" name="단계"/>
          <p:cNvSpPr/>
          <p:nvPr/>
        </p:nvSpPr>
        <p:spPr>
          <a:xfrm>
            <a:off x="2573413" y="2049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573413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2049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3985435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9" name="단계"/>
          <p:cNvSpPr/>
          <p:nvPr/>
        </p:nvSpPr>
        <p:spPr>
          <a:xfrm>
            <a:off x="5397457" y="2049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5397457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573413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3985434" y="2049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397456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584370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2573413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985435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408413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5397457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사다리 ·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476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80250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025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8025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347652" y="1846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46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470605" y="1835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043548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43548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470605" y="203259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사다리 ·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68144" y="156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5"/>
          </p:nvPr>
        </p:nvSpPr>
        <p:spPr>
          <a:xfrm>
            <a:off x="668144" y="156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75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42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2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8" name="사진 칸"/>
          <p:cNvSpPr/>
          <p:nvPr/>
        </p:nvSpPr>
        <p:spPr>
          <a:xfrm>
            <a:off x="5730261" y="143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사진 칸"/>
          <p:cNvSpPr>
            <a:spLocks noGrp="1"/>
          </p:cNvSpPr>
          <p:nvPr>
            <p:ph type="body" sz="quarter" idx="29"/>
          </p:nvPr>
        </p:nvSpPr>
        <p:spPr>
          <a:xfrm>
            <a:off x="5730261" y="143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23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40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40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58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3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161391" y="225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25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9" name="머리칸"/>
          <p:cNvSpPr/>
          <p:nvPr/>
        </p:nvSpPr>
        <p:spPr>
          <a:xfrm>
            <a:off x="3044087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1" name="머리칸"/>
          <p:cNvSpPr/>
          <p:nvPr/>
        </p:nvSpPr>
        <p:spPr>
          <a:xfrm>
            <a:off x="4926783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사다리 ·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21687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1687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21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443600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4" name="단계"/>
          <p:cNvSpPr/>
          <p:nvPr/>
        </p:nvSpPr>
        <p:spPr>
          <a:xfrm>
            <a:off x="2759674" y="1443600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443600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8" name="단계"/>
          <p:cNvSpPr/>
          <p:nvPr/>
        </p:nvSpPr>
        <p:spPr>
          <a:xfrm>
            <a:off x="5583717" y="1443600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759673" y="14436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171695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583717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2759674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171696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583717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369583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69583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23695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347652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2539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269426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632539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4171696" y="2665409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사다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484174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484174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495130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484174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5" name="머리칸"/>
          <p:cNvSpPr/>
          <p:nvPr/>
        </p:nvSpPr>
        <p:spPr>
          <a:xfrm>
            <a:off x="3484174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484174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495130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484174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161391" y="204902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5" name="본문"/>
          <p:cNvSpPr>
            <a:spLocks noGrp="1"/>
          </p:cNvSpPr>
          <p:nvPr>
            <p:ph type="body" sz="quarter" idx="32"/>
          </p:nvPr>
        </p:nvSpPr>
        <p:spPr>
          <a:xfrm>
            <a:off x="1161391" y="228459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6" name="사진 칸"/>
          <p:cNvSpPr/>
          <p:nvPr/>
        </p:nvSpPr>
        <p:spPr>
          <a:xfrm>
            <a:off x="5878174" y="78339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7" name="사진 칸"/>
          <p:cNvSpPr>
            <a:spLocks noGrp="1"/>
          </p:cNvSpPr>
          <p:nvPr>
            <p:ph type="body" sz="quarter" idx="33"/>
          </p:nvPr>
        </p:nvSpPr>
        <p:spPr>
          <a:xfrm>
            <a:off x="5878174" y="78339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8" name="사진 칸"/>
          <p:cNvSpPr/>
          <p:nvPr/>
        </p:nvSpPr>
        <p:spPr>
          <a:xfrm>
            <a:off x="5878174" y="202711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878174" y="202711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사다리 ·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0641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641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5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0861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6" name="레일"/>
          <p:cNvSpPr/>
          <p:nvPr/>
        </p:nvSpPr>
        <p:spPr>
          <a:xfrm>
            <a:off x="734087" y="1334035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3403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사다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3" name="배너"/>
          <p:cNvSpPr/>
          <p:nvPr/>
        </p:nvSpPr>
        <p:spPr>
          <a:xfrm>
            <a:off x="1161391" y="80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배너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7" name="머리칸"/>
          <p:cNvSpPr/>
          <p:nvPr/>
        </p:nvSpPr>
        <p:spPr>
          <a:xfrm>
            <a:off x="3044087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044087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9" name="머리칸"/>
          <p:cNvSpPr/>
          <p:nvPr/>
        </p:nvSpPr>
        <p:spPr>
          <a:xfrm>
            <a:off x="4926783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926783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055043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044087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937739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926783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태그"/>
          <p:cNvSpPr/>
          <p:nvPr/>
        </p:nvSpPr>
        <p:spPr>
          <a:xfrm>
            <a:off x="1161391" y="166273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662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786727" y="1651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881861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818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161391" y="1903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03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985435" y="241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태그"/>
          <p:cNvSpPr/>
          <p:nvPr/>
        </p:nvSpPr>
        <p:spPr>
          <a:xfrm>
            <a:off x="1161391" y="27612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7612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786727" y="27502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사다리 ·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행 ·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3" name="강조 바"/>
          <p:cNvSpPr/>
          <p:nvPr/>
        </p:nvSpPr>
        <p:spPr>
          <a:xfrm>
            <a:off x="1172348" y="799826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강조 바 글"/>
          <p:cNvSpPr>
            <a:spLocks noGrp="1"/>
          </p:cNvSpPr>
          <p:nvPr>
            <p:ph type="body" sz="quarter" idx="21"/>
          </p:nvPr>
        </p:nvSpPr>
        <p:spPr>
          <a:xfrm>
            <a:off x="1172348" y="799826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9" name="가운데 글"/>
          <p:cNvSpPr>
            <a:spLocks noGrp="1"/>
          </p:cNvSpPr>
          <p:nvPr>
            <p:ph type="body" sz="quarter" idx="24"/>
          </p:nvPr>
        </p:nvSpPr>
        <p:spPr>
          <a:xfrm>
            <a:off x="3049565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20" name="Connector 14"/>
          <p:cNvCxnSpPr/>
          <p:nvPr/>
        </p:nvCxnSpPr>
        <p:spPr>
          <a:xfrm>
            <a:off x="3049565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4926783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4926783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536870" y="1457217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6817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6817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049565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926783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라벨 박스"/>
          <p:cNvSpPr/>
          <p:nvPr/>
        </p:nvSpPr>
        <p:spPr>
          <a:xfrm>
            <a:off x="536870" y="205857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069530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69530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6" name="Connector 28"/>
          <p:cNvCxnSpPr/>
          <p:nvPr/>
        </p:nvCxnSpPr>
        <p:spPr>
          <a:xfrm>
            <a:off x="3049565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8" name="Connector 30"/>
          <p:cNvCxnSpPr/>
          <p:nvPr/>
        </p:nvCxnSpPr>
        <p:spPr>
          <a:xfrm>
            <a:off x="4926783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라벨 박스"/>
          <p:cNvSpPr/>
          <p:nvPr/>
        </p:nvSpPr>
        <p:spPr>
          <a:xfrm>
            <a:off x="536870" y="24996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5106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106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4" name="Connector 35"/>
          <p:cNvCxnSpPr/>
          <p:nvPr/>
        </p:nvCxnSpPr>
        <p:spPr>
          <a:xfrm>
            <a:off x="3049565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6" name="Connector 37"/>
          <p:cNvCxnSpPr/>
          <p:nvPr/>
        </p:nvCxnSpPr>
        <p:spPr>
          <a:xfrm>
            <a:off x="4926783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행 · 점검(추진배경·방법·항목·결과) + 주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58609" y="79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7" name="주석"/>
          <p:cNvSpPr>
            <a:spLocks noGrp="1"/>
          </p:cNvSpPr>
          <p:nvPr>
            <p:ph type="body" sz="quarter" idx="24"/>
          </p:nvPr>
        </p:nvSpPr>
        <p:spPr>
          <a:xfrm>
            <a:off x="2366609" y="144626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676348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68730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8730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1" name="머리칸"/>
          <p:cNvSpPr/>
          <p:nvPr/>
        </p:nvSpPr>
        <p:spPr>
          <a:xfrm>
            <a:off x="1358609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58609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3" name="머리칸"/>
          <p:cNvSpPr/>
          <p:nvPr/>
        </p:nvSpPr>
        <p:spPr>
          <a:xfrm>
            <a:off x="3235826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3235826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3246783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5826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3803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3913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13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369565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246783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5826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행 ·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행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성과 띠(한 줄 · 두 줄 ·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3" name="핵심성과 박스"/>
          <p:cNvSpPr/>
          <p:nvPr/>
        </p:nvSpPr>
        <p:spPr>
          <a:xfrm>
            <a:off x="723130" y="117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핵심성과 라벨"/>
          <p:cNvSpPr/>
          <p:nvPr/>
        </p:nvSpPr>
        <p:spPr>
          <a:xfrm>
            <a:off x="756000" y="120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756000" y="120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501043" y="119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7" name="핵심성과 박스"/>
          <p:cNvSpPr/>
          <p:nvPr/>
        </p:nvSpPr>
        <p:spPr>
          <a:xfrm>
            <a:off x="723130" y="178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핵심성과 라벨"/>
          <p:cNvSpPr/>
          <p:nvPr/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9" name="핵심성과 라벨"/>
          <p:cNvSpPr>
            <a:spLocks noGrp="1"/>
          </p:cNvSpPr>
          <p:nvPr>
            <p:ph type="body" sz="quarter" idx="24"/>
          </p:nvPr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5"/>
          </p:nvPr>
        </p:nvSpPr>
        <p:spPr>
          <a:xfrm>
            <a:off x="1501043" y="180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연결 화살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삼각 화살표"/>
          <p:cNvSpPr/>
          <p:nvPr/>
        </p:nvSpPr>
        <p:spPr>
          <a:xfrm>
            <a:off x="3823826" y="794347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
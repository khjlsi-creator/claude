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01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  <p:sp>
        <p:nvSpPr>
          <p:cNvPr id="14" name="평가내용 라벨"/>
          <p:cNvSpPr/>
          <p:nvPr/>
        </p:nvSpPr>
        <p:spPr>
          <a:xfrm>
            <a:off x="536870" y="1342174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10800" bIns="10800" wrap="square"/>
          <a:lstStyle/>
          <a:p/>
        </p:txBody>
      </p:sp>
      <p:sp>
        <p:nvSpPr>
          <p:cNvPr id="15" name="평가내용 라벨"/>
          <p:cNvSpPr>
            <a:spLocks noGrp="1"/>
          </p:cNvSpPr>
          <p:nvPr>
            <p:ph type="body" sz="quarter" idx="21"/>
          </p:nvPr>
        </p:nvSpPr>
        <p:spPr>
          <a:xfrm>
            <a:off x="536870" y="1342174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평가내용 제목 박스"/>
          <p:cNvSpPr/>
          <p:nvPr/>
        </p:nvSpPr>
        <p:spPr>
          <a:xfrm>
            <a:off x="1522957" y="135313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평가내용 제목"/>
          <p:cNvSpPr>
            <a:spLocks noGrp="1"/>
          </p:cNvSpPr>
          <p:nvPr>
            <p:ph type="body" sz="quarter" idx="22"/>
          </p:nvPr>
        </p:nvSpPr>
        <p:spPr>
          <a:xfrm>
            <a:off x="1632522" y="1364087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8" name="점"/>
          <p:cNvSpPr/>
          <p:nvPr/>
        </p:nvSpPr>
        <p:spPr>
          <a:xfrm>
            <a:off x="871043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점"/>
          <p:cNvSpPr/>
          <p:nvPr/>
        </p:nvSpPr>
        <p:spPr>
          <a:xfrm>
            <a:off x="947739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점"/>
          <p:cNvSpPr/>
          <p:nvPr/>
        </p:nvSpPr>
        <p:spPr>
          <a:xfrm>
            <a:off x="1024435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점"/>
          <p:cNvSpPr/>
          <p:nvPr/>
        </p:nvSpPr>
        <p:spPr>
          <a:xfrm>
            <a:off x="1101130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점"/>
          <p:cNvSpPr/>
          <p:nvPr/>
        </p:nvSpPr>
        <p:spPr>
          <a:xfrm>
            <a:off x="1177826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번호 띠"/>
          <p:cNvSpPr/>
          <p:nvPr/>
        </p:nvSpPr>
        <p:spPr>
          <a:xfrm>
            <a:off x="536870" y="2081739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번호"/>
          <p:cNvSpPr>
            <a:spLocks noGrp="1"/>
          </p:cNvSpPr>
          <p:nvPr>
            <p:ph type="body" sz="quarter" idx="23"/>
          </p:nvPr>
        </p:nvSpPr>
        <p:spPr>
          <a:xfrm>
            <a:off x="558783" y="2081739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7" name="번호 띠 제목"/>
          <p:cNvSpPr>
            <a:spLocks noGrp="1"/>
          </p:cNvSpPr>
          <p:nvPr>
            <p:ph type="body" sz="quarter" idx="24"/>
          </p:nvPr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8" name="형광 밑줄"/>
          <p:cNvSpPr/>
          <p:nvPr/>
        </p:nvSpPr>
        <p:spPr>
          <a:xfrm>
            <a:off x="536870" y="2662435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소제목"/>
          <p:cNvSpPr>
            <a:spLocks noGrp="1"/>
          </p:cNvSpPr>
          <p:nvPr>
            <p:ph type="body" sz="quarter" idx="25"/>
          </p:nvPr>
        </p:nvSpPr>
        <p:spPr>
          <a:xfrm>
            <a:off x="536870" y="25090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30" name="표 외곽"/>
          <p:cNvSpPr/>
          <p:nvPr/>
        </p:nvSpPr>
        <p:spPr>
          <a:xfrm>
            <a:off x="536870" y="2793913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547826" y="2810348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810348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3" name="머리칸"/>
          <p:cNvSpPr/>
          <p:nvPr/>
        </p:nvSpPr>
        <p:spPr>
          <a:xfrm>
            <a:off x="1161391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832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5" name="머리칸"/>
          <p:cNvSpPr/>
          <p:nvPr/>
        </p:nvSpPr>
        <p:spPr>
          <a:xfrm>
            <a:off x="3985435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832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3073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3073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9" name="Connector 31"/>
          <p:cNvCxnSpPr/>
          <p:nvPr/>
        </p:nvCxnSpPr>
        <p:spPr>
          <a:xfrm>
            <a:off x="3985435" y="3106174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레일"/>
          <p:cNvSpPr/>
          <p:nvPr/>
        </p:nvSpPr>
        <p:spPr>
          <a:xfrm>
            <a:off x="547826" y="3597965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5979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5979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태그"/>
          <p:cNvSpPr/>
          <p:nvPr/>
        </p:nvSpPr>
        <p:spPr>
          <a:xfrm>
            <a:off x="1161391" y="3641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364179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33"/>
          </p:nvPr>
        </p:nvSpPr>
        <p:spPr>
          <a:xfrm>
            <a:off x="2145304" y="363083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6" name="태그"/>
          <p:cNvSpPr/>
          <p:nvPr/>
        </p:nvSpPr>
        <p:spPr>
          <a:xfrm>
            <a:off x="1161391" y="3839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839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35"/>
          </p:nvPr>
        </p:nvSpPr>
        <p:spPr>
          <a:xfrm>
            <a:off x="2145304" y="3828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9" name="태그"/>
          <p:cNvSpPr/>
          <p:nvPr/>
        </p:nvSpPr>
        <p:spPr>
          <a:xfrm>
            <a:off x="1161391" y="4036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4036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37"/>
          </p:nvPr>
        </p:nvSpPr>
        <p:spPr>
          <a:xfrm>
            <a:off x="2145304" y="4025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52" name="레일"/>
          <p:cNvSpPr/>
          <p:nvPr/>
        </p:nvSpPr>
        <p:spPr>
          <a:xfrm>
            <a:off x="547826" y="42553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42553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4255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단계"/>
          <p:cNvSpPr/>
          <p:nvPr/>
        </p:nvSpPr>
        <p:spPr>
          <a:xfrm>
            <a:off x="1161391" y="4277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7" name="단계"/>
          <p:cNvSpPr/>
          <p:nvPr/>
        </p:nvSpPr>
        <p:spPr>
          <a:xfrm>
            <a:off x="3044087" y="4277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9" name="단계"/>
          <p:cNvSpPr/>
          <p:nvPr/>
        </p:nvSpPr>
        <p:spPr>
          <a:xfrm>
            <a:off x="4926783" y="4277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61" name="단계 삼각형"/>
          <p:cNvSpPr/>
          <p:nvPr/>
        </p:nvSpPr>
        <p:spPr>
          <a:xfrm>
            <a:off x="3044086" y="4277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4926782" y="4277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5" name="Connector 49"/>
          <p:cNvCxnSpPr/>
          <p:nvPr/>
        </p:nvCxnSpPr>
        <p:spPr>
          <a:xfrm>
            <a:off x="3044087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7" name="Connector 51"/>
          <p:cNvCxnSpPr/>
          <p:nvPr/>
        </p:nvCxnSpPr>
        <p:spPr>
          <a:xfrm>
            <a:off x="4926783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삼각 화살표"/>
          <p:cNvSpPr/>
          <p:nvPr/>
        </p:nvSpPr>
        <p:spPr>
          <a:xfrm>
            <a:off x="3823826" y="4937478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라벨 박스"/>
          <p:cNvSpPr/>
          <p:nvPr/>
        </p:nvSpPr>
        <p:spPr>
          <a:xfrm>
            <a:off x="536870" y="516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517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17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72" name="강조 바"/>
          <p:cNvSpPr/>
          <p:nvPr/>
        </p:nvSpPr>
        <p:spPr>
          <a:xfrm>
            <a:off x="1172348" y="5194957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강조 바 글"/>
          <p:cNvSpPr>
            <a:spLocks noGrp="1"/>
          </p:cNvSpPr>
          <p:nvPr>
            <p:ph type="body" sz="quarter" idx="46"/>
          </p:nvPr>
        </p:nvSpPr>
        <p:spPr>
          <a:xfrm>
            <a:off x="1172348" y="5194957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4" name="라벨 박스"/>
          <p:cNvSpPr/>
          <p:nvPr/>
        </p:nvSpPr>
        <p:spPr>
          <a:xfrm>
            <a:off x="536870" y="5507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5518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51817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7" name="가운데 글"/>
          <p:cNvSpPr>
            <a:spLocks noGrp="1"/>
          </p:cNvSpPr>
          <p:nvPr>
            <p:ph type="body" sz="quarter" idx="48"/>
          </p:nvPr>
        </p:nvSpPr>
        <p:spPr>
          <a:xfrm>
            <a:off x="1172348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8" name="가운데 글"/>
          <p:cNvSpPr>
            <a:spLocks noGrp="1"/>
          </p:cNvSpPr>
          <p:nvPr>
            <p:ph type="body" sz="quarter" idx="49"/>
          </p:nvPr>
        </p:nvSpPr>
        <p:spPr>
          <a:xfrm>
            <a:off x="3049565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9" name="Connector 61"/>
          <p:cNvCxnSpPr/>
          <p:nvPr/>
        </p:nvCxnSpPr>
        <p:spPr>
          <a:xfrm>
            <a:off x="3049565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가운데 글"/>
          <p:cNvSpPr>
            <a:spLocks noGrp="1"/>
          </p:cNvSpPr>
          <p:nvPr>
            <p:ph type="body" sz="quarter" idx="50"/>
          </p:nvPr>
        </p:nvSpPr>
        <p:spPr>
          <a:xfrm>
            <a:off x="4926783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81" name="Connector 63"/>
          <p:cNvCxnSpPr/>
          <p:nvPr/>
        </p:nvCxnSpPr>
        <p:spPr>
          <a:xfrm>
            <a:off x="4926783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라벨 박스"/>
          <p:cNvSpPr/>
          <p:nvPr/>
        </p:nvSpPr>
        <p:spPr>
          <a:xfrm>
            <a:off x="536870" y="5852348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586330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586330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2"/>
          </p:nvPr>
        </p:nvSpPr>
        <p:spPr>
          <a:xfrm>
            <a:off x="1183304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3"/>
          </p:nvPr>
        </p:nvSpPr>
        <p:spPr>
          <a:xfrm>
            <a:off x="3060522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7" name="Connector 68"/>
          <p:cNvCxnSpPr/>
          <p:nvPr/>
        </p:nvCxnSpPr>
        <p:spPr>
          <a:xfrm>
            <a:off x="3049565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칸 본문"/>
          <p:cNvSpPr>
            <a:spLocks noGrp="1"/>
          </p:cNvSpPr>
          <p:nvPr>
            <p:ph type="body" sz="quarter" idx="54"/>
          </p:nvPr>
        </p:nvSpPr>
        <p:spPr>
          <a:xfrm>
            <a:off x="4937739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9" name="Connector 70"/>
          <p:cNvCxnSpPr/>
          <p:nvPr/>
        </p:nvCxnSpPr>
        <p:spPr>
          <a:xfrm>
            <a:off x="4926783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라벨 박스"/>
          <p:cNvSpPr/>
          <p:nvPr/>
        </p:nvSpPr>
        <p:spPr>
          <a:xfrm>
            <a:off x="536870" y="645370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547826" y="6464661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55"/>
          </p:nvPr>
        </p:nvSpPr>
        <p:spPr>
          <a:xfrm>
            <a:off x="547826" y="6464661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1183304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3060522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5" name="Connector 75"/>
          <p:cNvCxnSpPr/>
          <p:nvPr/>
        </p:nvCxnSpPr>
        <p:spPr>
          <a:xfrm>
            <a:off x="3049565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4937739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7" name="Connector 77"/>
          <p:cNvCxnSpPr/>
          <p:nvPr/>
        </p:nvCxnSpPr>
        <p:spPr>
          <a:xfrm>
            <a:off x="4926783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라벨 박스"/>
          <p:cNvSpPr/>
          <p:nvPr/>
        </p:nvSpPr>
        <p:spPr>
          <a:xfrm>
            <a:off x="536870" y="68947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레일"/>
          <p:cNvSpPr/>
          <p:nvPr/>
        </p:nvSpPr>
        <p:spPr>
          <a:xfrm>
            <a:off x="547826" y="69057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9057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0"/>
          </p:nvPr>
        </p:nvSpPr>
        <p:spPr>
          <a:xfrm>
            <a:off x="1183304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1"/>
          </p:nvPr>
        </p:nvSpPr>
        <p:spPr>
          <a:xfrm>
            <a:off x="3060522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103" name="Connector 82"/>
          <p:cNvCxnSpPr/>
          <p:nvPr/>
        </p:nvCxnSpPr>
        <p:spPr>
          <a:xfrm>
            <a:off x="3049565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5" name="Connector 84"/>
          <p:cNvCxnSpPr/>
          <p:nvPr/>
        </p:nvCxnSpPr>
        <p:spPr>
          <a:xfrm>
            <a:off x="4926783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형광 밑줄"/>
          <p:cNvSpPr/>
          <p:nvPr/>
        </p:nvSpPr>
        <p:spPr>
          <a:xfrm>
            <a:off x="536870" y="7554991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소제목"/>
          <p:cNvSpPr>
            <a:spLocks noGrp="1"/>
          </p:cNvSpPr>
          <p:nvPr>
            <p:ph type="body" sz="quarter" idx="63"/>
          </p:nvPr>
        </p:nvSpPr>
        <p:spPr>
          <a:xfrm>
            <a:off x="536870" y="74016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08" name="태그칩"/>
          <p:cNvSpPr/>
          <p:nvPr/>
        </p:nvSpPr>
        <p:spPr>
          <a:xfrm>
            <a:off x="3540771" y="74344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9" name="태그칩"/>
          <p:cNvSpPr>
            <a:spLocks noGrp="1"/>
          </p:cNvSpPr>
          <p:nvPr>
            <p:ph type="body" sz="quarter" idx="64"/>
          </p:nvPr>
        </p:nvSpPr>
        <p:spPr>
          <a:xfrm>
            <a:off x="3540771" y="7434470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10" name="패널 외곽"/>
          <p:cNvSpPr/>
          <p:nvPr/>
        </p:nvSpPr>
        <p:spPr>
          <a:xfrm>
            <a:off x="536870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패널 머리"/>
          <p:cNvSpPr/>
          <p:nvPr/>
        </p:nvSpPr>
        <p:spPr>
          <a:xfrm>
            <a:off x="536870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112" name="패널 머리"/>
          <p:cNvSpPr>
            <a:spLocks noGrp="1"/>
          </p:cNvSpPr>
          <p:nvPr>
            <p:ph type="body" sz="quarter" idx="65"/>
          </p:nvPr>
        </p:nvSpPr>
        <p:spPr>
          <a:xfrm>
            <a:off x="536870" y="769742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13" name="레일"/>
          <p:cNvSpPr/>
          <p:nvPr/>
        </p:nvSpPr>
        <p:spPr>
          <a:xfrm>
            <a:off x="569739" y="797133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14" name="레일"/>
          <p:cNvSpPr>
            <a:spLocks noGrp="1"/>
          </p:cNvSpPr>
          <p:nvPr>
            <p:ph type="body" sz="quarter" idx="66"/>
          </p:nvPr>
        </p:nvSpPr>
        <p:spPr>
          <a:xfrm>
            <a:off x="569739" y="797133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15" name="패널 본문"/>
          <p:cNvSpPr>
            <a:spLocks noGrp="1"/>
          </p:cNvSpPr>
          <p:nvPr>
            <p:ph type="body" sz="quarter" idx="67"/>
          </p:nvPr>
        </p:nvSpPr>
        <p:spPr>
          <a:xfrm>
            <a:off x="1243565" y="796038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16" name="Connector 92"/>
          <p:cNvCxnSpPr/>
          <p:nvPr/>
        </p:nvCxnSpPr>
        <p:spPr>
          <a:xfrm>
            <a:off x="1243565" y="835763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레일"/>
          <p:cNvSpPr/>
          <p:nvPr/>
        </p:nvSpPr>
        <p:spPr>
          <a:xfrm>
            <a:off x="569739" y="8368591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18" name="레일"/>
          <p:cNvSpPr>
            <a:spLocks noGrp="1"/>
          </p:cNvSpPr>
          <p:nvPr>
            <p:ph type="body" sz="quarter" idx="68"/>
          </p:nvPr>
        </p:nvSpPr>
        <p:spPr>
          <a:xfrm>
            <a:off x="569739" y="8368591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19" name="패널 본문"/>
          <p:cNvSpPr>
            <a:spLocks noGrp="1"/>
          </p:cNvSpPr>
          <p:nvPr>
            <p:ph type="body" sz="quarter" idx="69"/>
          </p:nvPr>
        </p:nvSpPr>
        <p:spPr>
          <a:xfrm>
            <a:off x="1243565" y="835763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120" name="Connector 95"/>
          <p:cNvCxnSpPr/>
          <p:nvPr/>
        </p:nvCxnSpPr>
        <p:spPr>
          <a:xfrm>
            <a:off x="1243565" y="875488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레일"/>
          <p:cNvSpPr/>
          <p:nvPr/>
        </p:nvSpPr>
        <p:spPr>
          <a:xfrm>
            <a:off x="569739" y="8765843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2" name="레일"/>
          <p:cNvSpPr>
            <a:spLocks noGrp="1"/>
          </p:cNvSpPr>
          <p:nvPr>
            <p:ph type="body" sz="quarter" idx="70"/>
          </p:nvPr>
        </p:nvSpPr>
        <p:spPr>
          <a:xfrm>
            <a:off x="569739" y="8765843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23" name="패널 본문"/>
          <p:cNvSpPr>
            <a:spLocks noGrp="1"/>
          </p:cNvSpPr>
          <p:nvPr>
            <p:ph type="body" sz="quarter" idx="71"/>
          </p:nvPr>
        </p:nvSpPr>
        <p:spPr>
          <a:xfrm>
            <a:off x="1243565" y="875488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124" name="Connector 98"/>
          <p:cNvCxnSpPr/>
          <p:nvPr/>
        </p:nvCxnSpPr>
        <p:spPr>
          <a:xfrm>
            <a:off x="1243565" y="915213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레일"/>
          <p:cNvSpPr/>
          <p:nvPr/>
        </p:nvSpPr>
        <p:spPr>
          <a:xfrm>
            <a:off x="569739" y="916309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2"/>
          </p:nvPr>
        </p:nvSpPr>
        <p:spPr>
          <a:xfrm>
            <a:off x="569739" y="916309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3"/>
          </p:nvPr>
        </p:nvSpPr>
        <p:spPr>
          <a:xfrm>
            <a:off x="1243565" y="9152139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28" name="패널 외곽"/>
          <p:cNvSpPr/>
          <p:nvPr/>
        </p:nvSpPr>
        <p:spPr>
          <a:xfrm>
            <a:off x="3711522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패널 머리"/>
          <p:cNvSpPr/>
          <p:nvPr/>
        </p:nvSpPr>
        <p:spPr>
          <a:xfrm>
            <a:off x="3711522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130" name="패널 머리"/>
          <p:cNvSpPr>
            <a:spLocks noGrp="1"/>
          </p:cNvSpPr>
          <p:nvPr>
            <p:ph type="body" sz="quarter" idx="74"/>
          </p:nvPr>
        </p:nvSpPr>
        <p:spPr>
          <a:xfrm>
            <a:off x="3711522" y="769742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31" name="레일"/>
          <p:cNvSpPr/>
          <p:nvPr/>
        </p:nvSpPr>
        <p:spPr>
          <a:xfrm>
            <a:off x="3744391" y="797133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32" name="레일"/>
          <p:cNvSpPr>
            <a:spLocks noGrp="1"/>
          </p:cNvSpPr>
          <p:nvPr>
            <p:ph type="body" sz="quarter" idx="75"/>
          </p:nvPr>
        </p:nvSpPr>
        <p:spPr>
          <a:xfrm>
            <a:off x="3744391" y="797133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76"/>
          </p:nvPr>
        </p:nvSpPr>
        <p:spPr>
          <a:xfrm>
            <a:off x="4599000" y="796038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134" name="Connector 105"/>
          <p:cNvCxnSpPr/>
          <p:nvPr/>
        </p:nvCxnSpPr>
        <p:spPr>
          <a:xfrm>
            <a:off x="4599000" y="835763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레일"/>
          <p:cNvSpPr/>
          <p:nvPr/>
        </p:nvSpPr>
        <p:spPr>
          <a:xfrm>
            <a:off x="3744391" y="8368591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36" name="레일"/>
          <p:cNvSpPr>
            <a:spLocks noGrp="1"/>
          </p:cNvSpPr>
          <p:nvPr>
            <p:ph type="body" sz="quarter" idx="77"/>
          </p:nvPr>
        </p:nvSpPr>
        <p:spPr>
          <a:xfrm>
            <a:off x="3744391" y="8368591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37" name="패널 본문"/>
          <p:cNvSpPr>
            <a:spLocks noGrp="1"/>
          </p:cNvSpPr>
          <p:nvPr>
            <p:ph type="body" sz="quarter" idx="78"/>
          </p:nvPr>
        </p:nvSpPr>
        <p:spPr>
          <a:xfrm>
            <a:off x="4599000" y="835763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138" name="Connector 108"/>
          <p:cNvCxnSpPr/>
          <p:nvPr/>
        </p:nvCxnSpPr>
        <p:spPr>
          <a:xfrm>
            <a:off x="4599000" y="875488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레일"/>
          <p:cNvSpPr/>
          <p:nvPr/>
        </p:nvSpPr>
        <p:spPr>
          <a:xfrm>
            <a:off x="3744391" y="8765843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79"/>
          </p:nvPr>
        </p:nvSpPr>
        <p:spPr>
          <a:xfrm>
            <a:off x="3744391" y="8765843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41" name="패널 본문"/>
          <p:cNvSpPr>
            <a:spLocks noGrp="1"/>
          </p:cNvSpPr>
          <p:nvPr>
            <p:ph type="body" sz="quarter" idx="80"/>
          </p:nvPr>
        </p:nvSpPr>
        <p:spPr>
          <a:xfrm>
            <a:off x="4599000" y="875488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142" name="Connector 111"/>
          <p:cNvCxnSpPr/>
          <p:nvPr/>
        </p:nvCxnSpPr>
        <p:spPr>
          <a:xfrm>
            <a:off x="4599000" y="915213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레일"/>
          <p:cNvSpPr/>
          <p:nvPr/>
        </p:nvSpPr>
        <p:spPr>
          <a:xfrm>
            <a:off x="3744391" y="916309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44" name="레일"/>
          <p:cNvSpPr>
            <a:spLocks noGrp="1"/>
          </p:cNvSpPr>
          <p:nvPr>
            <p:ph type="body" sz="quarter" idx="81"/>
          </p:nvPr>
        </p:nvSpPr>
        <p:spPr>
          <a:xfrm>
            <a:off x="3744391" y="916309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45" name="패널 본문"/>
          <p:cNvSpPr>
            <a:spLocks noGrp="1"/>
          </p:cNvSpPr>
          <p:nvPr>
            <p:ph type="body" sz="quarter" idx="82"/>
          </p:nvPr>
        </p:nvSpPr>
        <p:spPr>
          <a:xfrm>
            <a:off x="4599000" y="9152139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46" name="핵심성과 박스"/>
          <p:cNvSpPr/>
          <p:nvPr/>
        </p:nvSpPr>
        <p:spPr>
          <a:xfrm>
            <a:off x="536870" y="9658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7" name="핵심성과 라벨"/>
          <p:cNvSpPr/>
          <p:nvPr/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48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9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314783" y="9675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02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형광 밑줄"/>
          <p:cNvSpPr/>
          <p:nvPr/>
        </p:nvSpPr>
        <p:spPr>
          <a:xfrm>
            <a:off x="723130" y="3736487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소제목"/>
          <p:cNvSpPr>
            <a:spLocks noGrp="1"/>
          </p:cNvSpPr>
          <p:nvPr>
            <p:ph type="body" sz="quarter" idx="42"/>
          </p:nvPr>
        </p:nvSpPr>
        <p:spPr>
          <a:xfrm>
            <a:off x="723130" y="358309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0" name="태그칩"/>
          <p:cNvSpPr/>
          <p:nvPr/>
        </p:nvSpPr>
        <p:spPr>
          <a:xfrm>
            <a:off x="3932802" y="3615965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1" name="태그칩"/>
          <p:cNvSpPr>
            <a:spLocks noGrp="1"/>
          </p:cNvSpPr>
          <p:nvPr>
            <p:ph type="body" sz="quarter" idx="43"/>
          </p:nvPr>
        </p:nvSpPr>
        <p:spPr>
          <a:xfrm>
            <a:off x="3932802" y="3615965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62" name="표 외곽"/>
          <p:cNvSpPr/>
          <p:nvPr/>
        </p:nvSpPr>
        <p:spPr>
          <a:xfrm>
            <a:off x="723130" y="3867965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"/>
          <p:cNvSpPr/>
          <p:nvPr/>
        </p:nvSpPr>
        <p:spPr>
          <a:xfrm>
            <a:off x="734087" y="3884400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388440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5" name="머리칸"/>
          <p:cNvSpPr/>
          <p:nvPr/>
        </p:nvSpPr>
        <p:spPr>
          <a:xfrm>
            <a:off x="1347652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390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67" name="머리칸"/>
          <p:cNvSpPr/>
          <p:nvPr/>
        </p:nvSpPr>
        <p:spPr>
          <a:xfrm>
            <a:off x="4171696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6"/>
          </p:nvPr>
        </p:nvSpPr>
        <p:spPr>
          <a:xfrm>
            <a:off x="4171696" y="390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4735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14735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18022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레일"/>
          <p:cNvSpPr/>
          <p:nvPr/>
        </p:nvSpPr>
        <p:spPr>
          <a:xfrm>
            <a:off x="734087" y="4506261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4506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734086" y="450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머리칸"/>
          <p:cNvSpPr/>
          <p:nvPr/>
        </p:nvSpPr>
        <p:spPr>
          <a:xfrm>
            <a:off x="1347652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4528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77" name="머리칸"/>
          <p:cNvSpPr/>
          <p:nvPr/>
        </p:nvSpPr>
        <p:spPr>
          <a:xfrm>
            <a:off x="4171696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1"/>
          </p:nvPr>
        </p:nvSpPr>
        <p:spPr>
          <a:xfrm>
            <a:off x="4171696" y="4528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47692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4182652" y="47692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4171696" y="4802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레일"/>
          <p:cNvSpPr/>
          <p:nvPr/>
        </p:nvSpPr>
        <p:spPr>
          <a:xfrm>
            <a:off x="734087" y="5128122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512812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84" name="레일 삼각형"/>
          <p:cNvSpPr/>
          <p:nvPr/>
        </p:nvSpPr>
        <p:spPr>
          <a:xfrm>
            <a:off x="734086" y="51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단계"/>
          <p:cNvSpPr/>
          <p:nvPr/>
        </p:nvSpPr>
        <p:spPr>
          <a:xfrm>
            <a:off x="1347652" y="51500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5"/>
          </p:nvPr>
        </p:nvSpPr>
        <p:spPr>
          <a:xfrm>
            <a:off x="1347652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87" name="단계"/>
          <p:cNvSpPr/>
          <p:nvPr/>
        </p:nvSpPr>
        <p:spPr>
          <a:xfrm>
            <a:off x="2759674" y="51500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2759674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89" name="단계"/>
          <p:cNvSpPr/>
          <p:nvPr/>
        </p:nvSpPr>
        <p:spPr>
          <a:xfrm>
            <a:off x="4171696" y="51500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4171696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91" name="단계"/>
          <p:cNvSpPr/>
          <p:nvPr/>
        </p:nvSpPr>
        <p:spPr>
          <a:xfrm>
            <a:off x="5583717" y="51500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8"/>
          </p:nvPr>
        </p:nvSpPr>
        <p:spPr>
          <a:xfrm>
            <a:off x="5583717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93" name="단계 삼각형"/>
          <p:cNvSpPr/>
          <p:nvPr/>
        </p:nvSpPr>
        <p:spPr>
          <a:xfrm>
            <a:off x="2759673" y="515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단계 삼각형"/>
          <p:cNvSpPr/>
          <p:nvPr/>
        </p:nvSpPr>
        <p:spPr>
          <a:xfrm>
            <a:off x="4171695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단계 삼각형"/>
          <p:cNvSpPr/>
          <p:nvPr/>
        </p:nvSpPr>
        <p:spPr>
          <a:xfrm>
            <a:off x="5583717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1358609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2770630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98" name="Connector 69"/>
          <p:cNvCxnSpPr/>
          <p:nvPr/>
        </p:nvCxnSpPr>
        <p:spPr>
          <a:xfrm>
            <a:off x="2759674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4182652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100" name="Connector 71"/>
          <p:cNvCxnSpPr/>
          <p:nvPr/>
        </p:nvCxnSpPr>
        <p:spPr>
          <a:xfrm>
            <a:off x="4171696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5594674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102" name="Connector 73"/>
          <p:cNvCxnSpPr/>
          <p:nvPr/>
        </p:nvCxnSpPr>
        <p:spPr>
          <a:xfrm>
            <a:off x="5583717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핵심성과 박스"/>
          <p:cNvSpPr/>
          <p:nvPr/>
        </p:nvSpPr>
        <p:spPr>
          <a:xfrm>
            <a:off x="723130" y="600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핵심성과 라벨"/>
          <p:cNvSpPr/>
          <p:nvPr/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05" name="핵심성과 라벨"/>
          <p:cNvSpPr>
            <a:spLocks noGrp="1"/>
          </p:cNvSpPr>
          <p:nvPr>
            <p:ph type="body" sz="quarter" idx="63"/>
          </p:nvPr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64"/>
          </p:nvPr>
        </p:nvSpPr>
        <p:spPr>
          <a:xfrm>
            <a:off x="1501043" y="601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107" name="형광 밑줄"/>
          <p:cNvSpPr/>
          <p:nvPr/>
        </p:nvSpPr>
        <p:spPr>
          <a:xfrm>
            <a:off x="723130" y="6588783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소제목"/>
          <p:cNvSpPr>
            <a:spLocks noGrp="1"/>
          </p:cNvSpPr>
          <p:nvPr>
            <p:ph type="body" sz="quarter" idx="65"/>
          </p:nvPr>
        </p:nvSpPr>
        <p:spPr>
          <a:xfrm>
            <a:off x="723130" y="643539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09" name="태그칩"/>
          <p:cNvSpPr/>
          <p:nvPr/>
        </p:nvSpPr>
        <p:spPr>
          <a:xfrm>
            <a:off x="4224152" y="6468261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10" name="태그칩"/>
          <p:cNvSpPr>
            <a:spLocks noGrp="1"/>
          </p:cNvSpPr>
          <p:nvPr>
            <p:ph type="body" sz="quarter" idx="66"/>
          </p:nvPr>
        </p:nvSpPr>
        <p:spPr>
          <a:xfrm>
            <a:off x="4224152" y="6468261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1" name="라벨 박스"/>
          <p:cNvSpPr/>
          <p:nvPr/>
        </p:nvSpPr>
        <p:spPr>
          <a:xfrm>
            <a:off x="723130" y="6731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"/>
          <p:cNvSpPr/>
          <p:nvPr/>
        </p:nvSpPr>
        <p:spPr>
          <a:xfrm>
            <a:off x="734087" y="6742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13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674217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4" name="본문"/>
          <p:cNvSpPr>
            <a:spLocks noGrp="1"/>
          </p:cNvSpPr>
          <p:nvPr>
            <p:ph type="body" sz="quarter" idx="68"/>
          </p:nvPr>
        </p:nvSpPr>
        <p:spPr>
          <a:xfrm>
            <a:off x="1358609" y="6747652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15" name="라벨 박스"/>
          <p:cNvSpPr/>
          <p:nvPr/>
        </p:nvSpPr>
        <p:spPr>
          <a:xfrm>
            <a:off x="723130" y="707634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레일"/>
          <p:cNvSpPr/>
          <p:nvPr/>
        </p:nvSpPr>
        <p:spPr>
          <a:xfrm>
            <a:off x="734087" y="708730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17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08730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18" name="가운데 글"/>
          <p:cNvSpPr>
            <a:spLocks noGrp="1"/>
          </p:cNvSpPr>
          <p:nvPr>
            <p:ph type="body" sz="quarter" idx="70"/>
          </p:nvPr>
        </p:nvSpPr>
        <p:spPr>
          <a:xfrm>
            <a:off x="1358609" y="7092783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19" name="주석"/>
          <p:cNvSpPr>
            <a:spLocks noGrp="1"/>
          </p:cNvSpPr>
          <p:nvPr>
            <p:ph type="body" sz="quarter" idx="71"/>
          </p:nvPr>
        </p:nvSpPr>
        <p:spPr>
          <a:xfrm>
            <a:off x="2366609" y="7399565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20" name="라벨 박스"/>
          <p:cNvSpPr/>
          <p:nvPr/>
        </p:nvSpPr>
        <p:spPr>
          <a:xfrm>
            <a:off x="723130" y="7629652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레일"/>
          <p:cNvSpPr/>
          <p:nvPr/>
        </p:nvSpPr>
        <p:spPr>
          <a:xfrm>
            <a:off x="734087" y="7640609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2" name="레일"/>
          <p:cNvSpPr>
            <a:spLocks noGrp="1"/>
          </p:cNvSpPr>
          <p:nvPr>
            <p:ph type="body" sz="quarter" idx="72"/>
          </p:nvPr>
        </p:nvSpPr>
        <p:spPr>
          <a:xfrm>
            <a:off x="734087" y="7640609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3" name="머리칸"/>
          <p:cNvSpPr/>
          <p:nvPr/>
        </p:nvSpPr>
        <p:spPr>
          <a:xfrm>
            <a:off x="1358609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24" name="머리칸"/>
          <p:cNvSpPr>
            <a:spLocks noGrp="1"/>
          </p:cNvSpPr>
          <p:nvPr>
            <p:ph type="body" sz="quarter" idx="73"/>
          </p:nvPr>
        </p:nvSpPr>
        <p:spPr>
          <a:xfrm>
            <a:off x="1358609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25" name="머리칸"/>
          <p:cNvSpPr/>
          <p:nvPr/>
        </p:nvSpPr>
        <p:spPr>
          <a:xfrm>
            <a:off x="3235826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26" name="머리칸"/>
          <p:cNvSpPr>
            <a:spLocks noGrp="1"/>
          </p:cNvSpPr>
          <p:nvPr>
            <p:ph type="body" sz="quarter" idx="74"/>
          </p:nvPr>
        </p:nvSpPr>
        <p:spPr>
          <a:xfrm>
            <a:off x="3235826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27" name="머리칸"/>
          <p:cNvSpPr/>
          <p:nvPr/>
        </p:nvSpPr>
        <p:spPr>
          <a:xfrm>
            <a:off x="5113043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28" name="머리칸"/>
          <p:cNvSpPr>
            <a:spLocks noGrp="1"/>
          </p:cNvSpPr>
          <p:nvPr>
            <p:ph type="body" sz="quarter" idx="75"/>
          </p:nvPr>
        </p:nvSpPr>
        <p:spPr>
          <a:xfrm>
            <a:off x="5113043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29" name="칸 본문"/>
          <p:cNvSpPr>
            <a:spLocks noGrp="1"/>
          </p:cNvSpPr>
          <p:nvPr>
            <p:ph type="body" sz="quarter" idx="76"/>
          </p:nvPr>
        </p:nvSpPr>
        <p:spPr>
          <a:xfrm>
            <a:off x="1369565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30" name="칸 본문"/>
          <p:cNvSpPr>
            <a:spLocks noGrp="1"/>
          </p:cNvSpPr>
          <p:nvPr>
            <p:ph type="body" sz="quarter" idx="77"/>
          </p:nvPr>
        </p:nvSpPr>
        <p:spPr>
          <a:xfrm>
            <a:off x="3246783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131" name="Connector 94"/>
          <p:cNvCxnSpPr/>
          <p:nvPr/>
        </p:nvCxnSpPr>
        <p:spPr>
          <a:xfrm>
            <a:off x="3235826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칸 본문"/>
          <p:cNvSpPr>
            <a:spLocks noGrp="1"/>
          </p:cNvSpPr>
          <p:nvPr>
            <p:ph type="body" sz="quarter" idx="78"/>
          </p:nvPr>
        </p:nvSpPr>
        <p:spPr>
          <a:xfrm>
            <a:off x="5124000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133" name="Connector 96"/>
          <p:cNvCxnSpPr/>
          <p:nvPr/>
        </p:nvCxnSpPr>
        <p:spPr>
          <a:xfrm>
            <a:off x="5113043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라벨 박스"/>
          <p:cNvSpPr/>
          <p:nvPr/>
        </p:nvSpPr>
        <p:spPr>
          <a:xfrm>
            <a:off x="723130" y="83336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레일"/>
          <p:cNvSpPr/>
          <p:nvPr/>
        </p:nvSpPr>
        <p:spPr>
          <a:xfrm>
            <a:off x="734087" y="83446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36" name="레일"/>
          <p:cNvSpPr>
            <a:spLocks noGrp="1"/>
          </p:cNvSpPr>
          <p:nvPr>
            <p:ph type="body" sz="quarter" idx="79"/>
          </p:nvPr>
        </p:nvSpPr>
        <p:spPr>
          <a:xfrm>
            <a:off x="734087" y="8344643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37" name="칸 본문"/>
          <p:cNvSpPr>
            <a:spLocks noGrp="1"/>
          </p:cNvSpPr>
          <p:nvPr>
            <p:ph type="body" sz="quarter" idx="80"/>
          </p:nvPr>
        </p:nvSpPr>
        <p:spPr>
          <a:xfrm>
            <a:off x="1369565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38" name="칸 본문"/>
          <p:cNvSpPr>
            <a:spLocks noGrp="1"/>
          </p:cNvSpPr>
          <p:nvPr>
            <p:ph type="body" sz="quarter" idx="81"/>
          </p:nvPr>
        </p:nvSpPr>
        <p:spPr>
          <a:xfrm>
            <a:off x="3246783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139" name="Connector 101"/>
          <p:cNvCxnSpPr/>
          <p:nvPr/>
        </p:nvCxnSpPr>
        <p:spPr>
          <a:xfrm>
            <a:off x="3235826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칸 본문"/>
          <p:cNvSpPr>
            <a:spLocks noGrp="1"/>
          </p:cNvSpPr>
          <p:nvPr>
            <p:ph type="body" sz="quarter" idx="82"/>
          </p:nvPr>
        </p:nvSpPr>
        <p:spPr>
          <a:xfrm>
            <a:off x="5124000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141" name="Connector 103"/>
          <p:cNvCxnSpPr/>
          <p:nvPr/>
        </p:nvCxnSpPr>
        <p:spPr>
          <a:xfrm>
            <a:off x="5113043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핵심성과 박스"/>
          <p:cNvSpPr/>
          <p:nvPr/>
        </p:nvSpPr>
        <p:spPr>
          <a:xfrm>
            <a:off x="723130" y="88076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3" name="핵심성과 라벨"/>
          <p:cNvSpPr/>
          <p:nvPr/>
        </p:nvSpPr>
        <p:spPr>
          <a:xfrm>
            <a:off x="756000" y="88405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44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756000" y="88405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5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501043" y="88295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03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6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80927" y="171469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694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7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99128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035113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5"/>
          </p:nvPr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8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3232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37"/>
          </p:nvPr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1" name="패널 외곽"/>
          <p:cNvSpPr/>
          <p:nvPr/>
        </p:nvSpPr>
        <p:spPr>
          <a:xfrm>
            <a:off x="536870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패널 머리"/>
          <p:cNvSpPr/>
          <p:nvPr/>
        </p:nvSpPr>
        <p:spPr>
          <a:xfrm>
            <a:off x="536870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53" name="패널 머리"/>
          <p:cNvSpPr>
            <a:spLocks noGrp="1"/>
          </p:cNvSpPr>
          <p:nvPr>
            <p:ph type="body" sz="quarter" idx="38"/>
          </p:nvPr>
        </p:nvSpPr>
        <p:spPr>
          <a:xfrm>
            <a:off x="536870" y="3506243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4" name="레일"/>
          <p:cNvSpPr/>
          <p:nvPr/>
        </p:nvSpPr>
        <p:spPr>
          <a:xfrm>
            <a:off x="569739" y="3780157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 태그"/>
          <p:cNvSpPr/>
          <p:nvPr/>
        </p:nvSpPr>
        <p:spPr>
          <a:xfrm>
            <a:off x="659724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56" name="레일 태그"/>
          <p:cNvSpPr>
            <a:spLocks noGrp="1"/>
          </p:cNvSpPr>
          <p:nvPr>
            <p:ph type="body" sz="quarter" idx="39"/>
          </p:nvPr>
        </p:nvSpPr>
        <p:spPr>
          <a:xfrm>
            <a:off x="659724" y="38239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40"/>
          </p:nvPr>
        </p:nvSpPr>
        <p:spPr>
          <a:xfrm>
            <a:off x="569739" y="4010243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41"/>
          </p:nvPr>
        </p:nvSpPr>
        <p:spPr>
          <a:xfrm>
            <a:off x="1353130" y="3769200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1353130" y="4385583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레일"/>
          <p:cNvSpPr/>
          <p:nvPr/>
        </p:nvSpPr>
        <p:spPr>
          <a:xfrm>
            <a:off x="569739" y="439653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659724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62" name="레일 태그"/>
          <p:cNvSpPr>
            <a:spLocks noGrp="1"/>
          </p:cNvSpPr>
          <p:nvPr>
            <p:ph type="body" sz="quarter" idx="42"/>
          </p:nvPr>
        </p:nvSpPr>
        <p:spPr>
          <a:xfrm>
            <a:off x="659724" y="44403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3" name="레일 라벨"/>
          <p:cNvSpPr>
            <a:spLocks noGrp="1"/>
          </p:cNvSpPr>
          <p:nvPr>
            <p:ph type="body" sz="quarter" idx="43"/>
          </p:nvPr>
        </p:nvSpPr>
        <p:spPr>
          <a:xfrm>
            <a:off x="569739" y="4626626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패널 본문"/>
          <p:cNvSpPr>
            <a:spLocks noGrp="1"/>
          </p:cNvSpPr>
          <p:nvPr>
            <p:ph type="body" sz="quarter" idx="44"/>
          </p:nvPr>
        </p:nvSpPr>
        <p:spPr>
          <a:xfrm>
            <a:off x="1353130" y="438558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5" name="Connector 49"/>
          <p:cNvCxnSpPr/>
          <p:nvPr/>
        </p:nvCxnSpPr>
        <p:spPr>
          <a:xfrm>
            <a:off x="1353130" y="500196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레일"/>
          <p:cNvSpPr/>
          <p:nvPr/>
        </p:nvSpPr>
        <p:spPr>
          <a:xfrm>
            <a:off x="569739" y="5012922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659724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5"/>
          </p:nvPr>
        </p:nvSpPr>
        <p:spPr>
          <a:xfrm>
            <a:off x="659724" y="505674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6"/>
          </p:nvPr>
        </p:nvSpPr>
        <p:spPr>
          <a:xfrm>
            <a:off x="569739" y="5243009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47"/>
          </p:nvPr>
        </p:nvSpPr>
        <p:spPr>
          <a:xfrm>
            <a:off x="1353130" y="5001965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1" name="패널 외곽"/>
          <p:cNvSpPr/>
          <p:nvPr/>
        </p:nvSpPr>
        <p:spPr>
          <a:xfrm>
            <a:off x="3711522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패널 머리"/>
          <p:cNvSpPr/>
          <p:nvPr/>
        </p:nvSpPr>
        <p:spPr>
          <a:xfrm>
            <a:off x="3711522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73" name="패널 머리"/>
          <p:cNvSpPr>
            <a:spLocks noGrp="1"/>
          </p:cNvSpPr>
          <p:nvPr>
            <p:ph type="body" sz="quarter" idx="48"/>
          </p:nvPr>
        </p:nvSpPr>
        <p:spPr>
          <a:xfrm>
            <a:off x="3711522" y="3506243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4" name="레일"/>
          <p:cNvSpPr/>
          <p:nvPr/>
        </p:nvSpPr>
        <p:spPr>
          <a:xfrm>
            <a:off x="3744391" y="3780157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3831637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49"/>
          </p:nvPr>
        </p:nvSpPr>
        <p:spPr>
          <a:xfrm>
            <a:off x="3831637" y="38239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0"/>
          </p:nvPr>
        </p:nvSpPr>
        <p:spPr>
          <a:xfrm>
            <a:off x="3744391" y="4010243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8" name="패널 본문"/>
          <p:cNvSpPr>
            <a:spLocks noGrp="1"/>
          </p:cNvSpPr>
          <p:nvPr>
            <p:ph type="body" sz="quarter" idx="51"/>
          </p:nvPr>
        </p:nvSpPr>
        <p:spPr>
          <a:xfrm>
            <a:off x="4522304" y="3769200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9" name="Connector 60"/>
          <p:cNvCxnSpPr/>
          <p:nvPr/>
        </p:nvCxnSpPr>
        <p:spPr>
          <a:xfrm>
            <a:off x="4522304" y="4385583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레일"/>
          <p:cNvSpPr/>
          <p:nvPr/>
        </p:nvSpPr>
        <p:spPr>
          <a:xfrm>
            <a:off x="3744391" y="439653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 태그"/>
          <p:cNvSpPr/>
          <p:nvPr/>
        </p:nvSpPr>
        <p:spPr>
          <a:xfrm>
            <a:off x="3831637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82" name="레일 태그"/>
          <p:cNvSpPr>
            <a:spLocks noGrp="1"/>
          </p:cNvSpPr>
          <p:nvPr>
            <p:ph type="body" sz="quarter" idx="52"/>
          </p:nvPr>
        </p:nvSpPr>
        <p:spPr>
          <a:xfrm>
            <a:off x="3831637" y="44403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3" name="레일 라벨"/>
          <p:cNvSpPr>
            <a:spLocks noGrp="1"/>
          </p:cNvSpPr>
          <p:nvPr>
            <p:ph type="body" sz="quarter" idx="53"/>
          </p:nvPr>
        </p:nvSpPr>
        <p:spPr>
          <a:xfrm>
            <a:off x="3744391" y="4626626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4" name="패널 본문"/>
          <p:cNvSpPr>
            <a:spLocks noGrp="1"/>
          </p:cNvSpPr>
          <p:nvPr>
            <p:ph type="body" sz="quarter" idx="54"/>
          </p:nvPr>
        </p:nvSpPr>
        <p:spPr>
          <a:xfrm>
            <a:off x="4522304" y="438558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4522304" y="500196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레일"/>
          <p:cNvSpPr/>
          <p:nvPr/>
        </p:nvSpPr>
        <p:spPr>
          <a:xfrm>
            <a:off x="3744391" y="5012922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 태그"/>
          <p:cNvSpPr/>
          <p:nvPr/>
        </p:nvSpPr>
        <p:spPr>
          <a:xfrm>
            <a:off x="3831637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88" name="레일 태그"/>
          <p:cNvSpPr>
            <a:spLocks noGrp="1"/>
          </p:cNvSpPr>
          <p:nvPr>
            <p:ph type="body" sz="quarter" idx="55"/>
          </p:nvPr>
        </p:nvSpPr>
        <p:spPr>
          <a:xfrm>
            <a:off x="3831637" y="505674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9" name="레일 라벨"/>
          <p:cNvSpPr>
            <a:spLocks noGrp="1"/>
          </p:cNvSpPr>
          <p:nvPr>
            <p:ph type="body" sz="quarter" idx="56"/>
          </p:nvPr>
        </p:nvSpPr>
        <p:spPr>
          <a:xfrm>
            <a:off x="3744391" y="5243009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0" name="패널 본문"/>
          <p:cNvSpPr>
            <a:spLocks noGrp="1"/>
          </p:cNvSpPr>
          <p:nvPr>
            <p:ph type="body" sz="quarter" idx="57"/>
          </p:nvPr>
        </p:nvSpPr>
        <p:spPr>
          <a:xfrm>
            <a:off x="4522304" y="5001965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91" name="형광 밑줄"/>
          <p:cNvSpPr/>
          <p:nvPr/>
        </p:nvSpPr>
        <p:spPr>
          <a:xfrm>
            <a:off x="536870" y="5914174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소제목"/>
          <p:cNvSpPr>
            <a:spLocks noGrp="1"/>
          </p:cNvSpPr>
          <p:nvPr>
            <p:ph type="body" sz="quarter" idx="58"/>
          </p:nvPr>
        </p:nvSpPr>
        <p:spPr>
          <a:xfrm>
            <a:off x="536870" y="57607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3" name="태그칩"/>
          <p:cNvSpPr/>
          <p:nvPr/>
        </p:nvSpPr>
        <p:spPr>
          <a:xfrm>
            <a:off x="3355467" y="5793652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4" name="태그칩"/>
          <p:cNvSpPr>
            <a:spLocks noGrp="1"/>
          </p:cNvSpPr>
          <p:nvPr>
            <p:ph type="body" sz="quarter" idx="59"/>
          </p:nvPr>
        </p:nvSpPr>
        <p:spPr>
          <a:xfrm>
            <a:off x="3355467" y="5793652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95" name="태그칩"/>
          <p:cNvSpPr/>
          <p:nvPr/>
        </p:nvSpPr>
        <p:spPr>
          <a:xfrm>
            <a:off x="3726618" y="579365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6" name="태그칩"/>
          <p:cNvSpPr>
            <a:spLocks noGrp="1"/>
          </p:cNvSpPr>
          <p:nvPr>
            <p:ph type="body" sz="quarter" idx="60"/>
          </p:nvPr>
        </p:nvSpPr>
        <p:spPr>
          <a:xfrm>
            <a:off x="3726618" y="579365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7" name="라벨 박스"/>
          <p:cNvSpPr/>
          <p:nvPr/>
        </p:nvSpPr>
        <p:spPr>
          <a:xfrm>
            <a:off x="536870" y="60566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레일"/>
          <p:cNvSpPr/>
          <p:nvPr/>
        </p:nvSpPr>
        <p:spPr>
          <a:xfrm>
            <a:off x="547826" y="60675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9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60675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0" name="본문"/>
          <p:cNvSpPr>
            <a:spLocks noGrp="1"/>
          </p:cNvSpPr>
          <p:nvPr>
            <p:ph type="body" sz="quarter" idx="62"/>
          </p:nvPr>
        </p:nvSpPr>
        <p:spPr>
          <a:xfrm>
            <a:off x="1172348" y="6073043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01" name="표 외곽"/>
          <p:cNvSpPr/>
          <p:nvPr/>
        </p:nvSpPr>
        <p:spPr>
          <a:xfrm>
            <a:off x="536870" y="6390783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레일"/>
          <p:cNvSpPr/>
          <p:nvPr/>
        </p:nvSpPr>
        <p:spPr>
          <a:xfrm>
            <a:off x="547826" y="6407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6407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04" name="머리칸"/>
          <p:cNvSpPr/>
          <p:nvPr/>
        </p:nvSpPr>
        <p:spPr>
          <a:xfrm>
            <a:off x="1161391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5" name="머리칸"/>
          <p:cNvSpPr>
            <a:spLocks noGrp="1"/>
          </p:cNvSpPr>
          <p:nvPr>
            <p:ph type="body" sz="quarter" idx="64"/>
          </p:nvPr>
        </p:nvSpPr>
        <p:spPr>
          <a:xfrm>
            <a:off x="1161391" y="6429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6" name="머리칸"/>
          <p:cNvSpPr/>
          <p:nvPr/>
        </p:nvSpPr>
        <p:spPr>
          <a:xfrm>
            <a:off x="3985435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7" name="머리칸"/>
          <p:cNvSpPr>
            <a:spLocks noGrp="1"/>
          </p:cNvSpPr>
          <p:nvPr>
            <p:ph type="body" sz="quarter" idx="65"/>
          </p:nvPr>
        </p:nvSpPr>
        <p:spPr>
          <a:xfrm>
            <a:off x="3985435" y="6429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1172348" y="667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7"/>
          </p:nvPr>
        </p:nvSpPr>
        <p:spPr>
          <a:xfrm>
            <a:off x="3996391" y="667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10" name="Connector 83"/>
          <p:cNvCxnSpPr/>
          <p:nvPr/>
        </p:nvCxnSpPr>
        <p:spPr>
          <a:xfrm>
            <a:off x="3985435" y="670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레일"/>
          <p:cNvSpPr/>
          <p:nvPr/>
        </p:nvSpPr>
        <p:spPr>
          <a:xfrm>
            <a:off x="547826" y="7029078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 태그"/>
          <p:cNvSpPr/>
          <p:nvPr/>
        </p:nvSpPr>
        <p:spPr>
          <a:xfrm>
            <a:off x="668144" y="71934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113" name="레일 태그"/>
          <p:cNvSpPr>
            <a:spLocks noGrp="1"/>
          </p:cNvSpPr>
          <p:nvPr>
            <p:ph type="body" sz="quarter" idx="68"/>
          </p:nvPr>
        </p:nvSpPr>
        <p:spPr>
          <a:xfrm>
            <a:off x="668144" y="71934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14" name="레일 라벨"/>
          <p:cNvSpPr>
            <a:spLocks noGrp="1"/>
          </p:cNvSpPr>
          <p:nvPr>
            <p:ph type="body" sz="quarter" idx="69"/>
          </p:nvPr>
        </p:nvSpPr>
        <p:spPr>
          <a:xfrm>
            <a:off x="547826" y="7379687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15" name="레일 삼각형"/>
          <p:cNvSpPr/>
          <p:nvPr/>
        </p:nvSpPr>
        <p:spPr>
          <a:xfrm>
            <a:off x="547826" y="702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머리칸"/>
          <p:cNvSpPr/>
          <p:nvPr/>
        </p:nvSpPr>
        <p:spPr>
          <a:xfrm>
            <a:off x="1161391" y="7050991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0"/>
          </p:nvPr>
        </p:nvSpPr>
        <p:spPr>
          <a:xfrm>
            <a:off x="1161391" y="7050991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1"/>
          </p:nvPr>
        </p:nvSpPr>
        <p:spPr>
          <a:xfrm>
            <a:off x="1172348" y="7292035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119" name="사진 칸"/>
          <p:cNvSpPr/>
          <p:nvPr/>
        </p:nvSpPr>
        <p:spPr>
          <a:xfrm>
            <a:off x="5730261" y="7056470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120" name="사진 칸"/>
          <p:cNvSpPr>
            <a:spLocks noGrp="1"/>
          </p:cNvSpPr>
          <p:nvPr>
            <p:ph type="body" sz="quarter" idx="72"/>
          </p:nvPr>
        </p:nvSpPr>
        <p:spPr>
          <a:xfrm>
            <a:off x="5730261" y="7056470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121" name="레일"/>
          <p:cNvSpPr/>
          <p:nvPr/>
        </p:nvSpPr>
        <p:spPr>
          <a:xfrm>
            <a:off x="547826" y="7861774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레일 태그"/>
          <p:cNvSpPr/>
          <p:nvPr/>
        </p:nvSpPr>
        <p:spPr>
          <a:xfrm>
            <a:off x="668144" y="802612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123" name="레일 태그"/>
          <p:cNvSpPr>
            <a:spLocks noGrp="1"/>
          </p:cNvSpPr>
          <p:nvPr>
            <p:ph type="body" sz="quarter" idx="73"/>
          </p:nvPr>
        </p:nvSpPr>
        <p:spPr>
          <a:xfrm>
            <a:off x="668144" y="802612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124" name="레일 라벨"/>
          <p:cNvSpPr>
            <a:spLocks noGrp="1"/>
          </p:cNvSpPr>
          <p:nvPr>
            <p:ph type="body" sz="quarter" idx="74"/>
          </p:nvPr>
        </p:nvSpPr>
        <p:spPr>
          <a:xfrm>
            <a:off x="547826" y="8212383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125" name="레일 삼각형"/>
          <p:cNvSpPr/>
          <p:nvPr/>
        </p:nvSpPr>
        <p:spPr>
          <a:xfrm>
            <a:off x="547826" y="78617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배너"/>
          <p:cNvSpPr/>
          <p:nvPr/>
        </p:nvSpPr>
        <p:spPr>
          <a:xfrm>
            <a:off x="1161391" y="7883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27" name="배너"/>
          <p:cNvSpPr>
            <a:spLocks noGrp="1"/>
          </p:cNvSpPr>
          <p:nvPr>
            <p:ph type="body" sz="quarter" idx="75"/>
          </p:nvPr>
        </p:nvSpPr>
        <p:spPr>
          <a:xfrm>
            <a:off x="1161391" y="7883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128" name="머리칸"/>
          <p:cNvSpPr/>
          <p:nvPr/>
        </p:nvSpPr>
        <p:spPr>
          <a:xfrm>
            <a:off x="1161391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6"/>
          </p:nvPr>
        </p:nvSpPr>
        <p:spPr>
          <a:xfrm>
            <a:off x="1161391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30" name="머리칸"/>
          <p:cNvSpPr/>
          <p:nvPr/>
        </p:nvSpPr>
        <p:spPr>
          <a:xfrm>
            <a:off x="3044087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7"/>
          </p:nvPr>
        </p:nvSpPr>
        <p:spPr>
          <a:xfrm>
            <a:off x="3044087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32" name="머리칸"/>
          <p:cNvSpPr/>
          <p:nvPr/>
        </p:nvSpPr>
        <p:spPr>
          <a:xfrm>
            <a:off x="4926783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33" name="머리칸"/>
          <p:cNvSpPr>
            <a:spLocks noGrp="1"/>
          </p:cNvSpPr>
          <p:nvPr>
            <p:ph type="body" sz="quarter" idx="78"/>
          </p:nvPr>
        </p:nvSpPr>
        <p:spPr>
          <a:xfrm>
            <a:off x="4926783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9"/>
          </p:nvPr>
        </p:nvSpPr>
        <p:spPr>
          <a:xfrm>
            <a:off x="1172348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80"/>
          </p:nvPr>
        </p:nvSpPr>
        <p:spPr>
          <a:xfrm>
            <a:off x="3055043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칸 본문"/>
          <p:cNvSpPr>
            <a:spLocks noGrp="1"/>
          </p:cNvSpPr>
          <p:nvPr>
            <p:ph type="body" sz="quarter" idx="81"/>
          </p:nvPr>
        </p:nvSpPr>
        <p:spPr>
          <a:xfrm>
            <a:off x="4937739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표 외곽"/>
          <p:cNvSpPr/>
          <p:nvPr/>
        </p:nvSpPr>
        <p:spPr>
          <a:xfrm>
            <a:off x="536870" y="892878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레일"/>
          <p:cNvSpPr/>
          <p:nvPr/>
        </p:nvSpPr>
        <p:spPr>
          <a:xfrm>
            <a:off x="547826" y="8945217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41" name="레일"/>
          <p:cNvSpPr>
            <a:spLocks noGrp="1"/>
          </p:cNvSpPr>
          <p:nvPr>
            <p:ph type="body" sz="quarter" idx="82"/>
          </p:nvPr>
        </p:nvSpPr>
        <p:spPr>
          <a:xfrm>
            <a:off x="547826" y="8945217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42" name="머리칸"/>
          <p:cNvSpPr/>
          <p:nvPr/>
        </p:nvSpPr>
        <p:spPr>
          <a:xfrm>
            <a:off x="1161391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43" name="머리칸"/>
          <p:cNvSpPr>
            <a:spLocks noGrp="1"/>
          </p:cNvSpPr>
          <p:nvPr>
            <p:ph type="body" sz="quarter" idx="83"/>
          </p:nvPr>
        </p:nvSpPr>
        <p:spPr>
          <a:xfrm>
            <a:off x="1161391" y="8967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4" name="머리칸"/>
          <p:cNvSpPr/>
          <p:nvPr/>
        </p:nvSpPr>
        <p:spPr>
          <a:xfrm>
            <a:off x="3985435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45" name="머리칸"/>
          <p:cNvSpPr>
            <a:spLocks noGrp="1"/>
          </p:cNvSpPr>
          <p:nvPr>
            <p:ph type="body" sz="quarter" idx="84"/>
          </p:nvPr>
        </p:nvSpPr>
        <p:spPr>
          <a:xfrm>
            <a:off x="3985435" y="8967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85"/>
          </p:nvPr>
        </p:nvSpPr>
        <p:spPr>
          <a:xfrm>
            <a:off x="1172348" y="9208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47" name="칸 본문"/>
          <p:cNvSpPr>
            <a:spLocks noGrp="1"/>
          </p:cNvSpPr>
          <p:nvPr>
            <p:ph type="body" sz="quarter" idx="86"/>
          </p:nvPr>
        </p:nvSpPr>
        <p:spPr>
          <a:xfrm>
            <a:off x="3996391" y="9208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48" name="Connector 110"/>
          <p:cNvCxnSpPr/>
          <p:nvPr/>
        </p:nvCxnSpPr>
        <p:spPr>
          <a:xfrm>
            <a:off x="3985435" y="9241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핵심성과 박스"/>
          <p:cNvSpPr/>
          <p:nvPr/>
        </p:nvSpPr>
        <p:spPr>
          <a:xfrm>
            <a:off x="536870" y="9660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0" name="핵심성과 라벨"/>
          <p:cNvSpPr/>
          <p:nvPr/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51" name="핵심성과 라벨"/>
          <p:cNvSpPr>
            <a:spLocks noGrp="1"/>
          </p:cNvSpPr>
          <p:nvPr>
            <p:ph type="body" sz="quarter" idx="87"/>
          </p:nvPr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52" name="핵심성과 문구"/>
          <p:cNvSpPr>
            <a:spLocks noGrp="1"/>
          </p:cNvSpPr>
          <p:nvPr>
            <p:ph type="body" sz="quarter" idx="88"/>
          </p:nvPr>
        </p:nvSpPr>
        <p:spPr>
          <a:xfrm>
            <a:off x="1314783" y="9676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04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316591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54" name="태그칩"/>
          <p:cNvSpPr/>
          <p:nvPr/>
        </p:nvSpPr>
        <p:spPr>
          <a:xfrm>
            <a:off x="3595310" y="61960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1"/>
          </p:nvPr>
        </p:nvSpPr>
        <p:spPr>
          <a:xfrm>
            <a:off x="3595310" y="6196070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6448070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6464504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6464504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59" name="배너"/>
          <p:cNvSpPr/>
          <p:nvPr/>
        </p:nvSpPr>
        <p:spPr>
          <a:xfrm>
            <a:off x="1347652" y="64864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64864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5"/>
          </p:nvPr>
        </p:nvSpPr>
        <p:spPr>
          <a:xfrm>
            <a:off x="3230348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6"/>
          </p:nvPr>
        </p:nvSpPr>
        <p:spPr>
          <a:xfrm>
            <a:off x="5113043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69" name="Connector 48"/>
          <p:cNvCxnSpPr/>
          <p:nvPr/>
        </p:nvCxnSpPr>
        <p:spPr>
          <a:xfrm>
            <a:off x="3230348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5113043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태그"/>
          <p:cNvSpPr/>
          <p:nvPr/>
        </p:nvSpPr>
        <p:spPr>
          <a:xfrm>
            <a:off x="1347652" y="734384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73438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1"/>
          </p:nvPr>
        </p:nvSpPr>
        <p:spPr>
          <a:xfrm>
            <a:off x="1972988" y="73328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75" name="레일"/>
          <p:cNvSpPr/>
          <p:nvPr/>
        </p:nvSpPr>
        <p:spPr>
          <a:xfrm>
            <a:off x="734087" y="7562974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7562974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75629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배너"/>
          <p:cNvSpPr/>
          <p:nvPr/>
        </p:nvSpPr>
        <p:spPr>
          <a:xfrm>
            <a:off x="1347652" y="75848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79" name="배너"/>
          <p:cNvSpPr>
            <a:spLocks noGrp="1"/>
          </p:cNvSpPr>
          <p:nvPr>
            <p:ph type="body" sz="quarter" idx="53"/>
          </p:nvPr>
        </p:nvSpPr>
        <p:spPr>
          <a:xfrm>
            <a:off x="1347652" y="75848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80" name="머리칸"/>
          <p:cNvSpPr/>
          <p:nvPr/>
        </p:nvSpPr>
        <p:spPr>
          <a:xfrm>
            <a:off x="1347652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7820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7820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806149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806149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4171696" y="80943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태그"/>
          <p:cNvSpPr/>
          <p:nvPr/>
        </p:nvSpPr>
        <p:spPr>
          <a:xfrm>
            <a:off x="1347652" y="844231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8"/>
          </p:nvPr>
        </p:nvSpPr>
        <p:spPr>
          <a:xfrm>
            <a:off x="1347652" y="84423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9"/>
          </p:nvPr>
        </p:nvSpPr>
        <p:spPr>
          <a:xfrm>
            <a:off x="1972988" y="84313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723130" y="87490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501043" y="87655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05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6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23324" y="17146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46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246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985435" y="2278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삼각 화살표"/>
          <p:cNvSpPr/>
          <p:nvPr/>
        </p:nvSpPr>
        <p:spPr>
          <a:xfrm>
            <a:off x="3823826" y="26542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표 외곽"/>
          <p:cNvSpPr/>
          <p:nvPr/>
        </p:nvSpPr>
        <p:spPr>
          <a:xfrm>
            <a:off x="536870" y="2867948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884383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8438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906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906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147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3147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3180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레일"/>
          <p:cNvSpPr/>
          <p:nvPr/>
        </p:nvSpPr>
        <p:spPr>
          <a:xfrm>
            <a:off x="547826" y="3511722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511722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5117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161391" y="35336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54" name="단계"/>
          <p:cNvSpPr/>
          <p:nvPr/>
        </p:nvSpPr>
        <p:spPr>
          <a:xfrm>
            <a:off x="2573413" y="35336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56" name="단계"/>
          <p:cNvSpPr/>
          <p:nvPr/>
        </p:nvSpPr>
        <p:spPr>
          <a:xfrm>
            <a:off x="3985435" y="35336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58" name="단계"/>
          <p:cNvSpPr/>
          <p:nvPr/>
        </p:nvSpPr>
        <p:spPr>
          <a:xfrm>
            <a:off x="5397457" y="35336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60" name="단계 삼각형"/>
          <p:cNvSpPr/>
          <p:nvPr/>
        </p:nvSpPr>
        <p:spPr>
          <a:xfrm>
            <a:off x="2573413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3985434" y="35336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5397456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2573413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67" name="Connector 50"/>
          <p:cNvCxnSpPr/>
          <p:nvPr/>
        </p:nvCxnSpPr>
        <p:spPr>
          <a:xfrm>
            <a:off x="3985435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69" name="Connector 52"/>
          <p:cNvCxnSpPr/>
          <p:nvPr/>
        </p:nvCxnSpPr>
        <p:spPr>
          <a:xfrm>
            <a:off x="5397457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레일"/>
          <p:cNvSpPr/>
          <p:nvPr/>
        </p:nvSpPr>
        <p:spPr>
          <a:xfrm>
            <a:off x="547826" y="4459617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459617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44596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4815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4815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722574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5359461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4722574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3985435" y="4755443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핵심성과 박스"/>
          <p:cNvSpPr/>
          <p:nvPr/>
        </p:nvSpPr>
        <p:spPr>
          <a:xfrm>
            <a:off x="536870" y="56238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핵심성과 라벨"/>
          <p:cNvSpPr/>
          <p:nvPr/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83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56402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85" name="형광 밑줄"/>
          <p:cNvSpPr/>
          <p:nvPr/>
        </p:nvSpPr>
        <p:spPr>
          <a:xfrm>
            <a:off x="536870" y="6209217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소제목"/>
          <p:cNvSpPr>
            <a:spLocks noGrp="1"/>
          </p:cNvSpPr>
          <p:nvPr>
            <p:ph type="body" sz="quarter" idx="53"/>
          </p:nvPr>
        </p:nvSpPr>
        <p:spPr>
          <a:xfrm>
            <a:off x="536870" y="60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87" name="표 외곽"/>
          <p:cNvSpPr/>
          <p:nvPr/>
        </p:nvSpPr>
        <p:spPr>
          <a:xfrm>
            <a:off x="536870" y="634069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레일"/>
          <p:cNvSpPr/>
          <p:nvPr/>
        </p:nvSpPr>
        <p:spPr>
          <a:xfrm>
            <a:off x="547826" y="6357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89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35713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6379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92" name="머리칸"/>
          <p:cNvSpPr/>
          <p:nvPr/>
        </p:nvSpPr>
        <p:spPr>
          <a:xfrm>
            <a:off x="3985435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6379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6620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6620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3985435" y="665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레일"/>
          <p:cNvSpPr/>
          <p:nvPr/>
        </p:nvSpPr>
        <p:spPr>
          <a:xfrm>
            <a:off x="547826" y="698447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98447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698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머리칸"/>
          <p:cNvSpPr/>
          <p:nvPr/>
        </p:nvSpPr>
        <p:spPr>
          <a:xfrm>
            <a:off x="1161391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1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70063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02" name="머리칸"/>
          <p:cNvSpPr/>
          <p:nvPr/>
        </p:nvSpPr>
        <p:spPr>
          <a:xfrm>
            <a:off x="3985435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3" name="머리칸"/>
          <p:cNvSpPr>
            <a:spLocks noGrp="1"/>
          </p:cNvSpPr>
          <p:nvPr>
            <p:ph type="body" sz="quarter" idx="61"/>
          </p:nvPr>
        </p:nvSpPr>
        <p:spPr>
          <a:xfrm>
            <a:off x="3985435" y="70063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724742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3"/>
          </p:nvPr>
        </p:nvSpPr>
        <p:spPr>
          <a:xfrm>
            <a:off x="3996391" y="724742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106" name="Connector 80"/>
          <p:cNvCxnSpPr/>
          <p:nvPr/>
        </p:nvCxnSpPr>
        <p:spPr>
          <a:xfrm>
            <a:off x="3985435" y="7280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레일"/>
          <p:cNvSpPr/>
          <p:nvPr/>
        </p:nvSpPr>
        <p:spPr>
          <a:xfrm>
            <a:off x="547826" y="761180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8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761180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09" name="단계"/>
          <p:cNvSpPr/>
          <p:nvPr/>
        </p:nvSpPr>
        <p:spPr>
          <a:xfrm>
            <a:off x="1161391" y="76337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10" name="단계"/>
          <p:cNvSpPr>
            <a:spLocks noGrp="1"/>
          </p:cNvSpPr>
          <p:nvPr>
            <p:ph type="body" sz="quarter" idx="65"/>
          </p:nvPr>
        </p:nvSpPr>
        <p:spPr>
          <a:xfrm>
            <a:off x="1161391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111" name="단계"/>
          <p:cNvSpPr/>
          <p:nvPr/>
        </p:nvSpPr>
        <p:spPr>
          <a:xfrm>
            <a:off x="2573413" y="76337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66"/>
          </p:nvPr>
        </p:nvSpPr>
        <p:spPr>
          <a:xfrm>
            <a:off x="2573413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113" name="단계"/>
          <p:cNvSpPr/>
          <p:nvPr/>
        </p:nvSpPr>
        <p:spPr>
          <a:xfrm>
            <a:off x="3985435" y="76337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67"/>
          </p:nvPr>
        </p:nvSpPr>
        <p:spPr>
          <a:xfrm>
            <a:off x="3985435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115" name="단계"/>
          <p:cNvSpPr/>
          <p:nvPr/>
        </p:nvSpPr>
        <p:spPr>
          <a:xfrm>
            <a:off x="5397457" y="76337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68"/>
          </p:nvPr>
        </p:nvSpPr>
        <p:spPr>
          <a:xfrm>
            <a:off x="5397457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573413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3985434" y="76337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5397456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121" name="칸 본문"/>
          <p:cNvSpPr>
            <a:spLocks noGrp="1"/>
          </p:cNvSpPr>
          <p:nvPr>
            <p:ph type="body" sz="quarter" idx="70"/>
          </p:nvPr>
        </p:nvSpPr>
        <p:spPr>
          <a:xfrm>
            <a:off x="2584370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22" name="Connector 91"/>
          <p:cNvCxnSpPr/>
          <p:nvPr/>
        </p:nvCxnSpPr>
        <p:spPr>
          <a:xfrm>
            <a:off x="2573413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칸 본문"/>
          <p:cNvSpPr>
            <a:spLocks noGrp="1"/>
          </p:cNvSpPr>
          <p:nvPr>
            <p:ph type="body" sz="quarter" idx="71"/>
          </p:nvPr>
        </p:nvSpPr>
        <p:spPr>
          <a:xfrm>
            <a:off x="3996391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24" name="Connector 93"/>
          <p:cNvCxnSpPr/>
          <p:nvPr/>
        </p:nvCxnSpPr>
        <p:spPr>
          <a:xfrm>
            <a:off x="3985435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칸 본문"/>
          <p:cNvSpPr>
            <a:spLocks noGrp="1"/>
          </p:cNvSpPr>
          <p:nvPr>
            <p:ph type="body" sz="quarter" idx="72"/>
          </p:nvPr>
        </p:nvSpPr>
        <p:spPr>
          <a:xfrm>
            <a:off x="5408413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26" name="Connector 95"/>
          <p:cNvCxnSpPr/>
          <p:nvPr/>
        </p:nvCxnSpPr>
        <p:spPr>
          <a:xfrm>
            <a:off x="5397457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레일"/>
          <p:cNvSpPr/>
          <p:nvPr/>
        </p:nvSpPr>
        <p:spPr>
          <a:xfrm>
            <a:off x="547826" y="8244626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8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8244626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29" name="레일 삼각형"/>
          <p:cNvSpPr/>
          <p:nvPr/>
        </p:nvSpPr>
        <p:spPr>
          <a:xfrm>
            <a:off x="547826" y="82446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머리칸"/>
          <p:cNvSpPr/>
          <p:nvPr/>
        </p:nvSpPr>
        <p:spPr>
          <a:xfrm>
            <a:off x="1161391" y="8266539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4"/>
          </p:nvPr>
        </p:nvSpPr>
        <p:spPr>
          <a:xfrm>
            <a:off x="1161391" y="8266539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75"/>
          </p:nvPr>
        </p:nvSpPr>
        <p:spPr>
          <a:xfrm>
            <a:off x="1172348" y="850758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33" name="사진 칸"/>
          <p:cNvSpPr/>
          <p:nvPr/>
        </p:nvSpPr>
        <p:spPr>
          <a:xfrm>
            <a:off x="5730261" y="8272017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134" name="사진 칸"/>
          <p:cNvSpPr>
            <a:spLocks noGrp="1"/>
          </p:cNvSpPr>
          <p:nvPr>
            <p:ph type="body" sz="quarter" idx="76"/>
          </p:nvPr>
        </p:nvSpPr>
        <p:spPr>
          <a:xfrm>
            <a:off x="5730261" y="8272017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35" name="핵심성과 박스"/>
          <p:cNvSpPr/>
          <p:nvPr/>
        </p:nvSpPr>
        <p:spPr>
          <a:xfrm>
            <a:off x="536870" y="91649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핵심성과 라벨"/>
          <p:cNvSpPr/>
          <p:nvPr/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37" name="핵심성과 라벨"/>
          <p:cNvSpPr>
            <a:spLocks noGrp="1"/>
          </p:cNvSpPr>
          <p:nvPr>
            <p:ph type="body" sz="quarter" idx="77"/>
          </p:nvPr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8" name="핵심성과 문구"/>
          <p:cNvSpPr>
            <a:spLocks noGrp="1"/>
          </p:cNvSpPr>
          <p:nvPr>
            <p:ph type="body" sz="quarter" idx="78"/>
          </p:nvPr>
        </p:nvSpPr>
        <p:spPr>
          <a:xfrm>
            <a:off x="1314783" y="91814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06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형광 밑줄"/>
          <p:cNvSpPr/>
          <p:nvPr/>
        </p:nvSpPr>
        <p:spPr>
          <a:xfrm>
            <a:off x="723130" y="384605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1"/>
          </p:nvPr>
        </p:nvSpPr>
        <p:spPr>
          <a:xfrm>
            <a:off x="723130" y="36926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4" name="태그칩"/>
          <p:cNvSpPr/>
          <p:nvPr/>
        </p:nvSpPr>
        <p:spPr>
          <a:xfrm>
            <a:off x="4494817" y="37255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2"/>
          </p:nvPr>
        </p:nvSpPr>
        <p:spPr>
          <a:xfrm>
            <a:off x="4494817" y="37255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3977530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3993965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93965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9" name="머리칸"/>
          <p:cNvSpPr/>
          <p:nvPr/>
        </p:nvSpPr>
        <p:spPr>
          <a:xfrm>
            <a:off x="1347652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1587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1" name="머리칸"/>
          <p:cNvSpPr/>
          <p:nvPr/>
        </p:nvSpPr>
        <p:spPr>
          <a:xfrm>
            <a:off x="3670435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3670435" y="401587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56922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681391" y="4256922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670435" y="42897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레일"/>
          <p:cNvSpPr/>
          <p:nvPr/>
        </p:nvSpPr>
        <p:spPr>
          <a:xfrm>
            <a:off x="734087" y="46158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6158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61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머리칸"/>
          <p:cNvSpPr/>
          <p:nvPr/>
        </p:nvSpPr>
        <p:spPr>
          <a:xfrm>
            <a:off x="1347652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37739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1" name="머리칸"/>
          <p:cNvSpPr/>
          <p:nvPr/>
        </p:nvSpPr>
        <p:spPr>
          <a:xfrm>
            <a:off x="3670435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2" name="머리칸"/>
          <p:cNvSpPr>
            <a:spLocks noGrp="1"/>
          </p:cNvSpPr>
          <p:nvPr>
            <p:ph type="body" sz="quarter" idx="50"/>
          </p:nvPr>
        </p:nvSpPr>
        <p:spPr>
          <a:xfrm>
            <a:off x="3670435" y="4637739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78783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2"/>
          </p:nvPr>
        </p:nvSpPr>
        <p:spPr>
          <a:xfrm>
            <a:off x="3681391" y="4878783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3670435" y="49116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레일"/>
          <p:cNvSpPr/>
          <p:nvPr/>
        </p:nvSpPr>
        <p:spPr>
          <a:xfrm>
            <a:off x="734087" y="5237687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23768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5237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배너"/>
          <p:cNvSpPr/>
          <p:nvPr/>
        </p:nvSpPr>
        <p:spPr>
          <a:xfrm>
            <a:off x="1347652" y="5259600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80" name="배너"/>
          <p:cNvSpPr>
            <a:spLocks noGrp="1"/>
          </p:cNvSpPr>
          <p:nvPr>
            <p:ph type="body" sz="quarter" idx="54"/>
          </p:nvPr>
        </p:nvSpPr>
        <p:spPr>
          <a:xfrm>
            <a:off x="1347652" y="5259600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1" name="본문"/>
          <p:cNvSpPr>
            <a:spLocks noGrp="1"/>
          </p:cNvSpPr>
          <p:nvPr>
            <p:ph type="body" sz="quarter" idx="55"/>
          </p:nvPr>
        </p:nvSpPr>
        <p:spPr>
          <a:xfrm>
            <a:off x="1347652" y="5495165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82" name="사진 칸"/>
          <p:cNvSpPr/>
          <p:nvPr/>
        </p:nvSpPr>
        <p:spPr>
          <a:xfrm>
            <a:off x="6064435" y="3993965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6"/>
          </p:nvPr>
        </p:nvSpPr>
        <p:spPr>
          <a:xfrm>
            <a:off x="6064435" y="3993965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4" name="사진 칸"/>
          <p:cNvSpPr/>
          <p:nvPr/>
        </p:nvSpPr>
        <p:spPr>
          <a:xfrm>
            <a:off x="6064435" y="5237687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85" name="사진 칸"/>
          <p:cNvSpPr>
            <a:spLocks noGrp="1"/>
          </p:cNvSpPr>
          <p:nvPr>
            <p:ph type="body" sz="quarter" idx="57"/>
          </p:nvPr>
        </p:nvSpPr>
        <p:spPr>
          <a:xfrm>
            <a:off x="6064435" y="5237687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6" name="형광 밑줄"/>
          <p:cNvSpPr/>
          <p:nvPr/>
        </p:nvSpPr>
        <p:spPr>
          <a:xfrm>
            <a:off x="723130" y="6133461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>
            <a:spLocks noGrp="1"/>
          </p:cNvSpPr>
          <p:nvPr>
            <p:ph type="body" sz="quarter" idx="58"/>
          </p:nvPr>
        </p:nvSpPr>
        <p:spPr>
          <a:xfrm>
            <a:off x="723130" y="59800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88" name="태그칩"/>
          <p:cNvSpPr/>
          <p:nvPr/>
        </p:nvSpPr>
        <p:spPr>
          <a:xfrm>
            <a:off x="4634353" y="6012939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89" name="태그칩"/>
          <p:cNvSpPr>
            <a:spLocks noGrp="1"/>
          </p:cNvSpPr>
          <p:nvPr>
            <p:ph type="body" sz="quarter" idx="59"/>
          </p:nvPr>
        </p:nvSpPr>
        <p:spPr>
          <a:xfrm>
            <a:off x="4634353" y="6012939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0" name="표 외곽"/>
          <p:cNvSpPr/>
          <p:nvPr/>
        </p:nvSpPr>
        <p:spPr>
          <a:xfrm>
            <a:off x="723130" y="6264939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734087" y="62813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2813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3" name="본문"/>
          <p:cNvSpPr>
            <a:spLocks noGrp="1"/>
          </p:cNvSpPr>
          <p:nvPr>
            <p:ph type="body" sz="quarter" idx="61"/>
          </p:nvPr>
        </p:nvSpPr>
        <p:spPr>
          <a:xfrm>
            <a:off x="1347652" y="6303287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94" name="레일"/>
          <p:cNvSpPr/>
          <p:nvPr/>
        </p:nvSpPr>
        <p:spPr>
          <a:xfrm>
            <a:off x="734087" y="6551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551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96" name="본문"/>
          <p:cNvSpPr>
            <a:spLocks noGrp="1"/>
          </p:cNvSpPr>
          <p:nvPr>
            <p:ph type="body" sz="quarter" idx="63"/>
          </p:nvPr>
        </p:nvSpPr>
        <p:spPr>
          <a:xfrm>
            <a:off x="1347652" y="6573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7" name="레일"/>
          <p:cNvSpPr/>
          <p:nvPr/>
        </p:nvSpPr>
        <p:spPr>
          <a:xfrm>
            <a:off x="734087" y="6821061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4"/>
          </p:nvPr>
        </p:nvSpPr>
        <p:spPr>
          <a:xfrm>
            <a:off x="734087" y="68210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99" name="머리칸"/>
          <p:cNvSpPr/>
          <p:nvPr/>
        </p:nvSpPr>
        <p:spPr>
          <a:xfrm>
            <a:off x="1347652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01" name="머리칸"/>
          <p:cNvSpPr/>
          <p:nvPr/>
        </p:nvSpPr>
        <p:spPr>
          <a:xfrm>
            <a:off x="3230348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03" name="머리칸"/>
          <p:cNvSpPr/>
          <p:nvPr/>
        </p:nvSpPr>
        <p:spPr>
          <a:xfrm>
            <a:off x="5113043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4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07" name="Connector 75"/>
          <p:cNvCxnSpPr/>
          <p:nvPr/>
        </p:nvCxnSpPr>
        <p:spPr>
          <a:xfrm>
            <a:off x="3230348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09" name="Connector 77"/>
          <p:cNvCxnSpPr/>
          <p:nvPr/>
        </p:nvCxnSpPr>
        <p:spPr>
          <a:xfrm>
            <a:off x="5113043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핵심성과 박스"/>
          <p:cNvSpPr/>
          <p:nvPr/>
        </p:nvSpPr>
        <p:spPr>
          <a:xfrm>
            <a:off x="723130" y="76908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핵심성과 라벨"/>
          <p:cNvSpPr/>
          <p:nvPr/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12" name="핵심성과 라벨"/>
          <p:cNvSpPr>
            <a:spLocks noGrp="1"/>
          </p:cNvSpPr>
          <p:nvPr>
            <p:ph type="body" sz="quarter" idx="71"/>
          </p:nvPr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3" name="핵심성과 문구"/>
          <p:cNvSpPr>
            <a:spLocks noGrp="1"/>
          </p:cNvSpPr>
          <p:nvPr>
            <p:ph type="body" sz="quarter" idx="72"/>
          </p:nvPr>
        </p:nvSpPr>
        <p:spPr>
          <a:xfrm>
            <a:off x="1501043" y="7707287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114" name="형광 밑줄"/>
          <p:cNvSpPr/>
          <p:nvPr/>
        </p:nvSpPr>
        <p:spPr>
          <a:xfrm>
            <a:off x="723130" y="84562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소제목"/>
          <p:cNvSpPr>
            <a:spLocks noGrp="1"/>
          </p:cNvSpPr>
          <p:nvPr>
            <p:ph type="body" sz="quarter" idx="73"/>
          </p:nvPr>
        </p:nvSpPr>
        <p:spPr>
          <a:xfrm>
            <a:off x="723130" y="83028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16" name="태그칩"/>
          <p:cNvSpPr/>
          <p:nvPr/>
        </p:nvSpPr>
        <p:spPr>
          <a:xfrm>
            <a:off x="4455895" y="83357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17" name="태그칩"/>
          <p:cNvSpPr>
            <a:spLocks noGrp="1"/>
          </p:cNvSpPr>
          <p:nvPr>
            <p:ph type="body" sz="quarter" idx="74"/>
          </p:nvPr>
        </p:nvSpPr>
        <p:spPr>
          <a:xfrm>
            <a:off x="4455895" y="833572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8" name="패널 외곽"/>
          <p:cNvSpPr/>
          <p:nvPr/>
        </p:nvSpPr>
        <p:spPr>
          <a:xfrm>
            <a:off x="723130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패널 머리"/>
          <p:cNvSpPr/>
          <p:nvPr/>
        </p:nvSpPr>
        <p:spPr>
          <a:xfrm>
            <a:off x="723130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20" name="패널 머리"/>
          <p:cNvSpPr>
            <a:spLocks noGrp="1"/>
          </p:cNvSpPr>
          <p:nvPr>
            <p:ph type="body" sz="quarter" idx="75"/>
          </p:nvPr>
        </p:nvSpPr>
        <p:spPr>
          <a:xfrm>
            <a:off x="723130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1" name="패널 본문"/>
          <p:cNvSpPr>
            <a:spLocks noGrp="1"/>
          </p:cNvSpPr>
          <p:nvPr>
            <p:ph type="body" sz="quarter" idx="76"/>
          </p:nvPr>
        </p:nvSpPr>
        <p:spPr>
          <a:xfrm>
            <a:off x="745043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22" name="요약 바"/>
          <p:cNvSpPr/>
          <p:nvPr/>
        </p:nvSpPr>
        <p:spPr>
          <a:xfrm>
            <a:off x="745043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23" name="요약 바"/>
          <p:cNvSpPr>
            <a:spLocks noGrp="1"/>
          </p:cNvSpPr>
          <p:nvPr>
            <p:ph type="body" sz="quarter" idx="77"/>
          </p:nvPr>
        </p:nvSpPr>
        <p:spPr>
          <a:xfrm>
            <a:off x="745043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24" name="패널 외곽"/>
          <p:cNvSpPr/>
          <p:nvPr/>
        </p:nvSpPr>
        <p:spPr>
          <a:xfrm>
            <a:off x="2837739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패널 머리"/>
          <p:cNvSpPr/>
          <p:nvPr/>
        </p:nvSpPr>
        <p:spPr>
          <a:xfrm>
            <a:off x="2837739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26" name="패널 머리"/>
          <p:cNvSpPr>
            <a:spLocks noGrp="1"/>
          </p:cNvSpPr>
          <p:nvPr>
            <p:ph type="body" sz="quarter" idx="78"/>
          </p:nvPr>
        </p:nvSpPr>
        <p:spPr>
          <a:xfrm>
            <a:off x="2837739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9"/>
          </p:nvPr>
        </p:nvSpPr>
        <p:spPr>
          <a:xfrm>
            <a:off x="2859652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28" name="요약 바"/>
          <p:cNvSpPr/>
          <p:nvPr/>
        </p:nvSpPr>
        <p:spPr>
          <a:xfrm>
            <a:off x="2859652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29" name="요약 바"/>
          <p:cNvSpPr>
            <a:spLocks noGrp="1"/>
          </p:cNvSpPr>
          <p:nvPr>
            <p:ph type="body" sz="quarter" idx="80"/>
          </p:nvPr>
        </p:nvSpPr>
        <p:spPr>
          <a:xfrm>
            <a:off x="2859652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0" name="패널 외곽"/>
          <p:cNvSpPr/>
          <p:nvPr/>
        </p:nvSpPr>
        <p:spPr>
          <a:xfrm>
            <a:off x="4952348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패널 머리"/>
          <p:cNvSpPr/>
          <p:nvPr/>
        </p:nvSpPr>
        <p:spPr>
          <a:xfrm>
            <a:off x="4952348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32" name="패널 머리"/>
          <p:cNvSpPr>
            <a:spLocks noGrp="1"/>
          </p:cNvSpPr>
          <p:nvPr>
            <p:ph type="body" sz="quarter" idx="81"/>
          </p:nvPr>
        </p:nvSpPr>
        <p:spPr>
          <a:xfrm>
            <a:off x="4952348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82"/>
          </p:nvPr>
        </p:nvSpPr>
        <p:spPr>
          <a:xfrm>
            <a:off x="4974261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34" name="요약 바"/>
          <p:cNvSpPr/>
          <p:nvPr/>
        </p:nvSpPr>
        <p:spPr>
          <a:xfrm>
            <a:off x="4974261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35" name="요약 바"/>
          <p:cNvSpPr>
            <a:spLocks noGrp="1"/>
          </p:cNvSpPr>
          <p:nvPr>
            <p:ph type="body" sz="quarter" idx="83"/>
          </p:nvPr>
        </p:nvSpPr>
        <p:spPr>
          <a:xfrm>
            <a:off x="4974261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36" name="핵심성과 박스"/>
          <p:cNvSpPr/>
          <p:nvPr/>
        </p:nvSpPr>
        <p:spPr>
          <a:xfrm>
            <a:off x="723130" y="96766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핵심성과 라벨"/>
          <p:cNvSpPr/>
          <p:nvPr/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38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9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501043" y="96930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07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506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528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528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506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528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087217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933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218696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235130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23513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498087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498087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5" name="Connector 27"/>
          <p:cNvCxnSpPr/>
          <p:nvPr/>
        </p:nvCxnSpPr>
        <p:spPr>
          <a:xfrm>
            <a:off x="3985435" y="25309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레일"/>
          <p:cNvSpPr/>
          <p:nvPr/>
        </p:nvSpPr>
        <p:spPr>
          <a:xfrm>
            <a:off x="547826" y="3022748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022748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30227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1161391" y="306657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306657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305561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2" name="태그"/>
          <p:cNvSpPr/>
          <p:nvPr/>
        </p:nvSpPr>
        <p:spPr>
          <a:xfrm>
            <a:off x="1161391" y="3263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326379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4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325283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5" name="태그"/>
          <p:cNvSpPr/>
          <p:nvPr/>
        </p:nvSpPr>
        <p:spPr>
          <a:xfrm>
            <a:off x="1161391" y="3461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5"/>
          </p:nvPr>
        </p:nvSpPr>
        <p:spPr>
          <a:xfrm>
            <a:off x="1161391" y="3461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6"/>
          </p:nvPr>
        </p:nvSpPr>
        <p:spPr>
          <a:xfrm>
            <a:off x="2145304" y="3450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8" name="레일"/>
          <p:cNvSpPr/>
          <p:nvPr/>
        </p:nvSpPr>
        <p:spPr>
          <a:xfrm>
            <a:off x="547826" y="3680139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680139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68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단계"/>
          <p:cNvSpPr/>
          <p:nvPr/>
        </p:nvSpPr>
        <p:spPr>
          <a:xfrm>
            <a:off x="1161391" y="37020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7020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37020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7020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37020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7020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37020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37020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954052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954052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1" name="Connector 45"/>
          <p:cNvCxnSpPr/>
          <p:nvPr/>
        </p:nvCxnSpPr>
        <p:spPr>
          <a:xfrm>
            <a:off x="3044087" y="39869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954052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3" name="Connector 47"/>
          <p:cNvCxnSpPr/>
          <p:nvPr/>
        </p:nvCxnSpPr>
        <p:spPr>
          <a:xfrm>
            <a:off x="4926783" y="39869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삼각 화살표"/>
          <p:cNvSpPr/>
          <p:nvPr/>
        </p:nvSpPr>
        <p:spPr>
          <a:xfrm>
            <a:off x="3823826" y="436226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라벨 박스"/>
          <p:cNvSpPr/>
          <p:nvPr/>
        </p:nvSpPr>
        <p:spPr>
          <a:xfrm>
            <a:off x="536870" y="458687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4597826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597826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68" name="강조 바"/>
          <p:cNvSpPr/>
          <p:nvPr/>
        </p:nvSpPr>
        <p:spPr>
          <a:xfrm>
            <a:off x="1172348" y="4619739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강조 바 글"/>
          <p:cNvSpPr>
            <a:spLocks noGrp="1"/>
          </p:cNvSpPr>
          <p:nvPr>
            <p:ph type="body" sz="quarter" idx="45"/>
          </p:nvPr>
        </p:nvSpPr>
        <p:spPr>
          <a:xfrm>
            <a:off x="1172348" y="4619739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0" name="라벨 박스"/>
          <p:cNvSpPr/>
          <p:nvPr/>
        </p:nvSpPr>
        <p:spPr>
          <a:xfrm>
            <a:off x="536870" y="493200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942957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942957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3" name="가운데 글"/>
          <p:cNvSpPr>
            <a:spLocks noGrp="1"/>
          </p:cNvSpPr>
          <p:nvPr>
            <p:ph type="body" sz="quarter" idx="47"/>
          </p:nvPr>
        </p:nvSpPr>
        <p:spPr>
          <a:xfrm>
            <a:off x="1172348" y="4948435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4" name="가운데 글"/>
          <p:cNvSpPr>
            <a:spLocks noGrp="1"/>
          </p:cNvSpPr>
          <p:nvPr>
            <p:ph type="body" sz="quarter" idx="48"/>
          </p:nvPr>
        </p:nvSpPr>
        <p:spPr>
          <a:xfrm>
            <a:off x="3049565" y="4948435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5" name="Connector 57"/>
          <p:cNvCxnSpPr/>
          <p:nvPr/>
        </p:nvCxnSpPr>
        <p:spPr>
          <a:xfrm>
            <a:off x="3049565" y="4986783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가운데 글"/>
          <p:cNvSpPr>
            <a:spLocks noGrp="1"/>
          </p:cNvSpPr>
          <p:nvPr>
            <p:ph type="body" sz="quarter" idx="49"/>
          </p:nvPr>
        </p:nvSpPr>
        <p:spPr>
          <a:xfrm>
            <a:off x="4926783" y="4948435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77" name="Connector 59"/>
          <p:cNvCxnSpPr/>
          <p:nvPr/>
        </p:nvCxnSpPr>
        <p:spPr>
          <a:xfrm>
            <a:off x="4926783" y="4986783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라벨 박스"/>
          <p:cNvSpPr/>
          <p:nvPr/>
        </p:nvSpPr>
        <p:spPr>
          <a:xfrm>
            <a:off x="536870" y="5277130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5288087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5288087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1"/>
          </p:nvPr>
        </p:nvSpPr>
        <p:spPr>
          <a:xfrm>
            <a:off x="1183304" y="5293565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2"/>
          </p:nvPr>
        </p:nvSpPr>
        <p:spPr>
          <a:xfrm>
            <a:off x="3060522" y="5293565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3049565" y="5326435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5293565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5" name="Connector 66"/>
          <p:cNvCxnSpPr/>
          <p:nvPr/>
        </p:nvCxnSpPr>
        <p:spPr>
          <a:xfrm>
            <a:off x="4926783" y="5326435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라벨 박스"/>
          <p:cNvSpPr/>
          <p:nvPr/>
        </p:nvSpPr>
        <p:spPr>
          <a:xfrm>
            <a:off x="536870" y="58784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"/>
          <p:cNvSpPr/>
          <p:nvPr/>
        </p:nvSpPr>
        <p:spPr>
          <a:xfrm>
            <a:off x="547826" y="58894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889443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5"/>
          </p:nvPr>
        </p:nvSpPr>
        <p:spPr>
          <a:xfrm>
            <a:off x="1183304" y="58949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6"/>
          </p:nvPr>
        </p:nvSpPr>
        <p:spPr>
          <a:xfrm>
            <a:off x="3060522" y="58949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1" name="Connector 71"/>
          <p:cNvCxnSpPr/>
          <p:nvPr/>
        </p:nvCxnSpPr>
        <p:spPr>
          <a:xfrm>
            <a:off x="3049565" y="59277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8949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3" name="Connector 73"/>
          <p:cNvCxnSpPr/>
          <p:nvPr/>
        </p:nvCxnSpPr>
        <p:spPr>
          <a:xfrm>
            <a:off x="4926783" y="59277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 박스"/>
          <p:cNvSpPr/>
          <p:nvPr/>
        </p:nvSpPr>
        <p:spPr>
          <a:xfrm>
            <a:off x="536870" y="6319565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6330522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6330522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83304" y="6336000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60522" y="6336000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9" name="Connector 78"/>
          <p:cNvCxnSpPr/>
          <p:nvPr/>
        </p:nvCxnSpPr>
        <p:spPr>
          <a:xfrm>
            <a:off x="3049565" y="6368870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6336000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1" name="Connector 80"/>
          <p:cNvCxnSpPr/>
          <p:nvPr/>
        </p:nvCxnSpPr>
        <p:spPr>
          <a:xfrm>
            <a:off x="4926783" y="6368870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핵심성과 박스"/>
          <p:cNvSpPr/>
          <p:nvPr/>
        </p:nvSpPr>
        <p:spPr>
          <a:xfrm>
            <a:off x="536870" y="67935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68318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8318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8099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106" name="형광 밑줄"/>
          <p:cNvSpPr/>
          <p:nvPr/>
        </p:nvSpPr>
        <p:spPr>
          <a:xfrm>
            <a:off x="536870" y="73789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소제목"/>
          <p:cNvSpPr>
            <a:spLocks noGrp="1"/>
          </p:cNvSpPr>
          <p:nvPr>
            <p:ph type="body" sz="quarter" idx="64"/>
          </p:nvPr>
        </p:nvSpPr>
        <p:spPr>
          <a:xfrm>
            <a:off x="536870" y="72255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08" name="태그칩"/>
          <p:cNvSpPr/>
          <p:nvPr/>
        </p:nvSpPr>
        <p:spPr>
          <a:xfrm>
            <a:off x="3746541" y="72583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9" name="태그칩"/>
          <p:cNvSpPr>
            <a:spLocks noGrp="1"/>
          </p:cNvSpPr>
          <p:nvPr>
            <p:ph type="body" sz="quarter" idx="65"/>
          </p:nvPr>
        </p:nvSpPr>
        <p:spPr>
          <a:xfrm>
            <a:off x="3746541" y="72583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0" name="표 외곽"/>
          <p:cNvSpPr/>
          <p:nvPr/>
        </p:nvSpPr>
        <p:spPr>
          <a:xfrm>
            <a:off x="536870" y="75103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레일"/>
          <p:cNvSpPr/>
          <p:nvPr/>
        </p:nvSpPr>
        <p:spPr>
          <a:xfrm>
            <a:off x="547826" y="75268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66"/>
          </p:nvPr>
        </p:nvSpPr>
        <p:spPr>
          <a:xfrm>
            <a:off x="547826" y="7526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13" name="머리칸"/>
          <p:cNvSpPr/>
          <p:nvPr/>
        </p:nvSpPr>
        <p:spPr>
          <a:xfrm>
            <a:off x="1161391" y="7548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14" name="머리칸"/>
          <p:cNvSpPr>
            <a:spLocks noGrp="1"/>
          </p:cNvSpPr>
          <p:nvPr>
            <p:ph type="body" sz="quarter" idx="67"/>
          </p:nvPr>
        </p:nvSpPr>
        <p:spPr>
          <a:xfrm>
            <a:off x="1161391" y="7548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15" name="머리칸"/>
          <p:cNvSpPr/>
          <p:nvPr/>
        </p:nvSpPr>
        <p:spPr>
          <a:xfrm>
            <a:off x="3985435" y="7548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16" name="머리칸"/>
          <p:cNvSpPr>
            <a:spLocks noGrp="1"/>
          </p:cNvSpPr>
          <p:nvPr>
            <p:ph type="body" sz="quarter" idx="68"/>
          </p:nvPr>
        </p:nvSpPr>
        <p:spPr>
          <a:xfrm>
            <a:off x="3985435" y="7548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789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7789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19" name="Connector 93"/>
          <p:cNvCxnSpPr/>
          <p:nvPr/>
        </p:nvCxnSpPr>
        <p:spPr>
          <a:xfrm>
            <a:off x="3985435" y="7822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레일"/>
          <p:cNvSpPr/>
          <p:nvPr/>
        </p:nvSpPr>
        <p:spPr>
          <a:xfrm>
            <a:off x="547826" y="81486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1" name="레일"/>
          <p:cNvSpPr>
            <a:spLocks noGrp="1"/>
          </p:cNvSpPr>
          <p:nvPr>
            <p:ph type="body" sz="quarter" idx="71"/>
          </p:nvPr>
        </p:nvSpPr>
        <p:spPr>
          <a:xfrm>
            <a:off x="547826" y="81486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22" name="레일 삼각형"/>
          <p:cNvSpPr/>
          <p:nvPr/>
        </p:nvSpPr>
        <p:spPr>
          <a:xfrm>
            <a:off x="547826" y="81486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머리칸"/>
          <p:cNvSpPr/>
          <p:nvPr/>
        </p:nvSpPr>
        <p:spPr>
          <a:xfrm>
            <a:off x="1161391" y="8170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24" name="머리칸"/>
          <p:cNvSpPr>
            <a:spLocks noGrp="1"/>
          </p:cNvSpPr>
          <p:nvPr>
            <p:ph type="body" sz="quarter" idx="72"/>
          </p:nvPr>
        </p:nvSpPr>
        <p:spPr>
          <a:xfrm>
            <a:off x="1161391" y="8170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25" name="머리칸"/>
          <p:cNvSpPr/>
          <p:nvPr/>
        </p:nvSpPr>
        <p:spPr>
          <a:xfrm>
            <a:off x="3985435" y="8170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26" name="머리칸"/>
          <p:cNvSpPr>
            <a:spLocks noGrp="1"/>
          </p:cNvSpPr>
          <p:nvPr>
            <p:ph type="body" sz="quarter" idx="73"/>
          </p:nvPr>
        </p:nvSpPr>
        <p:spPr>
          <a:xfrm>
            <a:off x="3985435" y="8170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74"/>
          </p:nvPr>
        </p:nvSpPr>
        <p:spPr>
          <a:xfrm>
            <a:off x="1172348" y="84116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2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84116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129" name="Connector 100"/>
          <p:cNvCxnSpPr/>
          <p:nvPr/>
        </p:nvCxnSpPr>
        <p:spPr>
          <a:xfrm>
            <a:off x="3985435" y="8444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레일"/>
          <p:cNvSpPr/>
          <p:nvPr/>
        </p:nvSpPr>
        <p:spPr>
          <a:xfrm>
            <a:off x="547826" y="87705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31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87705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132" name="레일 삼각형"/>
          <p:cNvSpPr/>
          <p:nvPr/>
        </p:nvSpPr>
        <p:spPr>
          <a:xfrm>
            <a:off x="547826" y="87705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단계"/>
          <p:cNvSpPr/>
          <p:nvPr/>
        </p:nvSpPr>
        <p:spPr>
          <a:xfrm>
            <a:off x="1161391" y="87924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34" name="단계"/>
          <p:cNvSpPr>
            <a:spLocks noGrp="1"/>
          </p:cNvSpPr>
          <p:nvPr>
            <p:ph type="body" sz="quarter" idx="77"/>
          </p:nvPr>
        </p:nvSpPr>
        <p:spPr>
          <a:xfrm>
            <a:off x="1161391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135" name="단계"/>
          <p:cNvSpPr/>
          <p:nvPr/>
        </p:nvSpPr>
        <p:spPr>
          <a:xfrm>
            <a:off x="2573413" y="87924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36" name="단계"/>
          <p:cNvSpPr>
            <a:spLocks noGrp="1"/>
          </p:cNvSpPr>
          <p:nvPr>
            <p:ph type="body" sz="quarter" idx="78"/>
          </p:nvPr>
        </p:nvSpPr>
        <p:spPr>
          <a:xfrm>
            <a:off x="2573413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137" name="단계"/>
          <p:cNvSpPr/>
          <p:nvPr/>
        </p:nvSpPr>
        <p:spPr>
          <a:xfrm>
            <a:off x="3985435" y="87924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38" name="단계"/>
          <p:cNvSpPr>
            <a:spLocks noGrp="1"/>
          </p:cNvSpPr>
          <p:nvPr>
            <p:ph type="body" sz="quarter" idx="79"/>
          </p:nvPr>
        </p:nvSpPr>
        <p:spPr>
          <a:xfrm>
            <a:off x="3985435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139" name="단계"/>
          <p:cNvSpPr/>
          <p:nvPr/>
        </p:nvSpPr>
        <p:spPr>
          <a:xfrm>
            <a:off x="5397457" y="87924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40" name="단계"/>
          <p:cNvSpPr>
            <a:spLocks noGrp="1"/>
          </p:cNvSpPr>
          <p:nvPr>
            <p:ph type="body" sz="quarter" idx="80"/>
          </p:nvPr>
        </p:nvSpPr>
        <p:spPr>
          <a:xfrm>
            <a:off x="5397457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141" name="단계 삼각형"/>
          <p:cNvSpPr/>
          <p:nvPr/>
        </p:nvSpPr>
        <p:spPr>
          <a:xfrm>
            <a:off x="2573413" y="87924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단계 삼각형"/>
          <p:cNvSpPr/>
          <p:nvPr/>
        </p:nvSpPr>
        <p:spPr>
          <a:xfrm>
            <a:off x="3985434" y="87924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단계 삼각형"/>
          <p:cNvSpPr/>
          <p:nvPr/>
        </p:nvSpPr>
        <p:spPr>
          <a:xfrm>
            <a:off x="5397456" y="87924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칸 본문"/>
          <p:cNvSpPr>
            <a:spLocks noGrp="1"/>
          </p:cNvSpPr>
          <p:nvPr>
            <p:ph type="body" sz="quarter" idx="81"/>
          </p:nvPr>
        </p:nvSpPr>
        <p:spPr>
          <a:xfrm>
            <a:off x="1172348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82"/>
          </p:nvPr>
        </p:nvSpPr>
        <p:spPr>
          <a:xfrm>
            <a:off x="2584370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146" name="Connector 112"/>
          <p:cNvCxnSpPr/>
          <p:nvPr/>
        </p:nvCxnSpPr>
        <p:spPr>
          <a:xfrm>
            <a:off x="2573413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칸 본문"/>
          <p:cNvSpPr>
            <a:spLocks noGrp="1"/>
          </p:cNvSpPr>
          <p:nvPr>
            <p:ph type="body" sz="quarter" idx="83"/>
          </p:nvPr>
        </p:nvSpPr>
        <p:spPr>
          <a:xfrm>
            <a:off x="3996391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148" name="Connector 114"/>
          <p:cNvCxnSpPr/>
          <p:nvPr/>
        </p:nvCxnSpPr>
        <p:spPr>
          <a:xfrm>
            <a:off x="3985435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칸 본문"/>
          <p:cNvSpPr>
            <a:spLocks noGrp="1"/>
          </p:cNvSpPr>
          <p:nvPr>
            <p:ph type="body" sz="quarter" idx="84"/>
          </p:nvPr>
        </p:nvSpPr>
        <p:spPr>
          <a:xfrm>
            <a:off x="5408413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150" name="Connector 116"/>
          <p:cNvCxnSpPr/>
          <p:nvPr/>
        </p:nvCxnSpPr>
        <p:spPr>
          <a:xfrm>
            <a:off x="5397457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핵심성과 박스"/>
          <p:cNvSpPr/>
          <p:nvPr/>
        </p:nvSpPr>
        <p:spPr>
          <a:xfrm>
            <a:off x="536870" y="96458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핵심성과 라벨"/>
          <p:cNvSpPr/>
          <p:nvPr/>
        </p:nvSpPr>
        <p:spPr>
          <a:xfrm>
            <a:off x="569739" y="96841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53" name="핵심성과 라벨"/>
          <p:cNvSpPr>
            <a:spLocks noGrp="1"/>
          </p:cNvSpPr>
          <p:nvPr>
            <p:ph type="body" sz="quarter" idx="85"/>
          </p:nvPr>
        </p:nvSpPr>
        <p:spPr>
          <a:xfrm>
            <a:off x="569739" y="96841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54" name="핵심성과 문구"/>
          <p:cNvSpPr>
            <a:spLocks noGrp="1"/>
          </p:cNvSpPr>
          <p:nvPr>
            <p:ph type="body" sz="quarter" idx="86"/>
          </p:nvPr>
        </p:nvSpPr>
        <p:spPr>
          <a:xfrm>
            <a:off x="1314783" y="96622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08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핵심성과 박스"/>
          <p:cNvSpPr/>
          <p:nvPr/>
        </p:nvSpPr>
        <p:spPr>
          <a:xfrm>
            <a:off x="723130" y="3550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5666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62" name="형광 밑줄"/>
          <p:cNvSpPr/>
          <p:nvPr/>
        </p:nvSpPr>
        <p:spPr>
          <a:xfrm>
            <a:off x="723130" y="4135617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소제목"/>
          <p:cNvSpPr>
            <a:spLocks noGrp="1"/>
          </p:cNvSpPr>
          <p:nvPr>
            <p:ph type="body" sz="quarter" idx="44"/>
          </p:nvPr>
        </p:nvSpPr>
        <p:spPr>
          <a:xfrm>
            <a:off x="723130" y="39822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64" name="태그칩"/>
          <p:cNvSpPr/>
          <p:nvPr/>
        </p:nvSpPr>
        <p:spPr>
          <a:xfrm>
            <a:off x="4224152" y="40150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5" name="태그칩"/>
          <p:cNvSpPr>
            <a:spLocks noGrp="1"/>
          </p:cNvSpPr>
          <p:nvPr>
            <p:ph type="body" sz="quarter" idx="45"/>
          </p:nvPr>
        </p:nvSpPr>
        <p:spPr>
          <a:xfrm>
            <a:off x="4224152" y="40150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66" name="라벨 박스"/>
          <p:cNvSpPr/>
          <p:nvPr/>
        </p:nvSpPr>
        <p:spPr>
          <a:xfrm>
            <a:off x="723130" y="427805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734087" y="428900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28900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69" name="본문"/>
          <p:cNvSpPr>
            <a:spLocks noGrp="1"/>
          </p:cNvSpPr>
          <p:nvPr>
            <p:ph type="body" sz="quarter" idx="47"/>
          </p:nvPr>
        </p:nvSpPr>
        <p:spPr>
          <a:xfrm>
            <a:off x="1358609" y="429448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70" name="라벨 박스"/>
          <p:cNvSpPr/>
          <p:nvPr/>
        </p:nvSpPr>
        <p:spPr>
          <a:xfrm>
            <a:off x="723130" y="46231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734087" y="46341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6341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73" name="가운데 글"/>
          <p:cNvSpPr>
            <a:spLocks noGrp="1"/>
          </p:cNvSpPr>
          <p:nvPr>
            <p:ph type="body" sz="quarter" idx="49"/>
          </p:nvPr>
        </p:nvSpPr>
        <p:spPr>
          <a:xfrm>
            <a:off x="1358609" y="46396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74" name="주석"/>
          <p:cNvSpPr>
            <a:spLocks noGrp="1"/>
          </p:cNvSpPr>
          <p:nvPr>
            <p:ph type="body" sz="quarter" idx="50"/>
          </p:nvPr>
        </p:nvSpPr>
        <p:spPr>
          <a:xfrm>
            <a:off x="2366609" y="494640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75" name="라벨 박스"/>
          <p:cNvSpPr/>
          <p:nvPr/>
        </p:nvSpPr>
        <p:spPr>
          <a:xfrm>
            <a:off x="723130" y="51764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"/>
          <p:cNvSpPr/>
          <p:nvPr/>
        </p:nvSpPr>
        <p:spPr>
          <a:xfrm>
            <a:off x="734087" y="51874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874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78" name="머리칸"/>
          <p:cNvSpPr/>
          <p:nvPr/>
        </p:nvSpPr>
        <p:spPr>
          <a:xfrm>
            <a:off x="1358609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58609" y="52038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80" name="머리칸"/>
          <p:cNvSpPr/>
          <p:nvPr/>
        </p:nvSpPr>
        <p:spPr>
          <a:xfrm>
            <a:off x="3235826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5826" y="52038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2038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69565" y="544492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6783" y="544492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235826" y="54777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4492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88" name="Connector 63"/>
          <p:cNvCxnSpPr/>
          <p:nvPr/>
        </p:nvCxnSpPr>
        <p:spPr>
          <a:xfrm>
            <a:off x="5113043" y="54777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라벨 박스"/>
          <p:cNvSpPr/>
          <p:nvPr/>
        </p:nvSpPr>
        <p:spPr>
          <a:xfrm>
            <a:off x="723130" y="58805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레일"/>
          <p:cNvSpPr/>
          <p:nvPr/>
        </p:nvSpPr>
        <p:spPr>
          <a:xfrm>
            <a:off x="734087" y="58914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1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58914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1369565" y="58969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0"/>
          </p:nvPr>
        </p:nvSpPr>
        <p:spPr>
          <a:xfrm>
            <a:off x="3246783" y="58969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235826" y="59298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칸 본문"/>
          <p:cNvSpPr>
            <a:spLocks noGrp="1"/>
          </p:cNvSpPr>
          <p:nvPr>
            <p:ph type="body" sz="quarter" idx="61"/>
          </p:nvPr>
        </p:nvSpPr>
        <p:spPr>
          <a:xfrm>
            <a:off x="5124000" y="58969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113043" y="59298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핵심성과 박스"/>
          <p:cNvSpPr/>
          <p:nvPr/>
        </p:nvSpPr>
        <p:spPr>
          <a:xfrm>
            <a:off x="723130" y="635447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핵심성과 라벨"/>
          <p:cNvSpPr/>
          <p:nvPr/>
        </p:nvSpPr>
        <p:spPr>
          <a:xfrm>
            <a:off x="756000" y="638733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9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756000" y="6387339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501043" y="637638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01" name="형광 밑줄"/>
          <p:cNvSpPr/>
          <p:nvPr/>
        </p:nvSpPr>
        <p:spPr>
          <a:xfrm>
            <a:off x="723130" y="7152730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소제목"/>
          <p:cNvSpPr>
            <a:spLocks noGrp="1"/>
          </p:cNvSpPr>
          <p:nvPr>
            <p:ph type="body" sz="quarter" idx="64"/>
          </p:nvPr>
        </p:nvSpPr>
        <p:spPr>
          <a:xfrm>
            <a:off x="723130" y="6999339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03" name="태그칩"/>
          <p:cNvSpPr/>
          <p:nvPr/>
        </p:nvSpPr>
        <p:spPr>
          <a:xfrm>
            <a:off x="3595310" y="7032209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4" name="태그칩"/>
          <p:cNvSpPr>
            <a:spLocks noGrp="1"/>
          </p:cNvSpPr>
          <p:nvPr>
            <p:ph type="body" sz="quarter" idx="65"/>
          </p:nvPr>
        </p:nvSpPr>
        <p:spPr>
          <a:xfrm>
            <a:off x="3595310" y="7032209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05" name="표 외곽"/>
          <p:cNvSpPr/>
          <p:nvPr/>
        </p:nvSpPr>
        <p:spPr>
          <a:xfrm>
            <a:off x="723130" y="7284209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레일"/>
          <p:cNvSpPr/>
          <p:nvPr/>
        </p:nvSpPr>
        <p:spPr>
          <a:xfrm>
            <a:off x="734087" y="7300643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7" name="레일"/>
          <p:cNvSpPr>
            <a:spLocks noGrp="1"/>
          </p:cNvSpPr>
          <p:nvPr>
            <p:ph type="body" sz="quarter" idx="66"/>
          </p:nvPr>
        </p:nvSpPr>
        <p:spPr>
          <a:xfrm>
            <a:off x="734087" y="7300643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08" name="배너"/>
          <p:cNvSpPr/>
          <p:nvPr/>
        </p:nvSpPr>
        <p:spPr>
          <a:xfrm>
            <a:off x="1347652" y="7322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09" name="배너"/>
          <p:cNvSpPr>
            <a:spLocks noGrp="1"/>
          </p:cNvSpPr>
          <p:nvPr>
            <p:ph type="body" sz="quarter" idx="67"/>
          </p:nvPr>
        </p:nvSpPr>
        <p:spPr>
          <a:xfrm>
            <a:off x="1347652" y="7322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10" name="머리칸"/>
          <p:cNvSpPr/>
          <p:nvPr/>
        </p:nvSpPr>
        <p:spPr>
          <a:xfrm>
            <a:off x="1347652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8"/>
          </p:nvPr>
        </p:nvSpPr>
        <p:spPr>
          <a:xfrm>
            <a:off x="1347652" y="7558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12" name="머리칸"/>
          <p:cNvSpPr/>
          <p:nvPr/>
        </p:nvSpPr>
        <p:spPr>
          <a:xfrm>
            <a:off x="3230348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9"/>
          </p:nvPr>
        </p:nvSpPr>
        <p:spPr>
          <a:xfrm>
            <a:off x="3230348" y="7558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14" name="머리칸"/>
          <p:cNvSpPr/>
          <p:nvPr/>
        </p:nvSpPr>
        <p:spPr>
          <a:xfrm>
            <a:off x="5113043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0"/>
          </p:nvPr>
        </p:nvSpPr>
        <p:spPr>
          <a:xfrm>
            <a:off x="5113043" y="7558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16" name="칸 본문"/>
          <p:cNvSpPr>
            <a:spLocks noGrp="1"/>
          </p:cNvSpPr>
          <p:nvPr>
            <p:ph type="body" sz="quarter" idx="71"/>
          </p:nvPr>
        </p:nvSpPr>
        <p:spPr>
          <a:xfrm>
            <a:off x="1358609" y="779916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72"/>
          </p:nvPr>
        </p:nvSpPr>
        <p:spPr>
          <a:xfrm>
            <a:off x="3241304" y="779916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118" name="Connector 85"/>
          <p:cNvCxnSpPr/>
          <p:nvPr/>
        </p:nvCxnSpPr>
        <p:spPr>
          <a:xfrm>
            <a:off x="3230348" y="7832035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칸 본문"/>
          <p:cNvSpPr>
            <a:spLocks noGrp="1"/>
          </p:cNvSpPr>
          <p:nvPr>
            <p:ph type="body" sz="quarter" idx="73"/>
          </p:nvPr>
        </p:nvSpPr>
        <p:spPr>
          <a:xfrm>
            <a:off x="5124000" y="779916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120" name="Connector 87"/>
          <p:cNvCxnSpPr/>
          <p:nvPr/>
        </p:nvCxnSpPr>
        <p:spPr>
          <a:xfrm>
            <a:off x="5113043" y="7832035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태그"/>
          <p:cNvSpPr/>
          <p:nvPr/>
        </p:nvSpPr>
        <p:spPr>
          <a:xfrm>
            <a:off x="1347652" y="817998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2" name="태그"/>
          <p:cNvSpPr>
            <a:spLocks noGrp="1"/>
          </p:cNvSpPr>
          <p:nvPr>
            <p:ph type="body" sz="quarter" idx="74"/>
          </p:nvPr>
        </p:nvSpPr>
        <p:spPr>
          <a:xfrm>
            <a:off x="1347652" y="817998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123" name="태그 설명"/>
          <p:cNvSpPr>
            <a:spLocks noGrp="1"/>
          </p:cNvSpPr>
          <p:nvPr>
            <p:ph type="body" sz="quarter" idx="75"/>
          </p:nvPr>
        </p:nvSpPr>
        <p:spPr>
          <a:xfrm>
            <a:off x="1972988" y="816902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124" name="레일"/>
          <p:cNvSpPr/>
          <p:nvPr/>
        </p:nvSpPr>
        <p:spPr>
          <a:xfrm>
            <a:off x="734087" y="8399113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8399113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26" name="레일 삼각형"/>
          <p:cNvSpPr/>
          <p:nvPr/>
        </p:nvSpPr>
        <p:spPr>
          <a:xfrm>
            <a:off x="734086" y="8399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배너"/>
          <p:cNvSpPr/>
          <p:nvPr/>
        </p:nvSpPr>
        <p:spPr>
          <a:xfrm>
            <a:off x="1347652" y="8421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28" name="배너"/>
          <p:cNvSpPr>
            <a:spLocks noGrp="1"/>
          </p:cNvSpPr>
          <p:nvPr>
            <p:ph type="body" sz="quarter" idx="77"/>
          </p:nvPr>
        </p:nvSpPr>
        <p:spPr>
          <a:xfrm>
            <a:off x="1347652" y="8421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129" name="머리칸"/>
          <p:cNvSpPr/>
          <p:nvPr/>
        </p:nvSpPr>
        <p:spPr>
          <a:xfrm>
            <a:off x="1347652" y="8656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30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8656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131" name="머리칸"/>
          <p:cNvSpPr/>
          <p:nvPr/>
        </p:nvSpPr>
        <p:spPr>
          <a:xfrm>
            <a:off x="4171696" y="8656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32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8656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88976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88976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135" name="Connector 97"/>
          <p:cNvCxnSpPr/>
          <p:nvPr/>
        </p:nvCxnSpPr>
        <p:spPr>
          <a:xfrm>
            <a:off x="4171696" y="89305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태그"/>
          <p:cNvSpPr/>
          <p:nvPr/>
        </p:nvSpPr>
        <p:spPr>
          <a:xfrm>
            <a:off x="1347652" y="9278452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37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92784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138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92674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139" name="핵심성과 박스"/>
          <p:cNvSpPr/>
          <p:nvPr/>
        </p:nvSpPr>
        <p:spPr>
          <a:xfrm>
            <a:off x="723130" y="95852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핵심성과 라벨"/>
          <p:cNvSpPr/>
          <p:nvPr/>
        </p:nvSpPr>
        <p:spPr>
          <a:xfrm>
            <a:off x="756000" y="96235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41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756000" y="96235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2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501043" y="96016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09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7" name="라벨 박스"/>
          <p:cNvSpPr/>
          <p:nvPr/>
        </p:nvSpPr>
        <p:spPr>
          <a:xfrm>
            <a:off x="536870" y="1490087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501043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01043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72348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72348" y="15174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049565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9565" y="15174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5174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758522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60522" y="1758522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049565" y="1791391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레일"/>
          <p:cNvSpPr/>
          <p:nvPr/>
        </p:nvSpPr>
        <p:spPr>
          <a:xfrm>
            <a:off x="4948696" y="1769478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4948696" y="1769478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1" name="소행 본문"/>
          <p:cNvSpPr>
            <a:spLocks noGrp="1"/>
          </p:cNvSpPr>
          <p:nvPr>
            <p:ph type="body" sz="quarter" idx="30"/>
          </p:nvPr>
        </p:nvSpPr>
        <p:spPr>
          <a:xfrm>
            <a:off x="5496522" y="1769478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4948696" y="2106470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레일"/>
          <p:cNvSpPr/>
          <p:nvPr/>
        </p:nvSpPr>
        <p:spPr>
          <a:xfrm>
            <a:off x="4948696" y="2111948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4948696" y="2111948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5" name="소행 본문"/>
          <p:cNvSpPr>
            <a:spLocks noGrp="1"/>
          </p:cNvSpPr>
          <p:nvPr>
            <p:ph type="body" sz="quarter" idx="32"/>
          </p:nvPr>
        </p:nvSpPr>
        <p:spPr>
          <a:xfrm>
            <a:off x="5496522" y="2111948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791391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라벨 박스"/>
          <p:cNvSpPr/>
          <p:nvPr/>
        </p:nvSpPr>
        <p:spPr>
          <a:xfrm>
            <a:off x="536870" y="266947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8043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68043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4"/>
          </p:nvPr>
        </p:nvSpPr>
        <p:spPr>
          <a:xfrm>
            <a:off x="1172348" y="2685913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1" name="가운데 글"/>
          <p:cNvSpPr>
            <a:spLocks noGrp="1"/>
          </p:cNvSpPr>
          <p:nvPr>
            <p:ph type="body" sz="quarter" idx="35"/>
          </p:nvPr>
        </p:nvSpPr>
        <p:spPr>
          <a:xfrm>
            <a:off x="3049565" y="2685913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3049565" y="2724261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가운데 글"/>
          <p:cNvSpPr>
            <a:spLocks noGrp="1"/>
          </p:cNvSpPr>
          <p:nvPr>
            <p:ph type="body" sz="quarter" idx="36"/>
          </p:nvPr>
        </p:nvSpPr>
        <p:spPr>
          <a:xfrm>
            <a:off x="4926783" y="2685913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4" name="Connector 33"/>
          <p:cNvCxnSpPr/>
          <p:nvPr/>
        </p:nvCxnSpPr>
        <p:spPr>
          <a:xfrm>
            <a:off x="4926783" y="2724261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라벨 박스"/>
          <p:cNvSpPr/>
          <p:nvPr/>
        </p:nvSpPr>
        <p:spPr>
          <a:xfrm>
            <a:off x="536870" y="3014609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025565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025565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83304" y="303104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60522" y="303104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50" name="Connector 38"/>
          <p:cNvCxnSpPr/>
          <p:nvPr/>
        </p:nvCxnSpPr>
        <p:spPr>
          <a:xfrm>
            <a:off x="3049565" y="3063913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03104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2" name="Connector 40"/>
          <p:cNvCxnSpPr/>
          <p:nvPr/>
        </p:nvCxnSpPr>
        <p:spPr>
          <a:xfrm>
            <a:off x="4926783" y="3063913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형광 밑줄"/>
          <p:cNvSpPr/>
          <p:nvPr/>
        </p:nvSpPr>
        <p:spPr>
          <a:xfrm>
            <a:off x="536870" y="3835096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소제목"/>
          <p:cNvSpPr>
            <a:spLocks noGrp="1"/>
          </p:cNvSpPr>
          <p:nvPr>
            <p:ph type="body" sz="quarter" idx="41"/>
          </p:nvPr>
        </p:nvSpPr>
        <p:spPr>
          <a:xfrm>
            <a:off x="536870" y="3681704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5" name="태그칩"/>
          <p:cNvSpPr/>
          <p:nvPr/>
        </p:nvSpPr>
        <p:spPr>
          <a:xfrm>
            <a:off x="4308556" y="3714574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56" name="태그칩"/>
          <p:cNvSpPr>
            <a:spLocks noGrp="1"/>
          </p:cNvSpPr>
          <p:nvPr>
            <p:ph type="body" sz="quarter" idx="42"/>
          </p:nvPr>
        </p:nvSpPr>
        <p:spPr>
          <a:xfrm>
            <a:off x="4308556" y="3714574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7" name="표 외곽"/>
          <p:cNvSpPr/>
          <p:nvPr/>
        </p:nvSpPr>
        <p:spPr>
          <a:xfrm>
            <a:off x="536870" y="3966574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547826" y="3983009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983009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0" name="머리칸"/>
          <p:cNvSpPr/>
          <p:nvPr/>
        </p:nvSpPr>
        <p:spPr>
          <a:xfrm>
            <a:off x="1161391" y="40049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004922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2" name="머리칸"/>
          <p:cNvSpPr/>
          <p:nvPr/>
        </p:nvSpPr>
        <p:spPr>
          <a:xfrm>
            <a:off x="3484174" y="40049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3484174" y="4004922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45965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3495130" y="4245965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6" name="Connector 50"/>
          <p:cNvCxnSpPr/>
          <p:nvPr/>
        </p:nvCxnSpPr>
        <p:spPr>
          <a:xfrm>
            <a:off x="3484174" y="42788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레일"/>
          <p:cNvSpPr/>
          <p:nvPr/>
        </p:nvSpPr>
        <p:spPr>
          <a:xfrm>
            <a:off x="547826" y="4604870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60487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4604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626783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1161391" y="4626783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2" name="머리칸"/>
          <p:cNvSpPr/>
          <p:nvPr/>
        </p:nvSpPr>
        <p:spPr>
          <a:xfrm>
            <a:off x="3484174" y="4626783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3484174" y="4626783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867826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3495130" y="4867826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3484174" y="4900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레일"/>
          <p:cNvSpPr/>
          <p:nvPr/>
        </p:nvSpPr>
        <p:spPr>
          <a:xfrm>
            <a:off x="547826" y="5226730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22673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522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배너"/>
          <p:cNvSpPr/>
          <p:nvPr/>
        </p:nvSpPr>
        <p:spPr>
          <a:xfrm>
            <a:off x="1161391" y="5248643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54"/>
          </p:nvPr>
        </p:nvSpPr>
        <p:spPr>
          <a:xfrm>
            <a:off x="1161391" y="5248643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2" name="본문"/>
          <p:cNvSpPr>
            <a:spLocks noGrp="1"/>
          </p:cNvSpPr>
          <p:nvPr>
            <p:ph type="body" sz="quarter" idx="55"/>
          </p:nvPr>
        </p:nvSpPr>
        <p:spPr>
          <a:xfrm>
            <a:off x="1161391" y="5484209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83" name="사진 칸"/>
          <p:cNvSpPr/>
          <p:nvPr/>
        </p:nvSpPr>
        <p:spPr>
          <a:xfrm>
            <a:off x="5878174" y="3983009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6"/>
          </p:nvPr>
        </p:nvSpPr>
        <p:spPr>
          <a:xfrm>
            <a:off x="5878174" y="3983009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5" name="사진 칸"/>
          <p:cNvSpPr/>
          <p:nvPr/>
        </p:nvSpPr>
        <p:spPr>
          <a:xfrm>
            <a:off x="5878174" y="5226730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86" name="사진 칸"/>
          <p:cNvSpPr>
            <a:spLocks noGrp="1"/>
          </p:cNvSpPr>
          <p:nvPr>
            <p:ph type="body" sz="quarter" idx="57"/>
          </p:nvPr>
        </p:nvSpPr>
        <p:spPr>
          <a:xfrm>
            <a:off x="5878174" y="5226730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7" name="핵심성과 박스"/>
          <p:cNvSpPr/>
          <p:nvPr/>
        </p:nvSpPr>
        <p:spPr>
          <a:xfrm>
            <a:off x="536870" y="59362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핵심성과 라벨"/>
          <p:cNvSpPr/>
          <p:nvPr/>
        </p:nvSpPr>
        <p:spPr>
          <a:xfrm>
            <a:off x="569739" y="59745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89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569739" y="59745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0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314783" y="59526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 체결</a:t>
            </a:r>
          </a:p>
        </p:txBody>
      </p:sp>
      <p:sp>
        <p:nvSpPr>
          <p:cNvPr id="91" name="형광 밑줄"/>
          <p:cNvSpPr/>
          <p:nvPr/>
        </p:nvSpPr>
        <p:spPr>
          <a:xfrm>
            <a:off x="536870" y="6521635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소제목"/>
          <p:cNvSpPr>
            <a:spLocks noGrp="1"/>
          </p:cNvSpPr>
          <p:nvPr>
            <p:ph type="body" sz="quarter" idx="60"/>
          </p:nvPr>
        </p:nvSpPr>
        <p:spPr>
          <a:xfrm>
            <a:off x="536870" y="63682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93" name="표 외곽"/>
          <p:cNvSpPr/>
          <p:nvPr/>
        </p:nvSpPr>
        <p:spPr>
          <a:xfrm>
            <a:off x="536870" y="6653113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레일"/>
          <p:cNvSpPr/>
          <p:nvPr/>
        </p:nvSpPr>
        <p:spPr>
          <a:xfrm>
            <a:off x="547826" y="6669548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66695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6" name="머리칸"/>
          <p:cNvSpPr/>
          <p:nvPr/>
        </p:nvSpPr>
        <p:spPr>
          <a:xfrm>
            <a:off x="1161391" y="6691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1161391" y="6691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98" name="머리칸"/>
          <p:cNvSpPr/>
          <p:nvPr/>
        </p:nvSpPr>
        <p:spPr>
          <a:xfrm>
            <a:off x="3985435" y="6691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3"/>
          </p:nvPr>
        </p:nvSpPr>
        <p:spPr>
          <a:xfrm>
            <a:off x="3985435" y="6691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9325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69325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102" name="Connector 75"/>
          <p:cNvCxnSpPr/>
          <p:nvPr/>
        </p:nvCxnSpPr>
        <p:spPr>
          <a:xfrm>
            <a:off x="3985435" y="69653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레일"/>
          <p:cNvSpPr/>
          <p:nvPr/>
        </p:nvSpPr>
        <p:spPr>
          <a:xfrm>
            <a:off x="547826" y="7296887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6"/>
          </p:nvPr>
        </p:nvSpPr>
        <p:spPr>
          <a:xfrm>
            <a:off x="547826" y="7296887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7296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머리칸"/>
          <p:cNvSpPr/>
          <p:nvPr/>
        </p:nvSpPr>
        <p:spPr>
          <a:xfrm>
            <a:off x="1161391" y="7318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7" name="머리칸"/>
          <p:cNvSpPr>
            <a:spLocks noGrp="1"/>
          </p:cNvSpPr>
          <p:nvPr>
            <p:ph type="body" sz="quarter" idx="67"/>
          </p:nvPr>
        </p:nvSpPr>
        <p:spPr>
          <a:xfrm>
            <a:off x="1161391" y="7318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08" name="머리칸"/>
          <p:cNvSpPr/>
          <p:nvPr/>
        </p:nvSpPr>
        <p:spPr>
          <a:xfrm>
            <a:off x="3985435" y="7318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8"/>
          </p:nvPr>
        </p:nvSpPr>
        <p:spPr>
          <a:xfrm>
            <a:off x="3985435" y="7318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55984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755984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112" name="Connector 82"/>
          <p:cNvCxnSpPr/>
          <p:nvPr/>
        </p:nvCxnSpPr>
        <p:spPr>
          <a:xfrm>
            <a:off x="3985435" y="75927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레일"/>
          <p:cNvSpPr/>
          <p:nvPr/>
        </p:nvSpPr>
        <p:spPr>
          <a:xfrm>
            <a:off x="547826" y="7924226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14" name="레일"/>
          <p:cNvSpPr>
            <a:spLocks noGrp="1"/>
          </p:cNvSpPr>
          <p:nvPr>
            <p:ph type="body" sz="quarter" idx="71"/>
          </p:nvPr>
        </p:nvSpPr>
        <p:spPr>
          <a:xfrm>
            <a:off x="547826" y="7924226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15" name="단계"/>
          <p:cNvSpPr/>
          <p:nvPr/>
        </p:nvSpPr>
        <p:spPr>
          <a:xfrm>
            <a:off x="1161391" y="79461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72"/>
          </p:nvPr>
        </p:nvSpPr>
        <p:spPr>
          <a:xfrm>
            <a:off x="1161391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117" name="단계"/>
          <p:cNvSpPr/>
          <p:nvPr/>
        </p:nvSpPr>
        <p:spPr>
          <a:xfrm>
            <a:off x="2573413" y="79461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18" name="단계"/>
          <p:cNvSpPr>
            <a:spLocks noGrp="1"/>
          </p:cNvSpPr>
          <p:nvPr>
            <p:ph type="body" sz="quarter" idx="73"/>
          </p:nvPr>
        </p:nvSpPr>
        <p:spPr>
          <a:xfrm>
            <a:off x="2573413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119" name="단계"/>
          <p:cNvSpPr/>
          <p:nvPr/>
        </p:nvSpPr>
        <p:spPr>
          <a:xfrm>
            <a:off x="3985435" y="79461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20" name="단계"/>
          <p:cNvSpPr>
            <a:spLocks noGrp="1"/>
          </p:cNvSpPr>
          <p:nvPr>
            <p:ph type="body" sz="quarter" idx="74"/>
          </p:nvPr>
        </p:nvSpPr>
        <p:spPr>
          <a:xfrm>
            <a:off x="3985435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121" name="단계"/>
          <p:cNvSpPr/>
          <p:nvPr/>
        </p:nvSpPr>
        <p:spPr>
          <a:xfrm>
            <a:off x="5397457" y="79461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122" name="단계"/>
          <p:cNvSpPr>
            <a:spLocks noGrp="1"/>
          </p:cNvSpPr>
          <p:nvPr>
            <p:ph type="body" sz="quarter" idx="75"/>
          </p:nvPr>
        </p:nvSpPr>
        <p:spPr>
          <a:xfrm>
            <a:off x="5397457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123" name="단계 삼각형"/>
          <p:cNvSpPr/>
          <p:nvPr/>
        </p:nvSpPr>
        <p:spPr>
          <a:xfrm>
            <a:off x="2573413" y="79461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단계 삼각형"/>
          <p:cNvSpPr/>
          <p:nvPr/>
        </p:nvSpPr>
        <p:spPr>
          <a:xfrm>
            <a:off x="3985434" y="79461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단계 삼각형"/>
          <p:cNvSpPr/>
          <p:nvPr/>
        </p:nvSpPr>
        <p:spPr>
          <a:xfrm>
            <a:off x="5397456" y="79461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76"/>
          </p:nvPr>
        </p:nvSpPr>
        <p:spPr>
          <a:xfrm>
            <a:off x="1172348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77"/>
          </p:nvPr>
        </p:nvSpPr>
        <p:spPr>
          <a:xfrm>
            <a:off x="2584370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칸 본문"/>
          <p:cNvSpPr>
            <a:spLocks noGrp="1"/>
          </p:cNvSpPr>
          <p:nvPr>
            <p:ph type="body" sz="quarter" idx="78"/>
          </p:nvPr>
        </p:nvSpPr>
        <p:spPr>
          <a:xfrm>
            <a:off x="3996391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칸 본문"/>
          <p:cNvSpPr>
            <a:spLocks noGrp="1"/>
          </p:cNvSpPr>
          <p:nvPr>
            <p:ph type="body" sz="quarter" idx="79"/>
          </p:nvPr>
        </p:nvSpPr>
        <p:spPr>
          <a:xfrm>
            <a:off x="5408413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레일"/>
          <p:cNvSpPr/>
          <p:nvPr/>
        </p:nvSpPr>
        <p:spPr>
          <a:xfrm>
            <a:off x="547826" y="8557043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8557043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35" name="레일 삼각형"/>
          <p:cNvSpPr/>
          <p:nvPr/>
        </p:nvSpPr>
        <p:spPr>
          <a:xfrm>
            <a:off x="547826" y="855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머리칸"/>
          <p:cNvSpPr/>
          <p:nvPr/>
        </p:nvSpPr>
        <p:spPr>
          <a:xfrm>
            <a:off x="1161391" y="8578957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37" name="머리칸"/>
          <p:cNvSpPr>
            <a:spLocks noGrp="1"/>
          </p:cNvSpPr>
          <p:nvPr>
            <p:ph type="body" sz="quarter" idx="81"/>
          </p:nvPr>
        </p:nvSpPr>
        <p:spPr>
          <a:xfrm>
            <a:off x="1161391" y="8578957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38" name="칸 본문"/>
          <p:cNvSpPr>
            <a:spLocks noGrp="1"/>
          </p:cNvSpPr>
          <p:nvPr>
            <p:ph type="body" sz="quarter" idx="82"/>
          </p:nvPr>
        </p:nvSpPr>
        <p:spPr>
          <a:xfrm>
            <a:off x="1172348" y="8820000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39" name="사진 칸"/>
          <p:cNvSpPr/>
          <p:nvPr/>
        </p:nvSpPr>
        <p:spPr>
          <a:xfrm>
            <a:off x="5730261" y="8584435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140" name="사진 칸"/>
          <p:cNvSpPr>
            <a:spLocks noGrp="1"/>
          </p:cNvSpPr>
          <p:nvPr>
            <p:ph type="body" sz="quarter" idx="83"/>
          </p:nvPr>
        </p:nvSpPr>
        <p:spPr>
          <a:xfrm>
            <a:off x="5730261" y="8584435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41" name="핵심성과 박스"/>
          <p:cNvSpPr/>
          <p:nvPr/>
        </p:nvSpPr>
        <p:spPr>
          <a:xfrm>
            <a:off x="536870" y="94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2" name="핵심성과 라벨"/>
          <p:cNvSpPr/>
          <p:nvPr/>
        </p:nvSpPr>
        <p:spPr>
          <a:xfrm>
            <a:off x="569739" y="95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43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569739" y="95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4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314783" y="94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10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핵심성과 박스"/>
          <p:cNvSpPr/>
          <p:nvPr/>
        </p:nvSpPr>
        <p:spPr>
          <a:xfrm>
            <a:off x="723130" y="3550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5666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62" name="형광 밑줄"/>
          <p:cNvSpPr/>
          <p:nvPr/>
        </p:nvSpPr>
        <p:spPr>
          <a:xfrm>
            <a:off x="723130" y="4135617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소제목"/>
          <p:cNvSpPr>
            <a:spLocks noGrp="1"/>
          </p:cNvSpPr>
          <p:nvPr>
            <p:ph type="body" sz="quarter" idx="44"/>
          </p:nvPr>
        </p:nvSpPr>
        <p:spPr>
          <a:xfrm>
            <a:off x="723130" y="39822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64" name="태그칩"/>
          <p:cNvSpPr/>
          <p:nvPr/>
        </p:nvSpPr>
        <p:spPr>
          <a:xfrm>
            <a:off x="3541728" y="401509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5" name="태그칩"/>
          <p:cNvSpPr>
            <a:spLocks noGrp="1"/>
          </p:cNvSpPr>
          <p:nvPr>
            <p:ph type="body" sz="quarter" idx="45"/>
          </p:nvPr>
        </p:nvSpPr>
        <p:spPr>
          <a:xfrm>
            <a:off x="3541728" y="401509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66" name="태그칩"/>
          <p:cNvSpPr/>
          <p:nvPr/>
        </p:nvSpPr>
        <p:spPr>
          <a:xfrm>
            <a:off x="3912879" y="40150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7" name="태그칩"/>
          <p:cNvSpPr>
            <a:spLocks noGrp="1"/>
          </p:cNvSpPr>
          <p:nvPr>
            <p:ph type="body" sz="quarter" idx="46"/>
          </p:nvPr>
        </p:nvSpPr>
        <p:spPr>
          <a:xfrm>
            <a:off x="3912879" y="40150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8" name="라벨 박스"/>
          <p:cNvSpPr/>
          <p:nvPr/>
        </p:nvSpPr>
        <p:spPr>
          <a:xfrm>
            <a:off x="723130" y="427805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레일"/>
          <p:cNvSpPr/>
          <p:nvPr/>
        </p:nvSpPr>
        <p:spPr>
          <a:xfrm>
            <a:off x="734087" y="428900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428900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1" name="본문"/>
          <p:cNvSpPr>
            <a:spLocks noGrp="1"/>
          </p:cNvSpPr>
          <p:nvPr>
            <p:ph type="body" sz="quarter" idx="48"/>
          </p:nvPr>
        </p:nvSpPr>
        <p:spPr>
          <a:xfrm>
            <a:off x="1358609" y="429448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2" name="표 외곽"/>
          <p:cNvSpPr/>
          <p:nvPr/>
        </p:nvSpPr>
        <p:spPr>
          <a:xfrm>
            <a:off x="723130" y="4612226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46286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46286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5" name="머리칸"/>
          <p:cNvSpPr/>
          <p:nvPr/>
        </p:nvSpPr>
        <p:spPr>
          <a:xfrm>
            <a:off x="1347652" y="4650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4650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7" name="머리칸"/>
          <p:cNvSpPr/>
          <p:nvPr/>
        </p:nvSpPr>
        <p:spPr>
          <a:xfrm>
            <a:off x="4171696" y="4650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1"/>
          </p:nvPr>
        </p:nvSpPr>
        <p:spPr>
          <a:xfrm>
            <a:off x="4171696" y="4650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48916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4182652" y="48916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4171696" y="49244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레일"/>
          <p:cNvSpPr/>
          <p:nvPr/>
        </p:nvSpPr>
        <p:spPr>
          <a:xfrm>
            <a:off x="734087" y="525052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854405" y="5414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4"/>
          </p:nvPr>
        </p:nvSpPr>
        <p:spPr>
          <a:xfrm>
            <a:off x="854405" y="5414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5"/>
          </p:nvPr>
        </p:nvSpPr>
        <p:spPr>
          <a:xfrm>
            <a:off x="734087" y="5601130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734086" y="525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머리칸"/>
          <p:cNvSpPr/>
          <p:nvPr/>
        </p:nvSpPr>
        <p:spPr>
          <a:xfrm>
            <a:off x="1347652" y="527243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1347652" y="527243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513478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90" name="사진 칸"/>
          <p:cNvSpPr/>
          <p:nvPr/>
        </p:nvSpPr>
        <p:spPr>
          <a:xfrm>
            <a:off x="5916522" y="527791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91" name="사진 칸"/>
          <p:cNvSpPr>
            <a:spLocks noGrp="1"/>
          </p:cNvSpPr>
          <p:nvPr>
            <p:ph type="body" sz="quarter" idx="58"/>
          </p:nvPr>
        </p:nvSpPr>
        <p:spPr>
          <a:xfrm>
            <a:off x="5916522" y="527791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2" name="레일"/>
          <p:cNvSpPr/>
          <p:nvPr/>
        </p:nvSpPr>
        <p:spPr>
          <a:xfrm>
            <a:off x="734087" y="6083217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854405" y="624756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59"/>
          </p:nvPr>
        </p:nvSpPr>
        <p:spPr>
          <a:xfrm>
            <a:off x="854405" y="6247565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0"/>
          </p:nvPr>
        </p:nvSpPr>
        <p:spPr>
          <a:xfrm>
            <a:off x="734087" y="6433826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08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배너"/>
          <p:cNvSpPr/>
          <p:nvPr/>
        </p:nvSpPr>
        <p:spPr>
          <a:xfrm>
            <a:off x="1347652" y="610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98" name="배너"/>
          <p:cNvSpPr>
            <a:spLocks noGrp="1"/>
          </p:cNvSpPr>
          <p:nvPr>
            <p:ph type="body" sz="quarter" idx="61"/>
          </p:nvPr>
        </p:nvSpPr>
        <p:spPr>
          <a:xfrm>
            <a:off x="1347652" y="610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9" name="머리칸"/>
          <p:cNvSpPr/>
          <p:nvPr/>
        </p:nvSpPr>
        <p:spPr>
          <a:xfrm>
            <a:off x="1347652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34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01" name="머리칸"/>
          <p:cNvSpPr/>
          <p:nvPr/>
        </p:nvSpPr>
        <p:spPr>
          <a:xfrm>
            <a:off x="3230348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34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03" name="머리칸"/>
          <p:cNvSpPr/>
          <p:nvPr/>
        </p:nvSpPr>
        <p:spPr>
          <a:xfrm>
            <a:off x="5113043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4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34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5817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6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5817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07" name="Connector 75"/>
          <p:cNvCxnSpPr/>
          <p:nvPr/>
        </p:nvCxnSpPr>
        <p:spPr>
          <a:xfrm>
            <a:off x="3230348" y="66146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5817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09" name="Connector 77"/>
          <p:cNvCxnSpPr/>
          <p:nvPr/>
        </p:nvCxnSpPr>
        <p:spPr>
          <a:xfrm>
            <a:off x="5113043" y="66146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표 외곽"/>
          <p:cNvSpPr/>
          <p:nvPr/>
        </p:nvSpPr>
        <p:spPr>
          <a:xfrm>
            <a:off x="723130" y="715022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레일"/>
          <p:cNvSpPr/>
          <p:nvPr/>
        </p:nvSpPr>
        <p:spPr>
          <a:xfrm>
            <a:off x="734087" y="716666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68"/>
          </p:nvPr>
        </p:nvSpPr>
        <p:spPr>
          <a:xfrm>
            <a:off x="734087" y="71666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3" name="머리칸"/>
          <p:cNvSpPr/>
          <p:nvPr/>
        </p:nvSpPr>
        <p:spPr>
          <a:xfrm>
            <a:off x="1347652" y="7188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14" name="머리칸"/>
          <p:cNvSpPr>
            <a:spLocks noGrp="1"/>
          </p:cNvSpPr>
          <p:nvPr>
            <p:ph type="body" sz="quarter" idx="69"/>
          </p:nvPr>
        </p:nvSpPr>
        <p:spPr>
          <a:xfrm>
            <a:off x="1347652" y="7188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15" name="머리칸"/>
          <p:cNvSpPr/>
          <p:nvPr/>
        </p:nvSpPr>
        <p:spPr>
          <a:xfrm>
            <a:off x="4171696" y="7188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16" name="머리칸"/>
          <p:cNvSpPr>
            <a:spLocks noGrp="1"/>
          </p:cNvSpPr>
          <p:nvPr>
            <p:ph type="body" sz="quarter" idx="70"/>
          </p:nvPr>
        </p:nvSpPr>
        <p:spPr>
          <a:xfrm>
            <a:off x="4171696" y="7188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71"/>
          </p:nvPr>
        </p:nvSpPr>
        <p:spPr>
          <a:xfrm>
            <a:off x="1358609" y="74296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2"/>
          </p:nvPr>
        </p:nvSpPr>
        <p:spPr>
          <a:xfrm>
            <a:off x="4182652" y="74296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19" name="Connector 84"/>
          <p:cNvCxnSpPr/>
          <p:nvPr/>
        </p:nvCxnSpPr>
        <p:spPr>
          <a:xfrm>
            <a:off x="4171696" y="74624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핵심성과 박스"/>
          <p:cNvSpPr/>
          <p:nvPr/>
        </p:nvSpPr>
        <p:spPr>
          <a:xfrm>
            <a:off x="723130" y="7881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핵심성과 라벨"/>
          <p:cNvSpPr/>
          <p:nvPr/>
        </p:nvSpPr>
        <p:spPr>
          <a:xfrm>
            <a:off x="756000" y="7920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22" name="핵심성과 라벨"/>
          <p:cNvSpPr>
            <a:spLocks noGrp="1"/>
          </p:cNvSpPr>
          <p:nvPr>
            <p:ph type="body" sz="quarter" idx="73"/>
          </p:nvPr>
        </p:nvSpPr>
        <p:spPr>
          <a:xfrm>
            <a:off x="756000" y="7920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3" name="핵심성과 문구"/>
          <p:cNvSpPr>
            <a:spLocks noGrp="1"/>
          </p:cNvSpPr>
          <p:nvPr>
            <p:ph type="body" sz="quarter" idx="74"/>
          </p:nvPr>
        </p:nvSpPr>
        <p:spPr>
          <a:xfrm>
            <a:off x="1501043" y="7898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  <p:sp>
        <p:nvSpPr>
          <p:cNvPr id="124" name="형광 밑줄"/>
          <p:cNvSpPr/>
          <p:nvPr/>
        </p:nvSpPr>
        <p:spPr>
          <a:xfrm>
            <a:off x="723130" y="84670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소제목"/>
          <p:cNvSpPr>
            <a:spLocks noGrp="1"/>
          </p:cNvSpPr>
          <p:nvPr>
            <p:ph type="body" sz="quarter" idx="75"/>
          </p:nvPr>
        </p:nvSpPr>
        <p:spPr>
          <a:xfrm>
            <a:off x="723130" y="8313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6" name="태그칩"/>
          <p:cNvSpPr/>
          <p:nvPr/>
        </p:nvSpPr>
        <p:spPr>
          <a:xfrm>
            <a:off x="4455895" y="83465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7" name="태그칩"/>
          <p:cNvSpPr>
            <a:spLocks noGrp="1"/>
          </p:cNvSpPr>
          <p:nvPr>
            <p:ph type="body" sz="quarter" idx="76"/>
          </p:nvPr>
        </p:nvSpPr>
        <p:spPr>
          <a:xfrm>
            <a:off x="4455895" y="834652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8" name="패널 외곽"/>
          <p:cNvSpPr/>
          <p:nvPr/>
        </p:nvSpPr>
        <p:spPr>
          <a:xfrm>
            <a:off x="723130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패널 머리"/>
          <p:cNvSpPr/>
          <p:nvPr/>
        </p:nvSpPr>
        <p:spPr>
          <a:xfrm>
            <a:off x="723130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30" name="패널 머리"/>
          <p:cNvSpPr>
            <a:spLocks noGrp="1"/>
          </p:cNvSpPr>
          <p:nvPr>
            <p:ph type="body" sz="quarter" idx="77"/>
          </p:nvPr>
        </p:nvSpPr>
        <p:spPr>
          <a:xfrm>
            <a:off x="723130" y="86094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31" name="패널 본문"/>
          <p:cNvSpPr>
            <a:spLocks noGrp="1"/>
          </p:cNvSpPr>
          <p:nvPr>
            <p:ph type="body" sz="quarter" idx="78"/>
          </p:nvPr>
        </p:nvSpPr>
        <p:spPr>
          <a:xfrm>
            <a:off x="745043" y="88505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2" name="요약 바"/>
          <p:cNvSpPr/>
          <p:nvPr/>
        </p:nvSpPr>
        <p:spPr>
          <a:xfrm>
            <a:off x="745043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33" name="요약 바"/>
          <p:cNvSpPr>
            <a:spLocks noGrp="1"/>
          </p:cNvSpPr>
          <p:nvPr>
            <p:ph type="body" sz="quarter" idx="79"/>
          </p:nvPr>
        </p:nvSpPr>
        <p:spPr>
          <a:xfrm>
            <a:off x="745043" y="93587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34" name="패널 외곽"/>
          <p:cNvSpPr/>
          <p:nvPr/>
        </p:nvSpPr>
        <p:spPr>
          <a:xfrm>
            <a:off x="2837739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패널 머리"/>
          <p:cNvSpPr/>
          <p:nvPr/>
        </p:nvSpPr>
        <p:spPr>
          <a:xfrm>
            <a:off x="2837739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36" name="패널 머리"/>
          <p:cNvSpPr>
            <a:spLocks noGrp="1"/>
          </p:cNvSpPr>
          <p:nvPr>
            <p:ph type="body" sz="quarter" idx="80"/>
          </p:nvPr>
        </p:nvSpPr>
        <p:spPr>
          <a:xfrm>
            <a:off x="2837739" y="86094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37" name="패널 본문"/>
          <p:cNvSpPr>
            <a:spLocks noGrp="1"/>
          </p:cNvSpPr>
          <p:nvPr>
            <p:ph type="body" sz="quarter" idx="81"/>
          </p:nvPr>
        </p:nvSpPr>
        <p:spPr>
          <a:xfrm>
            <a:off x="2859652" y="88505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38" name="요약 바"/>
          <p:cNvSpPr/>
          <p:nvPr/>
        </p:nvSpPr>
        <p:spPr>
          <a:xfrm>
            <a:off x="2859652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39" name="요약 바"/>
          <p:cNvSpPr>
            <a:spLocks noGrp="1"/>
          </p:cNvSpPr>
          <p:nvPr>
            <p:ph type="body" sz="quarter" idx="82"/>
          </p:nvPr>
        </p:nvSpPr>
        <p:spPr>
          <a:xfrm>
            <a:off x="2859652" y="93587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40" name="패널 외곽"/>
          <p:cNvSpPr/>
          <p:nvPr/>
        </p:nvSpPr>
        <p:spPr>
          <a:xfrm>
            <a:off x="4952348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패널 머리"/>
          <p:cNvSpPr/>
          <p:nvPr/>
        </p:nvSpPr>
        <p:spPr>
          <a:xfrm>
            <a:off x="4952348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42" name="패널 머리"/>
          <p:cNvSpPr>
            <a:spLocks noGrp="1"/>
          </p:cNvSpPr>
          <p:nvPr>
            <p:ph type="body" sz="quarter" idx="83"/>
          </p:nvPr>
        </p:nvSpPr>
        <p:spPr>
          <a:xfrm>
            <a:off x="4952348" y="86094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43" name="패널 본문"/>
          <p:cNvSpPr>
            <a:spLocks noGrp="1"/>
          </p:cNvSpPr>
          <p:nvPr>
            <p:ph type="body" sz="quarter" idx="84"/>
          </p:nvPr>
        </p:nvSpPr>
        <p:spPr>
          <a:xfrm>
            <a:off x="4974261" y="88505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44" name="요약 바"/>
          <p:cNvSpPr/>
          <p:nvPr/>
        </p:nvSpPr>
        <p:spPr>
          <a:xfrm>
            <a:off x="4974261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45" name="요약 바"/>
          <p:cNvSpPr>
            <a:spLocks noGrp="1"/>
          </p:cNvSpPr>
          <p:nvPr>
            <p:ph type="body" sz="quarter" idx="85"/>
          </p:nvPr>
        </p:nvSpPr>
        <p:spPr>
          <a:xfrm>
            <a:off x="4974261" y="93587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46" name="핵심성과 박스"/>
          <p:cNvSpPr/>
          <p:nvPr/>
        </p:nvSpPr>
        <p:spPr>
          <a:xfrm>
            <a:off x="723130" y="96874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7" name="핵심성과 라벨"/>
          <p:cNvSpPr/>
          <p:nvPr/>
        </p:nvSpPr>
        <p:spPr>
          <a:xfrm>
            <a:off x="756000" y="97257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48" name="핵심성과 라벨"/>
          <p:cNvSpPr>
            <a:spLocks noGrp="1"/>
          </p:cNvSpPr>
          <p:nvPr>
            <p:ph type="body" sz="quarter" idx="86"/>
          </p:nvPr>
        </p:nvSpPr>
        <p:spPr>
          <a:xfrm>
            <a:off x="756000" y="97257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9" name="핵심성과 문구"/>
          <p:cNvSpPr>
            <a:spLocks noGrp="1"/>
          </p:cNvSpPr>
          <p:nvPr>
            <p:ph type="body" sz="quarter" idx="87"/>
          </p:nvPr>
        </p:nvSpPr>
        <p:spPr>
          <a:xfrm>
            <a:off x="1501043" y="97038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11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6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80927" y="171469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694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7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99128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035113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5"/>
          </p:nvPr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8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3232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37"/>
          </p:nvPr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1" name="삼각 화살표"/>
          <p:cNvSpPr/>
          <p:nvPr/>
        </p:nvSpPr>
        <p:spPr>
          <a:xfrm>
            <a:off x="3823826" y="34952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패널 외곽"/>
          <p:cNvSpPr/>
          <p:nvPr/>
        </p:nvSpPr>
        <p:spPr>
          <a:xfrm>
            <a:off x="536870" y="3719896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패널 머리"/>
          <p:cNvSpPr/>
          <p:nvPr/>
        </p:nvSpPr>
        <p:spPr>
          <a:xfrm>
            <a:off x="536870" y="371989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54" name="패널 머리"/>
          <p:cNvSpPr>
            <a:spLocks noGrp="1"/>
          </p:cNvSpPr>
          <p:nvPr>
            <p:ph type="body" sz="quarter" idx="38"/>
          </p:nvPr>
        </p:nvSpPr>
        <p:spPr>
          <a:xfrm>
            <a:off x="536870" y="371989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5" name="레일"/>
          <p:cNvSpPr/>
          <p:nvPr/>
        </p:nvSpPr>
        <p:spPr>
          <a:xfrm>
            <a:off x="569739" y="399380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 태그"/>
          <p:cNvSpPr/>
          <p:nvPr/>
        </p:nvSpPr>
        <p:spPr>
          <a:xfrm>
            <a:off x="659724" y="403763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57" name="레일 태그"/>
          <p:cNvSpPr>
            <a:spLocks noGrp="1"/>
          </p:cNvSpPr>
          <p:nvPr>
            <p:ph type="body" sz="quarter" idx="39"/>
          </p:nvPr>
        </p:nvSpPr>
        <p:spPr>
          <a:xfrm>
            <a:off x="659724" y="403763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0"/>
          </p:nvPr>
        </p:nvSpPr>
        <p:spPr>
          <a:xfrm>
            <a:off x="569739" y="4223896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9" name="패널 본문"/>
          <p:cNvSpPr>
            <a:spLocks noGrp="1"/>
          </p:cNvSpPr>
          <p:nvPr>
            <p:ph type="body" sz="quarter" idx="41"/>
          </p:nvPr>
        </p:nvSpPr>
        <p:spPr>
          <a:xfrm>
            <a:off x="1353130" y="3982852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1353130" y="459923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레일"/>
          <p:cNvSpPr/>
          <p:nvPr/>
        </p:nvSpPr>
        <p:spPr>
          <a:xfrm>
            <a:off x="569739" y="4610191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59724" y="46540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2"/>
          </p:nvPr>
        </p:nvSpPr>
        <p:spPr>
          <a:xfrm>
            <a:off x="659724" y="46540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3"/>
          </p:nvPr>
        </p:nvSpPr>
        <p:spPr>
          <a:xfrm>
            <a:off x="569739" y="4840278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5" name="패널 본문"/>
          <p:cNvSpPr>
            <a:spLocks noGrp="1"/>
          </p:cNvSpPr>
          <p:nvPr>
            <p:ph type="body" sz="quarter" idx="44"/>
          </p:nvPr>
        </p:nvSpPr>
        <p:spPr>
          <a:xfrm>
            <a:off x="1353130" y="4599235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6" name="Connector 50"/>
          <p:cNvCxnSpPr/>
          <p:nvPr/>
        </p:nvCxnSpPr>
        <p:spPr>
          <a:xfrm>
            <a:off x="1353130" y="5215617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레일"/>
          <p:cNvSpPr/>
          <p:nvPr/>
        </p:nvSpPr>
        <p:spPr>
          <a:xfrm>
            <a:off x="569739" y="5226574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레일 태그"/>
          <p:cNvSpPr/>
          <p:nvPr/>
        </p:nvSpPr>
        <p:spPr>
          <a:xfrm>
            <a:off x="659724" y="52704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69" name="레일 태그"/>
          <p:cNvSpPr>
            <a:spLocks noGrp="1"/>
          </p:cNvSpPr>
          <p:nvPr>
            <p:ph type="body" sz="quarter" idx="45"/>
          </p:nvPr>
        </p:nvSpPr>
        <p:spPr>
          <a:xfrm>
            <a:off x="659724" y="52704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70" name="레일 라벨"/>
          <p:cNvSpPr>
            <a:spLocks noGrp="1"/>
          </p:cNvSpPr>
          <p:nvPr>
            <p:ph type="body" sz="quarter" idx="46"/>
          </p:nvPr>
        </p:nvSpPr>
        <p:spPr>
          <a:xfrm>
            <a:off x="569739" y="5456661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1" name="패널 본문"/>
          <p:cNvSpPr>
            <a:spLocks noGrp="1"/>
          </p:cNvSpPr>
          <p:nvPr>
            <p:ph type="body" sz="quarter" idx="47"/>
          </p:nvPr>
        </p:nvSpPr>
        <p:spPr>
          <a:xfrm>
            <a:off x="1353130" y="5215617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2" name="패널 외곽"/>
          <p:cNvSpPr/>
          <p:nvPr/>
        </p:nvSpPr>
        <p:spPr>
          <a:xfrm>
            <a:off x="3711522" y="3719896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패널 머리"/>
          <p:cNvSpPr/>
          <p:nvPr/>
        </p:nvSpPr>
        <p:spPr>
          <a:xfrm>
            <a:off x="3711522" y="371989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74" name="패널 머리"/>
          <p:cNvSpPr>
            <a:spLocks noGrp="1"/>
          </p:cNvSpPr>
          <p:nvPr>
            <p:ph type="body" sz="quarter" idx="48"/>
          </p:nvPr>
        </p:nvSpPr>
        <p:spPr>
          <a:xfrm>
            <a:off x="3711522" y="371989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5" name="레일"/>
          <p:cNvSpPr/>
          <p:nvPr/>
        </p:nvSpPr>
        <p:spPr>
          <a:xfrm>
            <a:off x="3744391" y="399380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 태그"/>
          <p:cNvSpPr/>
          <p:nvPr/>
        </p:nvSpPr>
        <p:spPr>
          <a:xfrm>
            <a:off x="3831637" y="403763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77" name="레일 태그"/>
          <p:cNvSpPr>
            <a:spLocks noGrp="1"/>
          </p:cNvSpPr>
          <p:nvPr>
            <p:ph type="body" sz="quarter" idx="49"/>
          </p:nvPr>
        </p:nvSpPr>
        <p:spPr>
          <a:xfrm>
            <a:off x="3831637" y="403763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8" name="레일 라벨"/>
          <p:cNvSpPr>
            <a:spLocks noGrp="1"/>
          </p:cNvSpPr>
          <p:nvPr>
            <p:ph type="body" sz="quarter" idx="50"/>
          </p:nvPr>
        </p:nvSpPr>
        <p:spPr>
          <a:xfrm>
            <a:off x="3744391" y="4223896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9" name="패널 본문"/>
          <p:cNvSpPr>
            <a:spLocks noGrp="1"/>
          </p:cNvSpPr>
          <p:nvPr>
            <p:ph type="body" sz="quarter" idx="51"/>
          </p:nvPr>
        </p:nvSpPr>
        <p:spPr>
          <a:xfrm>
            <a:off x="4522304" y="3982852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4522304" y="459923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레일"/>
          <p:cNvSpPr/>
          <p:nvPr/>
        </p:nvSpPr>
        <p:spPr>
          <a:xfrm>
            <a:off x="3744391" y="4610191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 태그"/>
          <p:cNvSpPr/>
          <p:nvPr/>
        </p:nvSpPr>
        <p:spPr>
          <a:xfrm>
            <a:off x="3831637" y="46540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83" name="레일 태그"/>
          <p:cNvSpPr>
            <a:spLocks noGrp="1"/>
          </p:cNvSpPr>
          <p:nvPr>
            <p:ph type="body" sz="quarter" idx="52"/>
          </p:nvPr>
        </p:nvSpPr>
        <p:spPr>
          <a:xfrm>
            <a:off x="3831637" y="46540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4" name="레일 라벨"/>
          <p:cNvSpPr>
            <a:spLocks noGrp="1"/>
          </p:cNvSpPr>
          <p:nvPr>
            <p:ph type="body" sz="quarter" idx="53"/>
          </p:nvPr>
        </p:nvSpPr>
        <p:spPr>
          <a:xfrm>
            <a:off x="3744391" y="4840278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5" name="패널 본문"/>
          <p:cNvSpPr>
            <a:spLocks noGrp="1"/>
          </p:cNvSpPr>
          <p:nvPr>
            <p:ph type="body" sz="quarter" idx="54"/>
          </p:nvPr>
        </p:nvSpPr>
        <p:spPr>
          <a:xfrm>
            <a:off x="4522304" y="4599235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522304" y="5215617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레일"/>
          <p:cNvSpPr/>
          <p:nvPr/>
        </p:nvSpPr>
        <p:spPr>
          <a:xfrm>
            <a:off x="3744391" y="5226574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레일 태그"/>
          <p:cNvSpPr/>
          <p:nvPr/>
        </p:nvSpPr>
        <p:spPr>
          <a:xfrm>
            <a:off x="3831637" y="52704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/>
          <a:p/>
        </p:txBody>
      </p:sp>
      <p:sp>
        <p:nvSpPr>
          <p:cNvPr id="89" name="레일 태그"/>
          <p:cNvSpPr>
            <a:spLocks noGrp="1"/>
          </p:cNvSpPr>
          <p:nvPr>
            <p:ph type="body" sz="quarter" idx="55"/>
          </p:nvPr>
        </p:nvSpPr>
        <p:spPr>
          <a:xfrm>
            <a:off x="3831637" y="52704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90" name="레일 라벨"/>
          <p:cNvSpPr>
            <a:spLocks noGrp="1"/>
          </p:cNvSpPr>
          <p:nvPr>
            <p:ph type="body" sz="quarter" idx="56"/>
          </p:nvPr>
        </p:nvSpPr>
        <p:spPr>
          <a:xfrm>
            <a:off x="3744391" y="5456661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1" name="패널 본문"/>
          <p:cNvSpPr>
            <a:spLocks noGrp="1"/>
          </p:cNvSpPr>
          <p:nvPr>
            <p:ph type="body" sz="quarter" idx="57"/>
          </p:nvPr>
        </p:nvSpPr>
        <p:spPr>
          <a:xfrm>
            <a:off x="4522304" y="5215617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92" name="형광 밑줄"/>
          <p:cNvSpPr/>
          <p:nvPr/>
        </p:nvSpPr>
        <p:spPr>
          <a:xfrm>
            <a:off x="536870" y="6127826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소제목"/>
          <p:cNvSpPr>
            <a:spLocks noGrp="1"/>
          </p:cNvSpPr>
          <p:nvPr>
            <p:ph type="body" sz="quarter" idx="58"/>
          </p:nvPr>
        </p:nvSpPr>
        <p:spPr>
          <a:xfrm>
            <a:off x="536870" y="5974435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94" name="태그칩"/>
          <p:cNvSpPr/>
          <p:nvPr/>
        </p:nvSpPr>
        <p:spPr>
          <a:xfrm>
            <a:off x="4448092" y="6007304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5" name="태그칩"/>
          <p:cNvSpPr>
            <a:spLocks noGrp="1"/>
          </p:cNvSpPr>
          <p:nvPr>
            <p:ph type="body" sz="quarter" idx="59"/>
          </p:nvPr>
        </p:nvSpPr>
        <p:spPr>
          <a:xfrm>
            <a:off x="4448092" y="6007304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6" name="표 외곽"/>
          <p:cNvSpPr/>
          <p:nvPr/>
        </p:nvSpPr>
        <p:spPr>
          <a:xfrm>
            <a:off x="536870" y="6259304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레일"/>
          <p:cNvSpPr/>
          <p:nvPr/>
        </p:nvSpPr>
        <p:spPr>
          <a:xfrm>
            <a:off x="547826" y="6275739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275739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9" name="본문"/>
          <p:cNvSpPr>
            <a:spLocks noGrp="1"/>
          </p:cNvSpPr>
          <p:nvPr>
            <p:ph type="body" sz="quarter" idx="61"/>
          </p:nvPr>
        </p:nvSpPr>
        <p:spPr>
          <a:xfrm>
            <a:off x="1161391" y="6297652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545583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6545583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02" name="본문"/>
          <p:cNvSpPr>
            <a:spLocks noGrp="1"/>
          </p:cNvSpPr>
          <p:nvPr>
            <p:ph type="body" sz="quarter" idx="63"/>
          </p:nvPr>
        </p:nvSpPr>
        <p:spPr>
          <a:xfrm>
            <a:off x="1161391" y="6567496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03" name="레일"/>
          <p:cNvSpPr/>
          <p:nvPr/>
        </p:nvSpPr>
        <p:spPr>
          <a:xfrm>
            <a:off x="547826" y="6815426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6815426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05" name="머리칸"/>
          <p:cNvSpPr/>
          <p:nvPr/>
        </p:nvSpPr>
        <p:spPr>
          <a:xfrm>
            <a:off x="1161391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6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68373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07" name="머리칸"/>
          <p:cNvSpPr/>
          <p:nvPr/>
        </p:nvSpPr>
        <p:spPr>
          <a:xfrm>
            <a:off x="3044087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68373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09" name="머리칸"/>
          <p:cNvSpPr/>
          <p:nvPr/>
        </p:nvSpPr>
        <p:spPr>
          <a:xfrm>
            <a:off x="4926783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68373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707838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707838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7111252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707838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7111252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핵심성과 박스"/>
          <p:cNvSpPr/>
          <p:nvPr/>
        </p:nvSpPr>
        <p:spPr>
          <a:xfrm>
            <a:off x="536870" y="7685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핵심성과 라벨"/>
          <p:cNvSpPr/>
          <p:nvPr/>
        </p:nvSpPr>
        <p:spPr>
          <a:xfrm>
            <a:off x="569739" y="7723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18" name="핵심성과 라벨"/>
          <p:cNvSpPr>
            <a:spLocks noGrp="1"/>
          </p:cNvSpPr>
          <p:nvPr>
            <p:ph type="body" sz="quarter" idx="71"/>
          </p:nvPr>
        </p:nvSpPr>
        <p:spPr>
          <a:xfrm>
            <a:off x="569739" y="7723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9" name="핵심성과 문구"/>
          <p:cNvSpPr>
            <a:spLocks noGrp="1"/>
          </p:cNvSpPr>
          <p:nvPr>
            <p:ph type="body" sz="quarter" idx="72"/>
          </p:nvPr>
        </p:nvSpPr>
        <p:spPr>
          <a:xfrm>
            <a:off x="1314783" y="7701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120" name="형광 밑줄"/>
          <p:cNvSpPr/>
          <p:nvPr/>
        </p:nvSpPr>
        <p:spPr>
          <a:xfrm>
            <a:off x="536870" y="8450609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소제목"/>
          <p:cNvSpPr>
            <a:spLocks noGrp="1"/>
          </p:cNvSpPr>
          <p:nvPr>
            <p:ph type="body" sz="quarter" idx="73"/>
          </p:nvPr>
        </p:nvSpPr>
        <p:spPr>
          <a:xfrm>
            <a:off x="536870" y="8297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2" name="태그칩"/>
          <p:cNvSpPr/>
          <p:nvPr/>
        </p:nvSpPr>
        <p:spPr>
          <a:xfrm>
            <a:off x="4269635" y="8330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3" name="태그칩"/>
          <p:cNvSpPr>
            <a:spLocks noGrp="1"/>
          </p:cNvSpPr>
          <p:nvPr>
            <p:ph type="body" sz="quarter" idx="74"/>
          </p:nvPr>
        </p:nvSpPr>
        <p:spPr>
          <a:xfrm>
            <a:off x="4269635" y="8330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4" name="패널 외곽"/>
          <p:cNvSpPr/>
          <p:nvPr/>
        </p:nvSpPr>
        <p:spPr>
          <a:xfrm>
            <a:off x="536870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패널 머리"/>
          <p:cNvSpPr/>
          <p:nvPr/>
        </p:nvSpPr>
        <p:spPr>
          <a:xfrm>
            <a:off x="536870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26" name="패널 머리"/>
          <p:cNvSpPr>
            <a:spLocks noGrp="1"/>
          </p:cNvSpPr>
          <p:nvPr>
            <p:ph type="body" sz="quarter" idx="75"/>
          </p:nvPr>
        </p:nvSpPr>
        <p:spPr>
          <a:xfrm>
            <a:off x="536870" y="859304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6"/>
          </p:nvPr>
        </p:nvSpPr>
        <p:spPr>
          <a:xfrm>
            <a:off x="558783" y="883408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28" name="요약 바"/>
          <p:cNvSpPr/>
          <p:nvPr/>
        </p:nvSpPr>
        <p:spPr>
          <a:xfrm>
            <a:off x="558783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29" name="요약 바"/>
          <p:cNvSpPr>
            <a:spLocks noGrp="1"/>
          </p:cNvSpPr>
          <p:nvPr>
            <p:ph type="body" sz="quarter" idx="77"/>
          </p:nvPr>
        </p:nvSpPr>
        <p:spPr>
          <a:xfrm>
            <a:off x="558783" y="934231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30" name="패널 외곽"/>
          <p:cNvSpPr/>
          <p:nvPr/>
        </p:nvSpPr>
        <p:spPr>
          <a:xfrm>
            <a:off x="2651478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패널 머리"/>
          <p:cNvSpPr/>
          <p:nvPr/>
        </p:nvSpPr>
        <p:spPr>
          <a:xfrm>
            <a:off x="2651478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32" name="패널 머리"/>
          <p:cNvSpPr>
            <a:spLocks noGrp="1"/>
          </p:cNvSpPr>
          <p:nvPr>
            <p:ph type="body" sz="quarter" idx="78"/>
          </p:nvPr>
        </p:nvSpPr>
        <p:spPr>
          <a:xfrm>
            <a:off x="2651478" y="859304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79"/>
          </p:nvPr>
        </p:nvSpPr>
        <p:spPr>
          <a:xfrm>
            <a:off x="2673391" y="883408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34" name="요약 바"/>
          <p:cNvSpPr/>
          <p:nvPr/>
        </p:nvSpPr>
        <p:spPr>
          <a:xfrm>
            <a:off x="2673391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35" name="요약 바"/>
          <p:cNvSpPr>
            <a:spLocks noGrp="1"/>
          </p:cNvSpPr>
          <p:nvPr>
            <p:ph type="body" sz="quarter" idx="80"/>
          </p:nvPr>
        </p:nvSpPr>
        <p:spPr>
          <a:xfrm>
            <a:off x="2673391" y="934231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6" name="패널 외곽"/>
          <p:cNvSpPr/>
          <p:nvPr/>
        </p:nvSpPr>
        <p:spPr>
          <a:xfrm>
            <a:off x="4766087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패널 머리"/>
          <p:cNvSpPr/>
          <p:nvPr/>
        </p:nvSpPr>
        <p:spPr>
          <a:xfrm>
            <a:off x="4766087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38" name="패널 머리"/>
          <p:cNvSpPr>
            <a:spLocks noGrp="1"/>
          </p:cNvSpPr>
          <p:nvPr>
            <p:ph type="body" sz="quarter" idx="81"/>
          </p:nvPr>
        </p:nvSpPr>
        <p:spPr>
          <a:xfrm>
            <a:off x="4766087" y="859304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39" name="패널 본문"/>
          <p:cNvSpPr>
            <a:spLocks noGrp="1"/>
          </p:cNvSpPr>
          <p:nvPr>
            <p:ph type="body" sz="quarter" idx="82"/>
          </p:nvPr>
        </p:nvSpPr>
        <p:spPr>
          <a:xfrm>
            <a:off x="4788000" y="883408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40" name="요약 바"/>
          <p:cNvSpPr/>
          <p:nvPr/>
        </p:nvSpPr>
        <p:spPr>
          <a:xfrm>
            <a:off x="4788000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141" name="요약 바"/>
          <p:cNvSpPr>
            <a:spLocks noGrp="1"/>
          </p:cNvSpPr>
          <p:nvPr>
            <p:ph type="body" sz="quarter" idx="83"/>
          </p:nvPr>
        </p:nvSpPr>
        <p:spPr>
          <a:xfrm>
            <a:off x="4788000" y="934231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42" name="핵심성과 박스"/>
          <p:cNvSpPr/>
          <p:nvPr/>
        </p:nvSpPr>
        <p:spPr>
          <a:xfrm>
            <a:off x="536870" y="96710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3" name="핵심성과 라벨"/>
          <p:cNvSpPr/>
          <p:nvPr/>
        </p:nvSpPr>
        <p:spPr>
          <a:xfrm>
            <a:off x="569739" y="97093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44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569739" y="97093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5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314783" y="96874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12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316591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54" name="표 외곽"/>
          <p:cNvSpPr/>
          <p:nvPr/>
        </p:nvSpPr>
        <p:spPr>
          <a:xfrm>
            <a:off x="723130" y="6448070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"/>
          <p:cNvSpPr/>
          <p:nvPr/>
        </p:nvSpPr>
        <p:spPr>
          <a:xfrm>
            <a:off x="734087" y="646450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646450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7" name="머리칸"/>
          <p:cNvSpPr/>
          <p:nvPr/>
        </p:nvSpPr>
        <p:spPr>
          <a:xfrm>
            <a:off x="1347652" y="64864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1347652" y="64864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59" name="머리칸"/>
          <p:cNvSpPr/>
          <p:nvPr/>
        </p:nvSpPr>
        <p:spPr>
          <a:xfrm>
            <a:off x="4171696" y="64864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3"/>
          </p:nvPr>
        </p:nvSpPr>
        <p:spPr>
          <a:xfrm>
            <a:off x="4171696" y="64864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6727461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6727461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63" name="Connector 45"/>
          <p:cNvCxnSpPr/>
          <p:nvPr/>
        </p:nvCxnSpPr>
        <p:spPr>
          <a:xfrm>
            <a:off x="4171696" y="67603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레일"/>
          <p:cNvSpPr/>
          <p:nvPr/>
        </p:nvSpPr>
        <p:spPr>
          <a:xfrm>
            <a:off x="734087" y="7091843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709184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70918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71137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71137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71137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71137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735480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735480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73" name="Connector 52"/>
          <p:cNvCxnSpPr/>
          <p:nvPr/>
        </p:nvCxnSpPr>
        <p:spPr>
          <a:xfrm>
            <a:off x="4171696" y="738767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레일"/>
          <p:cNvSpPr/>
          <p:nvPr/>
        </p:nvSpPr>
        <p:spPr>
          <a:xfrm>
            <a:off x="734087" y="7719183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7719183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76" name="단계"/>
          <p:cNvSpPr/>
          <p:nvPr/>
        </p:nvSpPr>
        <p:spPr>
          <a:xfrm>
            <a:off x="1347652" y="77410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1347652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78" name="단계"/>
          <p:cNvSpPr/>
          <p:nvPr/>
        </p:nvSpPr>
        <p:spPr>
          <a:xfrm>
            <a:off x="2759674" y="77410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2759674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0" name="단계"/>
          <p:cNvSpPr/>
          <p:nvPr/>
        </p:nvSpPr>
        <p:spPr>
          <a:xfrm>
            <a:off x="4171696" y="77410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4"/>
          </p:nvPr>
        </p:nvSpPr>
        <p:spPr>
          <a:xfrm>
            <a:off x="4171696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2" name="단계"/>
          <p:cNvSpPr/>
          <p:nvPr/>
        </p:nvSpPr>
        <p:spPr>
          <a:xfrm>
            <a:off x="5583717" y="77410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5"/>
          </p:nvPr>
        </p:nvSpPr>
        <p:spPr>
          <a:xfrm>
            <a:off x="5583717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84" name="단계 삼각형"/>
          <p:cNvSpPr/>
          <p:nvPr/>
        </p:nvSpPr>
        <p:spPr>
          <a:xfrm>
            <a:off x="2759673" y="77410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4171695" y="77410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5583717" y="77410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2770630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89" name="Connector 63"/>
          <p:cNvCxnSpPr/>
          <p:nvPr/>
        </p:nvCxnSpPr>
        <p:spPr>
          <a:xfrm>
            <a:off x="2759674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칸 본문"/>
          <p:cNvSpPr>
            <a:spLocks noGrp="1"/>
          </p:cNvSpPr>
          <p:nvPr>
            <p:ph type="body" sz="quarter" idx="58"/>
          </p:nvPr>
        </p:nvSpPr>
        <p:spPr>
          <a:xfrm>
            <a:off x="4182652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91" name="Connector 65"/>
          <p:cNvCxnSpPr/>
          <p:nvPr/>
        </p:nvCxnSpPr>
        <p:spPr>
          <a:xfrm>
            <a:off x="4171696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5594674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583717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레일"/>
          <p:cNvSpPr/>
          <p:nvPr/>
        </p:nvSpPr>
        <p:spPr>
          <a:xfrm>
            <a:off x="734087" y="8352000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8352000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835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8373913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8373913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614957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0" name="사진 칸"/>
          <p:cNvSpPr/>
          <p:nvPr/>
        </p:nvSpPr>
        <p:spPr>
          <a:xfrm>
            <a:off x="5916522" y="8379391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101" name="사진 칸"/>
          <p:cNvSpPr>
            <a:spLocks noGrp="1"/>
          </p:cNvSpPr>
          <p:nvPr>
            <p:ph type="body" sz="quarter" idx="63"/>
          </p:nvPr>
        </p:nvSpPr>
        <p:spPr>
          <a:xfrm>
            <a:off x="5916522" y="8379391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2" name="핵심성과 박스"/>
          <p:cNvSpPr/>
          <p:nvPr/>
        </p:nvSpPr>
        <p:spPr>
          <a:xfrm>
            <a:off x="723130" y="9272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756000" y="9310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4"/>
          </p:nvPr>
        </p:nvSpPr>
        <p:spPr>
          <a:xfrm>
            <a:off x="756000" y="9310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5"/>
          </p:nvPr>
        </p:nvSpPr>
        <p:spPr>
          <a:xfrm>
            <a:off x="1501043" y="9288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13 쪽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63" name="형광 밑줄"/>
          <p:cNvSpPr/>
          <p:nvPr/>
        </p:nvSpPr>
        <p:spPr>
          <a:xfrm>
            <a:off x="536870" y="4124661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소제목"/>
          <p:cNvSpPr>
            <a:spLocks noGrp="1"/>
          </p:cNvSpPr>
          <p:nvPr>
            <p:ph type="body" sz="quarter" idx="44"/>
          </p:nvPr>
        </p:nvSpPr>
        <p:spPr>
          <a:xfrm>
            <a:off x="536870" y="39712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65" name="표 외곽"/>
          <p:cNvSpPr/>
          <p:nvPr/>
        </p:nvSpPr>
        <p:spPr>
          <a:xfrm>
            <a:off x="536870" y="4256139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42725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2725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8" name="머리칸"/>
          <p:cNvSpPr/>
          <p:nvPr/>
        </p:nvSpPr>
        <p:spPr>
          <a:xfrm>
            <a:off x="1161391" y="42944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2944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0" name="머리칸"/>
          <p:cNvSpPr/>
          <p:nvPr/>
        </p:nvSpPr>
        <p:spPr>
          <a:xfrm>
            <a:off x="3985435" y="42944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2944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5355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45355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985435" y="45684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레일"/>
          <p:cNvSpPr/>
          <p:nvPr/>
        </p:nvSpPr>
        <p:spPr>
          <a:xfrm>
            <a:off x="547826" y="4899913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89991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89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머리칸"/>
          <p:cNvSpPr/>
          <p:nvPr/>
        </p:nvSpPr>
        <p:spPr>
          <a:xfrm>
            <a:off x="1161391" y="492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92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80" name="머리칸"/>
          <p:cNvSpPr/>
          <p:nvPr/>
        </p:nvSpPr>
        <p:spPr>
          <a:xfrm>
            <a:off x="3985435" y="492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92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16287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516287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84" name="Connector 62"/>
          <p:cNvCxnSpPr/>
          <p:nvPr/>
        </p:nvCxnSpPr>
        <p:spPr>
          <a:xfrm>
            <a:off x="3985435" y="5195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레일"/>
          <p:cNvSpPr/>
          <p:nvPr/>
        </p:nvSpPr>
        <p:spPr>
          <a:xfrm>
            <a:off x="547826" y="5527252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5"/>
          </p:nvPr>
        </p:nvSpPr>
        <p:spPr>
          <a:xfrm>
            <a:off x="547826" y="5527252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7" name="단계"/>
          <p:cNvSpPr/>
          <p:nvPr/>
        </p:nvSpPr>
        <p:spPr>
          <a:xfrm>
            <a:off x="1161391" y="55491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9" name="단계"/>
          <p:cNvSpPr/>
          <p:nvPr/>
        </p:nvSpPr>
        <p:spPr>
          <a:xfrm>
            <a:off x="2573413" y="55491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2573413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91" name="단계"/>
          <p:cNvSpPr/>
          <p:nvPr/>
        </p:nvSpPr>
        <p:spPr>
          <a:xfrm>
            <a:off x="3985435" y="55491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8"/>
          </p:nvPr>
        </p:nvSpPr>
        <p:spPr>
          <a:xfrm>
            <a:off x="3985435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93" name="단계"/>
          <p:cNvSpPr/>
          <p:nvPr/>
        </p:nvSpPr>
        <p:spPr>
          <a:xfrm>
            <a:off x="5397457" y="55491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9"/>
          </p:nvPr>
        </p:nvSpPr>
        <p:spPr>
          <a:xfrm>
            <a:off x="5397457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2573413" y="5549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3985434" y="5549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단계 삼각형"/>
          <p:cNvSpPr/>
          <p:nvPr/>
        </p:nvSpPr>
        <p:spPr>
          <a:xfrm>
            <a:off x="5397456" y="5549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00" name="Connector 73"/>
          <p:cNvCxnSpPr/>
          <p:nvPr/>
        </p:nvCxnSpPr>
        <p:spPr>
          <a:xfrm>
            <a:off x="2573413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02" name="Connector 75"/>
          <p:cNvCxnSpPr/>
          <p:nvPr/>
        </p:nvCxnSpPr>
        <p:spPr>
          <a:xfrm>
            <a:off x="3985435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04" name="Connector 77"/>
          <p:cNvCxnSpPr/>
          <p:nvPr/>
        </p:nvCxnSpPr>
        <p:spPr>
          <a:xfrm>
            <a:off x="5397457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레일"/>
          <p:cNvSpPr/>
          <p:nvPr/>
        </p:nvSpPr>
        <p:spPr>
          <a:xfrm>
            <a:off x="547826" y="6160070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6160070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547826" y="61600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161391" y="6181983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6181983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6"/>
          </p:nvPr>
        </p:nvSpPr>
        <p:spPr>
          <a:xfrm>
            <a:off x="1172348" y="6423026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11" name="사진 칸"/>
          <p:cNvSpPr/>
          <p:nvPr/>
        </p:nvSpPr>
        <p:spPr>
          <a:xfrm>
            <a:off x="5730261" y="6187461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/>
        </p:txBody>
      </p:sp>
      <p:sp>
        <p:nvSpPr>
          <p:cNvPr id="112" name="사진 칸"/>
          <p:cNvSpPr>
            <a:spLocks noGrp="1"/>
          </p:cNvSpPr>
          <p:nvPr>
            <p:ph type="body" sz="quarter" idx="67"/>
          </p:nvPr>
        </p:nvSpPr>
        <p:spPr>
          <a:xfrm>
            <a:off x="5730261" y="6187461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13" name="핵심성과 박스"/>
          <p:cNvSpPr/>
          <p:nvPr/>
        </p:nvSpPr>
        <p:spPr>
          <a:xfrm>
            <a:off x="536870" y="7080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핵심성과 라벨"/>
          <p:cNvSpPr/>
          <p:nvPr/>
        </p:nvSpPr>
        <p:spPr>
          <a:xfrm>
            <a:off x="569739" y="7118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15" name="핵심성과 라벨"/>
          <p:cNvSpPr>
            <a:spLocks noGrp="1"/>
          </p:cNvSpPr>
          <p:nvPr>
            <p:ph type="body" sz="quarter" idx="68"/>
          </p:nvPr>
        </p:nvSpPr>
        <p:spPr>
          <a:xfrm>
            <a:off x="569739" y="7118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6" name="핵심성과 문구"/>
          <p:cNvSpPr>
            <a:spLocks noGrp="1"/>
          </p:cNvSpPr>
          <p:nvPr>
            <p:ph type="body" sz="quarter" idx="69"/>
          </p:nvPr>
        </p:nvSpPr>
        <p:spPr>
          <a:xfrm>
            <a:off x="1314783" y="7096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117" name="형광 밑줄"/>
          <p:cNvSpPr/>
          <p:nvPr/>
        </p:nvSpPr>
        <p:spPr>
          <a:xfrm>
            <a:off x="536870" y="7665809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소제목"/>
          <p:cNvSpPr>
            <a:spLocks noGrp="1"/>
          </p:cNvSpPr>
          <p:nvPr>
            <p:ph type="body" sz="quarter" idx="70"/>
          </p:nvPr>
        </p:nvSpPr>
        <p:spPr>
          <a:xfrm>
            <a:off x="536870" y="75124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9" name="태그칩"/>
          <p:cNvSpPr/>
          <p:nvPr/>
        </p:nvSpPr>
        <p:spPr>
          <a:xfrm>
            <a:off x="4448092" y="75452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0" name="태그칩"/>
          <p:cNvSpPr>
            <a:spLocks noGrp="1"/>
          </p:cNvSpPr>
          <p:nvPr>
            <p:ph type="body" sz="quarter" idx="71"/>
          </p:nvPr>
        </p:nvSpPr>
        <p:spPr>
          <a:xfrm>
            <a:off x="4448092" y="75452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1" name="표 외곽"/>
          <p:cNvSpPr/>
          <p:nvPr/>
        </p:nvSpPr>
        <p:spPr>
          <a:xfrm>
            <a:off x="536870" y="7797287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레일"/>
          <p:cNvSpPr/>
          <p:nvPr/>
        </p:nvSpPr>
        <p:spPr>
          <a:xfrm>
            <a:off x="547826" y="78137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813722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4" name="본문"/>
          <p:cNvSpPr>
            <a:spLocks noGrp="1"/>
          </p:cNvSpPr>
          <p:nvPr>
            <p:ph type="body" sz="quarter" idx="73"/>
          </p:nvPr>
        </p:nvSpPr>
        <p:spPr>
          <a:xfrm>
            <a:off x="1161391" y="7835635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25" name="레일"/>
          <p:cNvSpPr/>
          <p:nvPr/>
        </p:nvSpPr>
        <p:spPr>
          <a:xfrm>
            <a:off x="547826" y="8083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4"/>
          </p:nvPr>
        </p:nvSpPr>
        <p:spPr>
          <a:xfrm>
            <a:off x="547826" y="8083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27" name="본문"/>
          <p:cNvSpPr>
            <a:spLocks noGrp="1"/>
          </p:cNvSpPr>
          <p:nvPr>
            <p:ph type="body" sz="quarter" idx="75"/>
          </p:nvPr>
        </p:nvSpPr>
        <p:spPr>
          <a:xfrm>
            <a:off x="1161391" y="8105478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8" name="레일"/>
          <p:cNvSpPr/>
          <p:nvPr/>
        </p:nvSpPr>
        <p:spPr>
          <a:xfrm>
            <a:off x="547826" y="8353409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/>
          <a:p/>
        </p:txBody>
      </p:sp>
      <p:sp>
        <p:nvSpPr>
          <p:cNvPr id="129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8353409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0" name="머리칸"/>
          <p:cNvSpPr/>
          <p:nvPr/>
        </p:nvSpPr>
        <p:spPr>
          <a:xfrm>
            <a:off x="1161391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7"/>
          </p:nvPr>
        </p:nvSpPr>
        <p:spPr>
          <a:xfrm>
            <a:off x="1161391" y="8375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32" name="머리칸"/>
          <p:cNvSpPr/>
          <p:nvPr/>
        </p:nvSpPr>
        <p:spPr>
          <a:xfrm>
            <a:off x="3044087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33" name="머리칸"/>
          <p:cNvSpPr>
            <a:spLocks noGrp="1"/>
          </p:cNvSpPr>
          <p:nvPr>
            <p:ph type="body" sz="quarter" idx="78"/>
          </p:nvPr>
        </p:nvSpPr>
        <p:spPr>
          <a:xfrm>
            <a:off x="3044087" y="8375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34" name="머리칸"/>
          <p:cNvSpPr/>
          <p:nvPr/>
        </p:nvSpPr>
        <p:spPr>
          <a:xfrm>
            <a:off x="4926783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/>
          <a:p/>
        </p:txBody>
      </p:sp>
      <p:sp>
        <p:nvSpPr>
          <p:cNvPr id="135" name="머리칸"/>
          <p:cNvSpPr>
            <a:spLocks noGrp="1"/>
          </p:cNvSpPr>
          <p:nvPr>
            <p:ph type="body" sz="quarter" idx="79"/>
          </p:nvPr>
        </p:nvSpPr>
        <p:spPr>
          <a:xfrm>
            <a:off x="4926783" y="8375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80"/>
          </p:nvPr>
        </p:nvSpPr>
        <p:spPr>
          <a:xfrm>
            <a:off x="1172348" y="861636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37" name="칸 본문"/>
          <p:cNvSpPr>
            <a:spLocks noGrp="1"/>
          </p:cNvSpPr>
          <p:nvPr>
            <p:ph type="body" sz="quarter" idx="81"/>
          </p:nvPr>
        </p:nvSpPr>
        <p:spPr>
          <a:xfrm>
            <a:off x="3055043" y="861636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38" name="Connector 100"/>
          <p:cNvCxnSpPr/>
          <p:nvPr/>
        </p:nvCxnSpPr>
        <p:spPr>
          <a:xfrm>
            <a:off x="3044087" y="8649235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칸 본문"/>
          <p:cNvSpPr>
            <a:spLocks noGrp="1"/>
          </p:cNvSpPr>
          <p:nvPr>
            <p:ph type="body" sz="quarter" idx="82"/>
          </p:nvPr>
        </p:nvSpPr>
        <p:spPr>
          <a:xfrm>
            <a:off x="4937739" y="861636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40" name="Connector 102"/>
          <p:cNvCxnSpPr/>
          <p:nvPr/>
        </p:nvCxnSpPr>
        <p:spPr>
          <a:xfrm>
            <a:off x="4926783" y="8649235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핵심성과 박스"/>
          <p:cNvSpPr/>
          <p:nvPr/>
        </p:nvSpPr>
        <p:spPr>
          <a:xfrm>
            <a:off x="536870" y="922320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2" name="핵심성과 라벨"/>
          <p:cNvSpPr/>
          <p:nvPr/>
        </p:nvSpPr>
        <p:spPr>
          <a:xfrm>
            <a:off x="569739" y="9261548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/>
          <a:p/>
        </p:txBody>
      </p:sp>
      <p:sp>
        <p:nvSpPr>
          <p:cNvPr id="143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569739" y="9261548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44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314783" y="9239635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sp>
        <p:nvSpPr>
          <p:cNvPr id="11" name="평가내용 라벨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22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5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7" name="강조 바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0" name="가운데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1" name="가운데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63" name="가운데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87" name="소제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88" name="태그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90" name="패널 머리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92" name="패널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95" name="패널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97" name="레일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98" name="패널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00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01" name="패널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03" name="패널 머리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04" name="레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05" name="패널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08" name="패널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110" name="레일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11" name="패널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113" name="레일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14" name="패널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16" name="핵심성과 라벨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7" name="핵심성과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9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3" name="소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44" name="태그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76" name="핵심성과 라벨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79" name="소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80" name="태그칩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2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83" name="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85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86" name="가운데 글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87" name="주석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89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90" name="머리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91" name="머리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92" name="머리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96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106" name="핵심성과 라벨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7" name="핵심성과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0" name="패널 머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52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4" name="패널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6" name="패널 머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63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5" name="패널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68" name="레일 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2" name="소제목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73" name="태그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74" name="태그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7" name="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80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86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9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91" name="사진 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3" name="레일 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4" name="레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6" name="배너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7" name="머리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106" name="레일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7" name="머리칸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8" name="머리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113" name="핵심성과 라벨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4" name="핵심성과 문구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40" name="태그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5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6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59" name="인라인 표"/>
          <p:cNvGraphicFramePr>
            <a:graphicFrameLocks noGrp="1"/>
          </p:cNvGraphicFramePr>
          <p:nvPr/>
        </p:nvGraphicFramePr>
        <p:xfrm>
          <a:off x="1205217" y="4921200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67" name="소제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7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82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3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4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5" name="단계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6" name="단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97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1" name="사진 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3" name="핵심성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4" name="핵심성과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sp>
        <p:nvSpPr>
          <p:cNvPr id="40" name="소제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1" name="태그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58" name="배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59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60" name="사진 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1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4" name="태그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7" name="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69" name="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83" name="소제목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84" name="태그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6" name="패널 머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87" name="패널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88" name="요약 바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0" name="패널 머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91" name="패널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92" name="요약 바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94" name="패널 머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95" name="패널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96" name="요약 바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98" name="핵심성과 라벨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9" name="핵심성과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3" name="강조 바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56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57" name="가운데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9" name="가운데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83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86" name="소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87" name="태그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9" name="레일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0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91" name="머리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95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97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102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104" name="단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105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106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107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116" name="칸 본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119" name="핵심성과 라벨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0" name="핵심성과 문구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9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46" name="소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47" name="태그칩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50" name="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53" name="가운데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54" name="주석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73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76" name="소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77" name="태그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80" name="배너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89" name="태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93" name="배너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94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95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96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99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100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102" name="핵심성과 라벨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1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sp>
        <p:nvSpPr>
          <p:cNvPr id="43" name="소제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4" name="태그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61" name="배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62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63" name="사진 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4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6" name="핵심성과 라벨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 체결</a:t>
            </a:r>
          </a:p>
        </p:txBody>
      </p:sp>
      <p:sp>
        <p:nvSpPr>
          <p:cNvPr id="69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71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9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80" name="머리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84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5" name="단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6" name="단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7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8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01" name="머리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3" name="사진 칸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5" name="핵심성과 라벨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9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46" name="소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47" name="태그칩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8" name="태그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51" name="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60" name="레일 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61" name="레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67" name="레일 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87" name="핵심성과 라벨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  <p:sp>
        <p:nvSpPr>
          <p:cNvPr id="90" name="소제목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1" name="태그칩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93" name="패널 머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94" name="패널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95" name="요약 바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7" name="패널 머리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98" name="패널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99" name="요약 바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01" name="패널 머리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02" name="패널 본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03" name="요약 바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05" name="핵심성과 라벨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패널 머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3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7" name="패널 머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9" name="레일 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64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6" name="패널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69" name="레일 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70" name="레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1" name="패널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3" name="소제목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74" name="태그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77" name="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78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90" name="핵심성과 라벨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1" name="핵심성과 문구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93" name="소제목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4" name="태그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96" name="패널 머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97" name="패널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98" name="요약 바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00" name="패널 머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01" name="패널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02" name="요약 바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04" name="패널 머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05" name="패널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06" name="요약 바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08" name="핵심성과 라벨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9" name="핵심성과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73" name="사진 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49" name="소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57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83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5" name="핵심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6" name="핵심성과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88" name="소제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89" name="태그칩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2" name="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93" name="레일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94" name="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5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96" name="머리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97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105" name="핵심성과 라벨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
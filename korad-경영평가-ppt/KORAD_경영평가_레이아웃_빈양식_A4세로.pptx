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번호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소제목 + 태그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사다리 · 환경분석 → 시사점 → 협력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1009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10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10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161391" y="1614835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614835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2145304" y="1603878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12052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812052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2145304" y="1801096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09270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2009270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45304" y="1998313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22840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2840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2284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161391" y="22503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7" name="단계"/>
          <p:cNvSpPr/>
          <p:nvPr/>
        </p:nvSpPr>
        <p:spPr>
          <a:xfrm>
            <a:off x="3044087" y="22503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9" name="단계"/>
          <p:cNvSpPr/>
          <p:nvPr/>
        </p:nvSpPr>
        <p:spPr>
          <a:xfrm>
            <a:off x="4926783" y="22503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3044086" y="22503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4926782" y="22503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044087" y="25351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926783" y="25351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사다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180643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80643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레일 삼각형"/>
          <p:cNvSpPr/>
          <p:nvPr/>
        </p:nvSpPr>
        <p:spPr>
          <a:xfrm>
            <a:off x="734086" y="11806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머리칸"/>
          <p:cNvSpPr/>
          <p:nvPr/>
        </p:nvSpPr>
        <p:spPr>
          <a:xfrm>
            <a:off x="1347652" y="1202557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202557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/>
          <p:nvPr/>
        </p:nvSpPr>
        <p:spPr>
          <a:xfrm>
            <a:off x="3380087" y="1202557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380087" y="1202557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43600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391043" y="1443600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3380087" y="147647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962783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62783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96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347652" y="1984696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/>
          <p:nvPr/>
        </p:nvSpPr>
        <p:spPr>
          <a:xfrm>
            <a:off x="2363870" y="1984696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363870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0" name="단계"/>
          <p:cNvSpPr/>
          <p:nvPr/>
        </p:nvSpPr>
        <p:spPr>
          <a:xfrm>
            <a:off x="3380087" y="1984696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380087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2" name="단계"/>
          <p:cNvSpPr/>
          <p:nvPr/>
        </p:nvSpPr>
        <p:spPr>
          <a:xfrm>
            <a:off x="4396304" y="1984696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396304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363869" y="198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380086" y="198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396304" y="198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374826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2363870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391043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380087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407261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396304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성과 화살표"/>
          <p:cNvSpPr/>
          <p:nvPr/>
        </p:nvSpPr>
        <p:spPr>
          <a:xfrm>
            <a:off x="5467304" y="1621721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성과 패널 머리"/>
          <p:cNvSpPr/>
          <p:nvPr/>
        </p:nvSpPr>
        <p:spPr>
          <a:xfrm>
            <a:off x="5637130" y="777913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성과 패널 머리"/>
          <p:cNvSpPr>
            <a:spLocks noGrp="1"/>
          </p:cNvSpPr>
          <p:nvPr>
            <p:ph type="body" sz="quarter" idx="36"/>
          </p:nvPr>
        </p:nvSpPr>
        <p:spPr>
          <a:xfrm>
            <a:off x="5637130" y="777913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성과 패널"/>
          <p:cNvSpPr/>
          <p:nvPr/>
        </p:nvSpPr>
        <p:spPr>
          <a:xfrm>
            <a:off x="5637130" y="1029913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패널 본문"/>
          <p:cNvSpPr>
            <a:spLocks noGrp="1"/>
          </p:cNvSpPr>
          <p:nvPr>
            <p:ph type="body" sz="quarter" idx="37"/>
          </p:nvPr>
        </p:nvSpPr>
        <p:spPr>
          <a:xfrm>
            <a:off x="5659043" y="1051826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사다리 · 단계 추진(그간의 노력 → 상세화 → 선임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525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4271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271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271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271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6820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10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27113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27113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20271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"/>
          <p:cNvSpPr/>
          <p:nvPr/>
        </p:nvSpPr>
        <p:spPr>
          <a:xfrm>
            <a:off x="1161391" y="2049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5" name="단계"/>
          <p:cNvSpPr/>
          <p:nvPr/>
        </p:nvSpPr>
        <p:spPr>
          <a:xfrm>
            <a:off x="2573413" y="2049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573413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37" name="단계"/>
          <p:cNvSpPr/>
          <p:nvPr/>
        </p:nvSpPr>
        <p:spPr>
          <a:xfrm>
            <a:off x="3985435" y="2049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3985435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39" name="단계"/>
          <p:cNvSpPr/>
          <p:nvPr/>
        </p:nvSpPr>
        <p:spPr>
          <a:xfrm>
            <a:off x="5397457" y="2049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5397457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573413" y="2049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3985434" y="2049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397456" y="2049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584370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2573413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985435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408413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5397457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사다리 · 수준진단 → 공감대 형성 → 시사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180643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8064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5" name="레일 삼각형"/>
          <p:cNvSpPr/>
          <p:nvPr/>
        </p:nvSpPr>
        <p:spPr>
          <a:xfrm>
            <a:off x="734086" y="11806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머리칸"/>
          <p:cNvSpPr/>
          <p:nvPr/>
        </p:nvSpPr>
        <p:spPr>
          <a:xfrm>
            <a:off x="1347652" y="1202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202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202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202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43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43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476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80250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8025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8025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347652" y="1846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84633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2470605" y="1835374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043548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043548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470605" y="2032591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사다리 · 공감대 → 선언(사진) → 확산(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68144" y="156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5"/>
          </p:nvPr>
        </p:nvSpPr>
        <p:spPr>
          <a:xfrm>
            <a:off x="668144" y="156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75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42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2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8" name="사진 칸"/>
          <p:cNvSpPr/>
          <p:nvPr/>
        </p:nvSpPr>
        <p:spPr>
          <a:xfrm>
            <a:off x="5730261" y="143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9" name="사진 칸"/>
          <p:cNvSpPr>
            <a:spLocks noGrp="1"/>
          </p:cNvSpPr>
          <p:nvPr>
            <p:ph type="body" sz="quarter" idx="29"/>
          </p:nvPr>
        </p:nvSpPr>
        <p:spPr>
          <a:xfrm>
            <a:off x="5730261" y="143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23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40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40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58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23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161391" y="225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25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9" name="머리칸"/>
          <p:cNvSpPr/>
          <p:nvPr/>
        </p:nvSpPr>
        <p:spPr>
          <a:xfrm>
            <a:off x="3044087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41" name="머리칸"/>
          <p:cNvSpPr/>
          <p:nvPr/>
        </p:nvSpPr>
        <p:spPr>
          <a:xfrm>
            <a:off x="4926783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044087" y="276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926783" y="276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사다리 ·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21687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1687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216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443600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24" name="단계"/>
          <p:cNvSpPr/>
          <p:nvPr/>
        </p:nvSpPr>
        <p:spPr>
          <a:xfrm>
            <a:off x="2759674" y="1443600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26" name="단계"/>
          <p:cNvSpPr/>
          <p:nvPr/>
        </p:nvSpPr>
        <p:spPr>
          <a:xfrm>
            <a:off x="4171696" y="1443600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28" name="단계"/>
          <p:cNvSpPr/>
          <p:nvPr/>
        </p:nvSpPr>
        <p:spPr>
          <a:xfrm>
            <a:off x="5583717" y="1443600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759673" y="14436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171695" y="14436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583717" y="14436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2759674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171696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583717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2369583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369583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23695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머리칸"/>
          <p:cNvSpPr/>
          <p:nvPr/>
        </p:nvSpPr>
        <p:spPr>
          <a:xfrm>
            <a:off x="1347652" y="23914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5"/>
          </p:nvPr>
        </p:nvSpPr>
        <p:spPr>
          <a:xfrm>
            <a:off x="1347652" y="23914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3914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6"/>
          </p:nvPr>
        </p:nvSpPr>
        <p:spPr>
          <a:xfrm>
            <a:off x="4171696" y="23914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2539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269426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632539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4171696" y="2665409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사다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484174" y="80530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484174" y="80530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495130" y="104634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484174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525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42716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2716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5" name="머리칸"/>
          <p:cNvSpPr/>
          <p:nvPr/>
        </p:nvSpPr>
        <p:spPr>
          <a:xfrm>
            <a:off x="3484174" y="142716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484174" y="142716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495130" y="1668209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484174" y="17010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2711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2711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20271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배너"/>
          <p:cNvSpPr/>
          <p:nvPr/>
        </p:nvSpPr>
        <p:spPr>
          <a:xfrm>
            <a:off x="1161391" y="204902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04902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5" name="본문"/>
          <p:cNvSpPr>
            <a:spLocks noGrp="1"/>
          </p:cNvSpPr>
          <p:nvPr>
            <p:ph type="body" sz="quarter" idx="32"/>
          </p:nvPr>
        </p:nvSpPr>
        <p:spPr>
          <a:xfrm>
            <a:off x="1161391" y="228459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36" name="사진 칸"/>
          <p:cNvSpPr/>
          <p:nvPr/>
        </p:nvSpPr>
        <p:spPr>
          <a:xfrm>
            <a:off x="5878174" y="78339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7" name="사진 칸"/>
          <p:cNvSpPr>
            <a:spLocks noGrp="1"/>
          </p:cNvSpPr>
          <p:nvPr>
            <p:ph type="body" sz="quarter" idx="33"/>
          </p:nvPr>
        </p:nvSpPr>
        <p:spPr>
          <a:xfrm>
            <a:off x="5878174" y="78339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38" name="사진 칸"/>
          <p:cNvSpPr/>
          <p:nvPr/>
        </p:nvSpPr>
        <p:spPr>
          <a:xfrm>
            <a:off x="5878174" y="202711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878174" y="202711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사다리 · 현황 · 문제점 · 노사 공동노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06419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6419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5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08610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6" name="레일"/>
          <p:cNvSpPr/>
          <p:nvPr/>
        </p:nvSpPr>
        <p:spPr>
          <a:xfrm>
            <a:off x="734087" y="1334035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34035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6298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6298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사다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3" name="배너"/>
          <p:cNvSpPr/>
          <p:nvPr/>
        </p:nvSpPr>
        <p:spPr>
          <a:xfrm>
            <a:off x="1161391" y="80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배너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7" name="머리칸"/>
          <p:cNvSpPr/>
          <p:nvPr/>
        </p:nvSpPr>
        <p:spPr>
          <a:xfrm>
            <a:off x="3044087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044087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9" name="머리칸"/>
          <p:cNvSpPr/>
          <p:nvPr/>
        </p:nvSpPr>
        <p:spPr>
          <a:xfrm>
            <a:off x="4926783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926783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055043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044087" y="13147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937739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926783" y="13147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태그"/>
          <p:cNvSpPr/>
          <p:nvPr/>
        </p:nvSpPr>
        <p:spPr>
          <a:xfrm>
            <a:off x="1161391" y="166273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662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786727" y="1651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881861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8818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161391" y="1903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03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4" name="머리칸"/>
          <p:cNvSpPr/>
          <p:nvPr/>
        </p:nvSpPr>
        <p:spPr>
          <a:xfrm>
            <a:off x="1161391" y="2139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139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2139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139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380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380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0" name="Connector 26"/>
          <p:cNvCxnSpPr/>
          <p:nvPr/>
        </p:nvCxnSpPr>
        <p:spPr>
          <a:xfrm>
            <a:off x="3985435" y="241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태그"/>
          <p:cNvSpPr/>
          <p:nvPr/>
        </p:nvSpPr>
        <p:spPr>
          <a:xfrm>
            <a:off x="1161391" y="27612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27612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37"/>
          </p:nvPr>
        </p:nvSpPr>
        <p:spPr>
          <a:xfrm>
            <a:off x="1786727" y="27502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사다리 · 추진성과 레일(그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행 · 추진 체계 5행(목표·방향·과제·채널·지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13" name="강조 바"/>
          <p:cNvSpPr/>
          <p:nvPr/>
        </p:nvSpPr>
        <p:spPr>
          <a:xfrm>
            <a:off x="1172348" y="799826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강조 바 글"/>
          <p:cNvSpPr>
            <a:spLocks noGrp="1"/>
          </p:cNvSpPr>
          <p:nvPr>
            <p:ph type="body" sz="quarter" idx="21"/>
          </p:nvPr>
        </p:nvSpPr>
        <p:spPr>
          <a:xfrm>
            <a:off x="1172348" y="799826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15" name="라벨 박스"/>
          <p:cNvSpPr/>
          <p:nvPr/>
        </p:nvSpPr>
        <p:spPr>
          <a:xfrm>
            <a:off x="536870" y="111208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2304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8" name="가운데 글"/>
          <p:cNvSpPr>
            <a:spLocks noGrp="1"/>
          </p:cNvSpPr>
          <p:nvPr>
            <p:ph type="body" sz="quarter" idx="23"/>
          </p:nvPr>
        </p:nvSpPr>
        <p:spPr>
          <a:xfrm>
            <a:off x="1172348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9" name="가운데 글"/>
          <p:cNvSpPr>
            <a:spLocks noGrp="1"/>
          </p:cNvSpPr>
          <p:nvPr>
            <p:ph type="body" sz="quarter" idx="24"/>
          </p:nvPr>
        </p:nvSpPr>
        <p:spPr>
          <a:xfrm>
            <a:off x="3049565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20" name="Connector 14"/>
          <p:cNvCxnSpPr/>
          <p:nvPr/>
        </p:nvCxnSpPr>
        <p:spPr>
          <a:xfrm>
            <a:off x="3049565" y="116687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4926783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4926783" y="116687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3" name="라벨 박스"/>
          <p:cNvSpPr/>
          <p:nvPr/>
        </p:nvSpPr>
        <p:spPr>
          <a:xfrm>
            <a:off x="536870" y="1457217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68174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68174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60522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28" name="Connector 21"/>
          <p:cNvCxnSpPr/>
          <p:nvPr/>
        </p:nvCxnSpPr>
        <p:spPr>
          <a:xfrm>
            <a:off x="3049565" y="150652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4926783" y="150652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라벨 박스"/>
          <p:cNvSpPr/>
          <p:nvPr/>
        </p:nvSpPr>
        <p:spPr>
          <a:xfrm>
            <a:off x="536870" y="2058574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069530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69530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36" name="Connector 28"/>
          <p:cNvCxnSpPr/>
          <p:nvPr/>
        </p:nvCxnSpPr>
        <p:spPr>
          <a:xfrm>
            <a:off x="3049565" y="2107878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38" name="Connector 30"/>
          <p:cNvCxnSpPr/>
          <p:nvPr/>
        </p:nvCxnSpPr>
        <p:spPr>
          <a:xfrm>
            <a:off x="4926783" y="2107878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라벨 박스"/>
          <p:cNvSpPr/>
          <p:nvPr/>
        </p:nvSpPr>
        <p:spPr>
          <a:xfrm>
            <a:off x="536870" y="24996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5106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106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44" name="Connector 35"/>
          <p:cNvCxnSpPr/>
          <p:nvPr/>
        </p:nvCxnSpPr>
        <p:spPr>
          <a:xfrm>
            <a:off x="3049565" y="25489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46" name="Connector 37"/>
          <p:cNvCxnSpPr/>
          <p:nvPr/>
        </p:nvCxnSpPr>
        <p:spPr>
          <a:xfrm>
            <a:off x="4926783" y="25489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행 · 점검(추진배경·방법·항목·결과) + 주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58609" y="79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3" name="라벨 박스"/>
          <p:cNvSpPr/>
          <p:nvPr/>
        </p:nvSpPr>
        <p:spPr>
          <a:xfrm>
            <a:off x="723130" y="1123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134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34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6" name="가운데 글"/>
          <p:cNvSpPr>
            <a:spLocks noGrp="1"/>
          </p:cNvSpPr>
          <p:nvPr>
            <p:ph type="body" sz="quarter" idx="23"/>
          </p:nvPr>
        </p:nvSpPr>
        <p:spPr>
          <a:xfrm>
            <a:off x="1358609" y="1139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7" name="주석"/>
          <p:cNvSpPr>
            <a:spLocks noGrp="1"/>
          </p:cNvSpPr>
          <p:nvPr>
            <p:ph type="body" sz="quarter" idx="24"/>
          </p:nvPr>
        </p:nvSpPr>
        <p:spPr>
          <a:xfrm>
            <a:off x="2366609" y="1446261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676348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68730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8730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1" name="머리칸"/>
          <p:cNvSpPr/>
          <p:nvPr/>
        </p:nvSpPr>
        <p:spPr>
          <a:xfrm>
            <a:off x="1358609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58609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3" name="머리칸"/>
          <p:cNvSpPr/>
          <p:nvPr/>
        </p:nvSpPr>
        <p:spPr>
          <a:xfrm>
            <a:off x="3235826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3235826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3246783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5826" y="1977652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977652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380383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39133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9133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369565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246783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5826" y="24296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4296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행 · 비전 · 환경 · 목표 · 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208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3043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172348" y="1139478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72348" y="1139478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9" name="머리칸"/>
          <p:cNvSpPr/>
          <p:nvPr/>
        </p:nvSpPr>
        <p:spPr>
          <a:xfrm>
            <a:off x="3988174" y="1139478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8174" y="1139478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83304" y="1380522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9130" y="1380522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8174" y="1413391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라벨 박스"/>
          <p:cNvSpPr/>
          <p:nvPr/>
        </p:nvSpPr>
        <p:spPr>
          <a:xfrm>
            <a:off x="536870" y="18161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8270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270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7" name="강조 바"/>
          <p:cNvSpPr/>
          <p:nvPr/>
        </p:nvSpPr>
        <p:spPr>
          <a:xfrm>
            <a:off x="1172348" y="1848991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강조 바 글"/>
          <p:cNvSpPr>
            <a:spLocks noGrp="1"/>
          </p:cNvSpPr>
          <p:nvPr>
            <p:ph type="body" sz="quarter" idx="28"/>
          </p:nvPr>
        </p:nvSpPr>
        <p:spPr>
          <a:xfrm>
            <a:off x="1172348" y="1848991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9" name="라벨 박스"/>
          <p:cNvSpPr/>
          <p:nvPr/>
        </p:nvSpPr>
        <p:spPr>
          <a:xfrm>
            <a:off x="536870" y="2161252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547826" y="2172209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72209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32" name="머리칸"/>
          <p:cNvSpPr/>
          <p:nvPr/>
        </p:nvSpPr>
        <p:spPr>
          <a:xfrm>
            <a:off x="1172348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72348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34" name="머리칸"/>
          <p:cNvSpPr/>
          <p:nvPr/>
        </p:nvSpPr>
        <p:spPr>
          <a:xfrm>
            <a:off x="3049565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9565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83304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60522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9565" y="2462557"/>
            <a:ext cx="0" cy="2931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462557"/>
            <a:ext cx="0" cy="2931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행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134957" y="1057304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134957" y="1057304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27"/>
          </p:nvPr>
        </p:nvSpPr>
        <p:spPr>
          <a:xfrm>
            <a:off x="5682783" y="1057304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34957" y="139429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134957" y="139977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134957" y="139977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7" name="소행 본문"/>
          <p:cNvSpPr>
            <a:spLocks noGrp="1"/>
          </p:cNvSpPr>
          <p:nvPr>
            <p:ph type="body" sz="quarter" idx="29"/>
          </p:nvPr>
        </p:nvSpPr>
        <p:spPr>
          <a:xfrm>
            <a:off x="5682783" y="139977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079217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라벨 박스"/>
          <p:cNvSpPr/>
          <p:nvPr/>
        </p:nvSpPr>
        <p:spPr>
          <a:xfrm>
            <a:off x="723130" y="195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196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6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2" name="가운데 글"/>
          <p:cNvSpPr>
            <a:spLocks noGrp="1"/>
          </p:cNvSpPr>
          <p:nvPr>
            <p:ph type="body" sz="quarter" idx="31"/>
          </p:nvPr>
        </p:nvSpPr>
        <p:spPr>
          <a:xfrm>
            <a:off x="1358609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33" name="가운데 글"/>
          <p:cNvSpPr>
            <a:spLocks noGrp="1"/>
          </p:cNvSpPr>
          <p:nvPr>
            <p:ph type="body" sz="quarter" idx="32"/>
          </p:nvPr>
        </p:nvSpPr>
        <p:spPr>
          <a:xfrm>
            <a:off x="3235826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235826" y="201208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5" name="가운데 글"/>
          <p:cNvSpPr>
            <a:spLocks noGrp="1"/>
          </p:cNvSpPr>
          <p:nvPr>
            <p:ph type="body" sz="quarter" idx="33"/>
          </p:nvPr>
        </p:nvSpPr>
        <p:spPr>
          <a:xfrm>
            <a:off x="5113043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5113043" y="201208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723130" y="230243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313391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313391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235826" y="2351739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5113043" y="2351739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두 갈래 패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패널 외곽"/>
          <p:cNvSpPr/>
          <p:nvPr/>
        </p:nvSpPr>
        <p:spPr>
          <a:xfrm>
            <a:off x="536870" y="766957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패널 머리"/>
          <p:cNvSpPr/>
          <p:nvPr/>
        </p:nvSpPr>
        <p:spPr>
          <a:xfrm>
            <a:off x="536870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" name="패널 머리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3" name="레일"/>
          <p:cNvSpPr/>
          <p:nvPr/>
        </p:nvSpPr>
        <p:spPr>
          <a:xfrm>
            <a:off x="569739" y="1040870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69739" y="1040870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2"/>
          </p:nvPr>
        </p:nvSpPr>
        <p:spPr>
          <a:xfrm>
            <a:off x="1243565" y="1029913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6" name="Connector 10"/>
          <p:cNvCxnSpPr/>
          <p:nvPr/>
        </p:nvCxnSpPr>
        <p:spPr>
          <a:xfrm>
            <a:off x="1243565" y="1427165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7" name="레일"/>
          <p:cNvSpPr/>
          <p:nvPr/>
        </p:nvSpPr>
        <p:spPr>
          <a:xfrm>
            <a:off x="569739" y="143812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69739" y="143812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4"/>
          </p:nvPr>
        </p:nvSpPr>
        <p:spPr>
          <a:xfrm>
            <a:off x="1243565" y="1427165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0" name="Connector 13"/>
          <p:cNvCxnSpPr/>
          <p:nvPr/>
        </p:nvCxnSpPr>
        <p:spPr>
          <a:xfrm>
            <a:off x="1243565" y="1824417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69739" y="183537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69739" y="183537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1243565" y="1824417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1243565" y="222167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69739" y="2232626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69739" y="2232626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1243565" y="222167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8" name="패널 외곽"/>
          <p:cNvSpPr/>
          <p:nvPr/>
        </p:nvSpPr>
        <p:spPr>
          <a:xfrm>
            <a:off x="3711522" y="766957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패널 머리"/>
          <p:cNvSpPr/>
          <p:nvPr/>
        </p:nvSpPr>
        <p:spPr>
          <a:xfrm>
            <a:off x="3711522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패널 머리"/>
          <p:cNvSpPr>
            <a:spLocks noGrp="1"/>
          </p:cNvSpPr>
          <p:nvPr>
            <p:ph type="body" sz="quarter" idx="29"/>
          </p:nvPr>
        </p:nvSpPr>
        <p:spPr>
          <a:xfrm>
            <a:off x="3711522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1" name="레일"/>
          <p:cNvSpPr/>
          <p:nvPr/>
        </p:nvSpPr>
        <p:spPr>
          <a:xfrm>
            <a:off x="3744391" y="1040870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3744391" y="1040870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3" name="패널 본문"/>
          <p:cNvSpPr>
            <a:spLocks noGrp="1"/>
          </p:cNvSpPr>
          <p:nvPr>
            <p:ph type="body" sz="quarter" idx="31"/>
          </p:nvPr>
        </p:nvSpPr>
        <p:spPr>
          <a:xfrm>
            <a:off x="4599000" y="1029913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599000" y="1427165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3744391" y="143812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3744391" y="143812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7" name="패널 본문"/>
          <p:cNvSpPr>
            <a:spLocks noGrp="1"/>
          </p:cNvSpPr>
          <p:nvPr>
            <p:ph type="body" sz="quarter" idx="33"/>
          </p:nvPr>
        </p:nvSpPr>
        <p:spPr>
          <a:xfrm>
            <a:off x="4599000" y="1427165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599000" y="1824417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3744391" y="183537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3744391" y="183537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1" name="패널 본문"/>
          <p:cNvSpPr>
            <a:spLocks noGrp="1"/>
          </p:cNvSpPr>
          <p:nvPr>
            <p:ph type="body" sz="quarter" idx="35"/>
          </p:nvPr>
        </p:nvSpPr>
        <p:spPr>
          <a:xfrm>
            <a:off x="4599000" y="1824417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599000" y="222167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3744391" y="2232626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3744391" y="2232626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4599000" y="222167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3분할 패널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패널 외곽"/>
          <p:cNvSpPr/>
          <p:nvPr/>
        </p:nvSpPr>
        <p:spPr>
          <a:xfrm>
            <a:off x="723130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패널 머리"/>
          <p:cNvSpPr/>
          <p:nvPr/>
        </p:nvSpPr>
        <p:spPr>
          <a:xfrm>
            <a:off x="723130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패널 머리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1"/>
          </p:nvPr>
        </p:nvSpPr>
        <p:spPr>
          <a:xfrm>
            <a:off x="745043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/>
          <p:nvPr/>
        </p:nvSpPr>
        <p:spPr>
          <a:xfrm>
            <a:off x="745043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요약 바"/>
          <p:cNvSpPr>
            <a:spLocks noGrp="1"/>
          </p:cNvSpPr>
          <p:nvPr>
            <p:ph type="body" sz="quarter" idx="22"/>
          </p:nvPr>
        </p:nvSpPr>
        <p:spPr>
          <a:xfrm>
            <a:off x="745043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외곽"/>
          <p:cNvSpPr/>
          <p:nvPr/>
        </p:nvSpPr>
        <p:spPr>
          <a:xfrm>
            <a:off x="2837739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패널 머리"/>
          <p:cNvSpPr/>
          <p:nvPr/>
        </p:nvSpPr>
        <p:spPr>
          <a:xfrm>
            <a:off x="2837739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패널 머리"/>
          <p:cNvSpPr>
            <a:spLocks noGrp="1"/>
          </p:cNvSpPr>
          <p:nvPr>
            <p:ph type="body" sz="quarter" idx="23"/>
          </p:nvPr>
        </p:nvSpPr>
        <p:spPr>
          <a:xfrm>
            <a:off x="2837739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2859652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9" name="요약 바"/>
          <p:cNvSpPr/>
          <p:nvPr/>
        </p:nvSpPr>
        <p:spPr>
          <a:xfrm>
            <a:off x="2859652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요약 바"/>
          <p:cNvSpPr>
            <a:spLocks noGrp="1"/>
          </p:cNvSpPr>
          <p:nvPr>
            <p:ph type="body" sz="quarter" idx="25"/>
          </p:nvPr>
        </p:nvSpPr>
        <p:spPr>
          <a:xfrm>
            <a:off x="2859652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1" name="패널 외곽"/>
          <p:cNvSpPr/>
          <p:nvPr/>
        </p:nvSpPr>
        <p:spPr>
          <a:xfrm>
            <a:off x="4952348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패널 머리"/>
          <p:cNvSpPr/>
          <p:nvPr/>
        </p:nvSpPr>
        <p:spPr>
          <a:xfrm>
            <a:off x="4952348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패널 머리"/>
          <p:cNvSpPr>
            <a:spLocks noGrp="1"/>
          </p:cNvSpPr>
          <p:nvPr>
            <p:ph type="body" sz="quarter" idx="26"/>
          </p:nvPr>
        </p:nvSpPr>
        <p:spPr>
          <a:xfrm>
            <a:off x="4952348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4" name="패널 본문"/>
          <p:cNvSpPr>
            <a:spLocks noGrp="1"/>
          </p:cNvSpPr>
          <p:nvPr>
            <p:ph type="body" sz="quarter" idx="27"/>
          </p:nvPr>
        </p:nvSpPr>
        <p:spPr>
          <a:xfrm>
            <a:off x="4974261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5" name="요약 바"/>
          <p:cNvSpPr/>
          <p:nvPr/>
        </p:nvSpPr>
        <p:spPr>
          <a:xfrm>
            <a:off x="4974261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요약 바"/>
          <p:cNvSpPr>
            <a:spLocks noGrp="1"/>
          </p:cNvSpPr>
          <p:nvPr>
            <p:ph type="body" sz="quarter" idx="28"/>
          </p:nvPr>
        </p:nvSpPr>
        <p:spPr>
          <a:xfrm>
            <a:off x="4974261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실적 구분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성과 띠(한 줄 · 두 줄 ·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  <p:sp>
        <p:nvSpPr>
          <p:cNvPr id="13" name="핵심성과 박스"/>
          <p:cNvSpPr/>
          <p:nvPr/>
        </p:nvSpPr>
        <p:spPr>
          <a:xfrm>
            <a:off x="723130" y="117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핵심성과 라벨"/>
          <p:cNvSpPr/>
          <p:nvPr/>
        </p:nvSpPr>
        <p:spPr>
          <a:xfrm>
            <a:off x="756000" y="120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756000" y="120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501043" y="119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  <p:sp>
        <p:nvSpPr>
          <p:cNvPr id="17" name="핵심성과 박스"/>
          <p:cNvSpPr/>
          <p:nvPr/>
        </p:nvSpPr>
        <p:spPr>
          <a:xfrm>
            <a:off x="723130" y="178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핵심성과 라벨"/>
          <p:cNvSpPr/>
          <p:nvPr/>
        </p:nvSpPr>
        <p:spPr>
          <a:xfrm>
            <a:off x="756000" y="182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9" name="핵심성과 라벨"/>
          <p:cNvSpPr>
            <a:spLocks noGrp="1"/>
          </p:cNvSpPr>
          <p:nvPr>
            <p:ph type="body" sz="quarter" idx="24"/>
          </p:nvPr>
        </p:nvSpPr>
        <p:spPr>
          <a:xfrm>
            <a:off x="756000" y="182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25"/>
          </p:nvPr>
        </p:nvSpPr>
        <p:spPr>
          <a:xfrm>
            <a:off x="1501043" y="180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연결 화살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삼각 화살표"/>
          <p:cNvSpPr/>
          <p:nvPr/>
        </p:nvSpPr>
        <p:spPr>
          <a:xfrm>
            <a:off x="3823826" y="794347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헤드라인 박스(라벨 + 큰 제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레일"/>
          <p:cNvSpPr/>
          <p:nvPr/>
        </p:nvSpPr>
        <p:spPr>
          <a:xfrm>
            <a:off x="723130" y="777913"/>
            <a:ext cx="602609" cy="52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" name="레일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02609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1" name="헤드라인 박스"/>
          <p:cNvSpPr/>
          <p:nvPr/>
        </p:nvSpPr>
        <p:spPr>
          <a:xfrm>
            <a:off x="1347652" y="777913"/>
            <a:ext cx="5675478" cy="525913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헤드라인 글"/>
          <p:cNvSpPr>
            <a:spLocks noGrp="1"/>
          </p:cNvSpPr>
          <p:nvPr>
            <p:ph type="body" sz="quarter" idx="21"/>
          </p:nvPr>
        </p:nvSpPr>
        <p:spPr>
          <a:xfrm>
            <a:off x="1402435" y="799826"/>
            <a:ext cx="5565913" cy="482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회색 배너(1~2줄 + 태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3" name="태그"/>
          <p:cNvSpPr/>
          <p:nvPr/>
        </p:nvSpPr>
        <p:spPr>
          <a:xfrm>
            <a:off x="1500671" y="104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500671" y="104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5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029913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칩 셀 복합 박스(안전 전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박스 외곽"/>
          <p:cNvSpPr/>
          <p:nvPr/>
        </p:nvSpPr>
        <p:spPr>
          <a:xfrm>
            <a:off x="723130" y="777913"/>
            <a:ext cx="6300000" cy="89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12" name="칩"/>
          <p:cNvSpPr/>
          <p:nvPr/>
        </p:nvSpPr>
        <p:spPr>
          <a:xfrm>
            <a:off x="1369565" y="832696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3" name="칩"/>
          <p:cNvSpPr>
            <a:spLocks noGrp="1"/>
          </p:cNvSpPr>
          <p:nvPr>
            <p:ph type="body" sz="quarter" idx="21"/>
          </p:nvPr>
        </p:nvSpPr>
        <p:spPr>
          <a:xfrm>
            <a:off x="1369565" y="832696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4" name="칩 셀 글"/>
          <p:cNvSpPr>
            <a:spLocks noGrp="1"/>
          </p:cNvSpPr>
          <p:nvPr>
            <p:ph type="body" sz="quarter" idx="22"/>
          </p:nvPr>
        </p:nvSpPr>
        <p:spPr>
          <a:xfrm>
            <a:off x="1753043" y="832696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15" name="칩"/>
          <p:cNvSpPr/>
          <p:nvPr/>
        </p:nvSpPr>
        <p:spPr>
          <a:xfrm>
            <a:off x="2502470" y="832696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칩"/>
          <p:cNvSpPr>
            <a:spLocks noGrp="1"/>
          </p:cNvSpPr>
          <p:nvPr>
            <p:ph type="body" sz="quarter" idx="23"/>
          </p:nvPr>
        </p:nvSpPr>
        <p:spPr>
          <a:xfrm>
            <a:off x="2502470" y="832696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17" name="칩 셀 글"/>
          <p:cNvSpPr>
            <a:spLocks noGrp="1"/>
          </p:cNvSpPr>
          <p:nvPr>
            <p:ph type="body" sz="quarter" idx="24"/>
          </p:nvPr>
        </p:nvSpPr>
        <p:spPr>
          <a:xfrm>
            <a:off x="2885948" y="832696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18" name="칩"/>
          <p:cNvSpPr/>
          <p:nvPr/>
        </p:nvSpPr>
        <p:spPr>
          <a:xfrm>
            <a:off x="1369565" y="122713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칩"/>
          <p:cNvSpPr>
            <a:spLocks noGrp="1"/>
          </p:cNvSpPr>
          <p:nvPr>
            <p:ph type="body" sz="quarter" idx="25"/>
          </p:nvPr>
        </p:nvSpPr>
        <p:spPr>
          <a:xfrm>
            <a:off x="1369565" y="122713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20" name="칩 셀 글"/>
          <p:cNvSpPr>
            <a:spLocks noGrp="1"/>
          </p:cNvSpPr>
          <p:nvPr>
            <p:ph type="body" sz="quarter" idx="26"/>
          </p:nvPr>
        </p:nvSpPr>
        <p:spPr>
          <a:xfrm>
            <a:off x="1753043" y="122713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21" name="칩"/>
          <p:cNvSpPr/>
          <p:nvPr/>
        </p:nvSpPr>
        <p:spPr>
          <a:xfrm>
            <a:off x="2502470" y="122713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칩"/>
          <p:cNvSpPr>
            <a:spLocks noGrp="1"/>
          </p:cNvSpPr>
          <p:nvPr>
            <p:ph type="body" sz="quarter" idx="27"/>
          </p:nvPr>
        </p:nvSpPr>
        <p:spPr>
          <a:xfrm>
            <a:off x="2502470" y="122713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칩 셀 글"/>
          <p:cNvSpPr>
            <a:spLocks noGrp="1"/>
          </p:cNvSpPr>
          <p:nvPr>
            <p:ph type="body" sz="quarter" idx="28"/>
          </p:nvPr>
        </p:nvSpPr>
        <p:spPr>
          <a:xfrm>
            <a:off x="2885948" y="122713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3635374" y="832696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전략 제목"/>
          <p:cNvSpPr>
            <a:spLocks noGrp="1"/>
          </p:cNvSpPr>
          <p:nvPr>
            <p:ph type="body" sz="quarter" idx="29"/>
          </p:nvPr>
        </p:nvSpPr>
        <p:spPr>
          <a:xfrm>
            <a:off x="3657287" y="810783"/>
            <a:ext cx="241218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26" name="타일"/>
          <p:cNvSpPr/>
          <p:nvPr/>
        </p:nvSpPr>
        <p:spPr>
          <a:xfrm>
            <a:off x="3657287" y="1051826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7" name="타일"/>
          <p:cNvSpPr>
            <a:spLocks noGrp="1"/>
          </p:cNvSpPr>
          <p:nvPr>
            <p:ph type="body" sz="quarter" idx="30"/>
          </p:nvPr>
        </p:nvSpPr>
        <p:spPr>
          <a:xfrm>
            <a:off x="3657287" y="1051826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28" name="타일"/>
          <p:cNvSpPr/>
          <p:nvPr/>
        </p:nvSpPr>
        <p:spPr>
          <a:xfrm>
            <a:off x="4874337" y="1051826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9" name="타일"/>
          <p:cNvSpPr>
            <a:spLocks noGrp="1"/>
          </p:cNvSpPr>
          <p:nvPr>
            <p:ph type="body" sz="quarter" idx="31"/>
          </p:nvPr>
        </p:nvSpPr>
        <p:spPr>
          <a:xfrm>
            <a:off x="4874337" y="1051826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30" name="타일"/>
          <p:cNvSpPr/>
          <p:nvPr/>
        </p:nvSpPr>
        <p:spPr>
          <a:xfrm>
            <a:off x="3657287" y="1336696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1" name="타일"/>
          <p:cNvSpPr>
            <a:spLocks noGrp="1"/>
          </p:cNvSpPr>
          <p:nvPr>
            <p:ph type="body" sz="quarter" idx="32"/>
          </p:nvPr>
        </p:nvSpPr>
        <p:spPr>
          <a:xfrm>
            <a:off x="3657287" y="1336696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32" name="타일"/>
          <p:cNvSpPr/>
          <p:nvPr/>
        </p:nvSpPr>
        <p:spPr>
          <a:xfrm>
            <a:off x="4874337" y="1336696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타일"/>
          <p:cNvSpPr>
            <a:spLocks noGrp="1"/>
          </p:cNvSpPr>
          <p:nvPr>
            <p:ph type="body" sz="quarter" idx="33"/>
          </p:nvPr>
        </p:nvSpPr>
        <p:spPr>
          <a:xfrm>
            <a:off x="4874337" y="1336696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34" name="요약 칸"/>
          <p:cNvSpPr/>
          <p:nvPr/>
        </p:nvSpPr>
        <p:spPr>
          <a:xfrm>
            <a:off x="6113301" y="832696"/>
            <a:ext cx="876960" cy="788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1600" rIns="21600" tIns="7200" bIns="7200" wrap="square"/>
          <a:lstStyle/>
          <a:p/>
        </p:txBody>
      </p:sp>
      <p:sp>
        <p:nvSpPr>
          <p:cNvPr id="35" name="요약 칸"/>
          <p:cNvSpPr>
            <a:spLocks noGrp="1"/>
          </p:cNvSpPr>
          <p:nvPr>
            <p:ph type="body" sz="quarter" idx="34"/>
          </p:nvPr>
        </p:nvSpPr>
        <p:spPr>
          <a:xfrm>
            <a:off x="6113301" y="832696"/>
            <a:ext cx="876960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CSF · PI · KPI · 로드맵 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머리칸"/>
          <p:cNvSpPr/>
          <p:nvPr/>
        </p:nvSpPr>
        <p:spPr>
          <a:xfrm>
            <a:off x="536870" y="766957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머리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12" name="머리칸"/>
          <p:cNvSpPr/>
          <p:nvPr/>
        </p:nvSpPr>
        <p:spPr>
          <a:xfrm>
            <a:off x="1172348" y="766957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172348" y="766957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14" name="머리칸"/>
          <p:cNvSpPr/>
          <p:nvPr/>
        </p:nvSpPr>
        <p:spPr>
          <a:xfrm>
            <a:off x="3052816" y="766957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052816" y="766957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16" name="머리칸"/>
          <p:cNvSpPr/>
          <p:nvPr/>
        </p:nvSpPr>
        <p:spPr>
          <a:xfrm>
            <a:off x="4821308" y="766957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4821308" y="766957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레일"/>
          <p:cNvSpPr/>
          <p:nvPr/>
        </p:nvSpPr>
        <p:spPr>
          <a:xfrm>
            <a:off x="536870" y="10080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36870" y="10080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20" name="PI 글"/>
          <p:cNvSpPr>
            <a:spLocks noGrp="1"/>
          </p:cNvSpPr>
          <p:nvPr>
            <p:ph type="body" sz="quarter" idx="25"/>
          </p:nvPr>
        </p:nvSpPr>
        <p:spPr>
          <a:xfrm>
            <a:off x="1172348" y="10080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21" name="KPI 칸"/>
          <p:cNvSpPr/>
          <p:nvPr/>
        </p:nvSpPr>
        <p:spPr>
          <a:xfrm>
            <a:off x="3052816" y="10080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3096642" y="106278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3096642" y="106278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24" name="KPI 글"/>
          <p:cNvSpPr>
            <a:spLocks noGrp="1"/>
          </p:cNvSpPr>
          <p:nvPr>
            <p:ph type="body" sz="quarter" idx="27"/>
          </p:nvPr>
        </p:nvSpPr>
        <p:spPr>
          <a:xfrm>
            <a:off x="3458614" y="104087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25" name="KPI 결과"/>
          <p:cNvSpPr/>
          <p:nvPr/>
        </p:nvSpPr>
        <p:spPr>
          <a:xfrm>
            <a:off x="3063772" y="14024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6" name="KPI 결과"/>
          <p:cNvSpPr>
            <a:spLocks noGrp="1"/>
          </p:cNvSpPr>
          <p:nvPr>
            <p:ph type="body" sz="quarter" idx="28"/>
          </p:nvPr>
        </p:nvSpPr>
        <p:spPr>
          <a:xfrm>
            <a:off x="3063772" y="14024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27" name="로드맵 칸"/>
          <p:cNvSpPr/>
          <p:nvPr/>
        </p:nvSpPr>
        <p:spPr>
          <a:xfrm>
            <a:off x="4821308" y="10080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단위"/>
          <p:cNvSpPr>
            <a:spLocks noGrp="1"/>
          </p:cNvSpPr>
          <p:nvPr>
            <p:ph type="body" sz="quarter" idx="29"/>
          </p:nvPr>
        </p:nvSpPr>
        <p:spPr>
          <a:xfrm>
            <a:off x="4843221" y="10189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29" name="Connector 18"/>
          <p:cNvCxnSpPr/>
          <p:nvPr/>
        </p:nvCxnSpPr>
        <p:spPr>
          <a:xfrm flipV="1">
            <a:off x="4898003" y="1323000"/>
            <a:ext cx="620724" cy="5752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0" name="Connector 19"/>
          <p:cNvCxnSpPr/>
          <p:nvPr/>
        </p:nvCxnSpPr>
        <p:spPr>
          <a:xfrm flipV="1">
            <a:off x="5518727" y="1284652"/>
            <a:ext cx="620723" cy="383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1" name="Connector 20"/>
          <p:cNvCxnSpPr/>
          <p:nvPr/>
        </p:nvCxnSpPr>
        <p:spPr>
          <a:xfrm flipV="1">
            <a:off x="6139450" y="1227130"/>
            <a:ext cx="620724" cy="5752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32" name="점"/>
          <p:cNvSpPr/>
          <p:nvPr/>
        </p:nvSpPr>
        <p:spPr>
          <a:xfrm>
            <a:off x="4876090" y="13586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0"/>
          </p:nvPr>
        </p:nvSpPr>
        <p:spPr>
          <a:xfrm>
            <a:off x="4733656" y="11833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1"/>
          </p:nvPr>
        </p:nvSpPr>
        <p:spPr>
          <a:xfrm>
            <a:off x="4755569" y="14243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35" name="점"/>
          <p:cNvSpPr/>
          <p:nvPr/>
        </p:nvSpPr>
        <p:spPr>
          <a:xfrm>
            <a:off x="5496814" y="1301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값"/>
          <p:cNvSpPr>
            <a:spLocks noGrp="1"/>
          </p:cNvSpPr>
          <p:nvPr>
            <p:ph type="body" sz="quarter" idx="32"/>
          </p:nvPr>
        </p:nvSpPr>
        <p:spPr>
          <a:xfrm>
            <a:off x="5354379" y="1125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33"/>
          </p:nvPr>
        </p:nvSpPr>
        <p:spPr>
          <a:xfrm>
            <a:off x="5376292" y="14243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38" name="점"/>
          <p:cNvSpPr/>
          <p:nvPr/>
        </p:nvSpPr>
        <p:spPr>
          <a:xfrm>
            <a:off x="6117537" y="1262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값"/>
          <p:cNvSpPr>
            <a:spLocks noGrp="1"/>
          </p:cNvSpPr>
          <p:nvPr>
            <p:ph type="body" sz="quarter" idx="34"/>
          </p:nvPr>
        </p:nvSpPr>
        <p:spPr>
          <a:xfrm>
            <a:off x="5975103" y="10874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35"/>
          </p:nvPr>
        </p:nvSpPr>
        <p:spPr>
          <a:xfrm>
            <a:off x="5997016" y="14243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1" name="점"/>
          <p:cNvSpPr/>
          <p:nvPr/>
        </p:nvSpPr>
        <p:spPr>
          <a:xfrm>
            <a:off x="6738261" y="1205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6595826" y="1029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6617739" y="14243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44" name="Connector 33"/>
          <p:cNvCxnSpPr/>
          <p:nvPr/>
        </p:nvCxnSpPr>
        <p:spPr>
          <a:xfrm>
            <a:off x="4854177" y="14133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36870" y="16544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36870" y="16544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47" name="PI 글"/>
          <p:cNvSpPr>
            <a:spLocks noGrp="1"/>
          </p:cNvSpPr>
          <p:nvPr>
            <p:ph type="body" sz="quarter" idx="39"/>
          </p:nvPr>
        </p:nvSpPr>
        <p:spPr>
          <a:xfrm>
            <a:off x="1172348" y="16544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48" name="KPI 칸"/>
          <p:cNvSpPr/>
          <p:nvPr/>
        </p:nvSpPr>
        <p:spPr>
          <a:xfrm>
            <a:off x="3052816" y="16544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3096642" y="1709217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40"/>
          </p:nvPr>
        </p:nvSpPr>
        <p:spPr>
          <a:xfrm>
            <a:off x="3096642" y="1709217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51" name="KPI 글"/>
          <p:cNvSpPr>
            <a:spLocks noGrp="1"/>
          </p:cNvSpPr>
          <p:nvPr>
            <p:ph type="body" sz="quarter" idx="41"/>
          </p:nvPr>
        </p:nvSpPr>
        <p:spPr>
          <a:xfrm>
            <a:off x="3458614" y="1687304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52" name="KPI 결과"/>
          <p:cNvSpPr/>
          <p:nvPr/>
        </p:nvSpPr>
        <p:spPr>
          <a:xfrm>
            <a:off x="3063772" y="20488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3" name="KPI 결과"/>
          <p:cNvSpPr>
            <a:spLocks noGrp="1"/>
          </p:cNvSpPr>
          <p:nvPr>
            <p:ph type="body" sz="quarter" idx="42"/>
          </p:nvPr>
        </p:nvSpPr>
        <p:spPr>
          <a:xfrm>
            <a:off x="3063772" y="20488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54" name="로드맵 칸"/>
          <p:cNvSpPr/>
          <p:nvPr/>
        </p:nvSpPr>
        <p:spPr>
          <a:xfrm>
            <a:off x="4821308" y="16544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단위"/>
          <p:cNvSpPr>
            <a:spLocks noGrp="1"/>
          </p:cNvSpPr>
          <p:nvPr>
            <p:ph type="body" sz="quarter" idx="43"/>
          </p:nvPr>
        </p:nvSpPr>
        <p:spPr>
          <a:xfrm>
            <a:off x="4843221" y="16653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56" name="Connector 42"/>
          <p:cNvCxnSpPr/>
          <p:nvPr/>
        </p:nvCxnSpPr>
        <p:spPr>
          <a:xfrm flipV="1">
            <a:off x="4898003" y="1983130"/>
            <a:ext cx="620724" cy="4382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57" name="Connector 43"/>
          <p:cNvCxnSpPr/>
          <p:nvPr/>
        </p:nvCxnSpPr>
        <p:spPr>
          <a:xfrm flipV="1">
            <a:off x="5518727" y="1939304"/>
            <a:ext cx="620723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58" name="Connector 44"/>
          <p:cNvCxnSpPr/>
          <p:nvPr/>
        </p:nvCxnSpPr>
        <p:spPr>
          <a:xfrm flipV="1">
            <a:off x="6139450" y="1873565"/>
            <a:ext cx="620724" cy="657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59" name="점"/>
          <p:cNvSpPr/>
          <p:nvPr/>
        </p:nvSpPr>
        <p:spPr>
          <a:xfrm>
            <a:off x="4876090" y="200504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값"/>
          <p:cNvSpPr>
            <a:spLocks noGrp="1"/>
          </p:cNvSpPr>
          <p:nvPr>
            <p:ph type="body" sz="quarter" idx="44"/>
          </p:nvPr>
        </p:nvSpPr>
        <p:spPr>
          <a:xfrm>
            <a:off x="4733656" y="182973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45"/>
          </p:nvPr>
        </p:nvSpPr>
        <p:spPr>
          <a:xfrm>
            <a:off x="4755569" y="20707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62" name="점"/>
          <p:cNvSpPr/>
          <p:nvPr/>
        </p:nvSpPr>
        <p:spPr>
          <a:xfrm>
            <a:off x="5496814" y="1961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6"/>
          </p:nvPr>
        </p:nvSpPr>
        <p:spPr>
          <a:xfrm>
            <a:off x="5354379" y="1785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7"/>
          </p:nvPr>
        </p:nvSpPr>
        <p:spPr>
          <a:xfrm>
            <a:off x="5376292" y="20707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65" name="점"/>
          <p:cNvSpPr/>
          <p:nvPr/>
        </p:nvSpPr>
        <p:spPr>
          <a:xfrm>
            <a:off x="6117537" y="1917391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8"/>
          </p:nvPr>
        </p:nvSpPr>
        <p:spPr>
          <a:xfrm>
            <a:off x="5975103" y="1742087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49"/>
          </p:nvPr>
        </p:nvSpPr>
        <p:spPr>
          <a:xfrm>
            <a:off x="5997016" y="20707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68" name="점"/>
          <p:cNvSpPr/>
          <p:nvPr/>
        </p:nvSpPr>
        <p:spPr>
          <a:xfrm>
            <a:off x="6738261" y="1851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0"/>
          </p:nvPr>
        </p:nvSpPr>
        <p:spPr>
          <a:xfrm>
            <a:off x="6595826" y="1676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1"/>
          </p:nvPr>
        </p:nvSpPr>
        <p:spPr>
          <a:xfrm>
            <a:off x="6617739" y="20707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71" name="Connector 57"/>
          <p:cNvCxnSpPr/>
          <p:nvPr/>
        </p:nvCxnSpPr>
        <p:spPr>
          <a:xfrm>
            <a:off x="4854177" y="20598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36870" y="230087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536870" y="230087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74" name="PI 글"/>
          <p:cNvSpPr>
            <a:spLocks noGrp="1"/>
          </p:cNvSpPr>
          <p:nvPr>
            <p:ph type="body" sz="quarter" idx="53"/>
          </p:nvPr>
        </p:nvSpPr>
        <p:spPr>
          <a:xfrm>
            <a:off x="1172348" y="230087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75" name="KPI 칸"/>
          <p:cNvSpPr/>
          <p:nvPr/>
        </p:nvSpPr>
        <p:spPr>
          <a:xfrm>
            <a:off x="3052816" y="230087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태그"/>
          <p:cNvSpPr/>
          <p:nvPr/>
        </p:nvSpPr>
        <p:spPr>
          <a:xfrm>
            <a:off x="3096642" y="235565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54"/>
          </p:nvPr>
        </p:nvSpPr>
        <p:spPr>
          <a:xfrm>
            <a:off x="3096642" y="235565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78" name="KPI 글"/>
          <p:cNvSpPr>
            <a:spLocks noGrp="1"/>
          </p:cNvSpPr>
          <p:nvPr>
            <p:ph type="body" sz="quarter" idx="55"/>
          </p:nvPr>
        </p:nvSpPr>
        <p:spPr>
          <a:xfrm>
            <a:off x="3458614" y="2333739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79" name="KPI 결과"/>
          <p:cNvSpPr/>
          <p:nvPr/>
        </p:nvSpPr>
        <p:spPr>
          <a:xfrm>
            <a:off x="3063772" y="2695304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KPI 결과"/>
          <p:cNvSpPr>
            <a:spLocks noGrp="1"/>
          </p:cNvSpPr>
          <p:nvPr>
            <p:ph type="body" sz="quarter" idx="56"/>
          </p:nvPr>
        </p:nvSpPr>
        <p:spPr>
          <a:xfrm>
            <a:off x="3063772" y="2695304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81" name="로드맵 칸"/>
          <p:cNvSpPr/>
          <p:nvPr/>
        </p:nvSpPr>
        <p:spPr>
          <a:xfrm>
            <a:off x="4821308" y="230087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단위"/>
          <p:cNvSpPr>
            <a:spLocks noGrp="1"/>
          </p:cNvSpPr>
          <p:nvPr>
            <p:ph type="body" sz="quarter" idx="57"/>
          </p:nvPr>
        </p:nvSpPr>
        <p:spPr>
          <a:xfrm>
            <a:off x="4843221" y="2311826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83" name="Connector 66"/>
          <p:cNvCxnSpPr/>
          <p:nvPr/>
        </p:nvCxnSpPr>
        <p:spPr>
          <a:xfrm flipV="1">
            <a:off x="4898003" y="2622261"/>
            <a:ext cx="620724" cy="5113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84" name="Connector 67"/>
          <p:cNvCxnSpPr/>
          <p:nvPr/>
        </p:nvCxnSpPr>
        <p:spPr>
          <a:xfrm flipV="1">
            <a:off x="5518727" y="2579652"/>
            <a:ext cx="620723" cy="4260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85" name="Connector 68"/>
          <p:cNvCxnSpPr/>
          <p:nvPr/>
        </p:nvCxnSpPr>
        <p:spPr>
          <a:xfrm flipV="1">
            <a:off x="6139450" y="2520000"/>
            <a:ext cx="620724" cy="596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86" name="점"/>
          <p:cNvSpPr/>
          <p:nvPr/>
        </p:nvSpPr>
        <p:spPr>
          <a:xfrm>
            <a:off x="4876090" y="2651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58"/>
          </p:nvPr>
        </p:nvSpPr>
        <p:spPr>
          <a:xfrm>
            <a:off x="4733656" y="247617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59"/>
          </p:nvPr>
        </p:nvSpPr>
        <p:spPr>
          <a:xfrm>
            <a:off x="4755569" y="2717217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89" name="점"/>
          <p:cNvSpPr/>
          <p:nvPr/>
        </p:nvSpPr>
        <p:spPr>
          <a:xfrm>
            <a:off x="5496814" y="26003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0"/>
          </p:nvPr>
        </p:nvSpPr>
        <p:spPr>
          <a:xfrm>
            <a:off x="5354379" y="24250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1"/>
          </p:nvPr>
        </p:nvSpPr>
        <p:spPr>
          <a:xfrm>
            <a:off x="5376292" y="2717217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92" name="점"/>
          <p:cNvSpPr/>
          <p:nvPr/>
        </p:nvSpPr>
        <p:spPr>
          <a:xfrm>
            <a:off x="6117537" y="2557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값"/>
          <p:cNvSpPr>
            <a:spLocks noGrp="1"/>
          </p:cNvSpPr>
          <p:nvPr>
            <p:ph type="body" sz="quarter" idx="62"/>
          </p:nvPr>
        </p:nvSpPr>
        <p:spPr>
          <a:xfrm>
            <a:off x="5975103" y="23824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63"/>
          </p:nvPr>
        </p:nvSpPr>
        <p:spPr>
          <a:xfrm>
            <a:off x="5997016" y="2717217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95" name="점"/>
          <p:cNvSpPr/>
          <p:nvPr/>
        </p:nvSpPr>
        <p:spPr>
          <a:xfrm>
            <a:off x="6738261" y="249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4"/>
          </p:nvPr>
        </p:nvSpPr>
        <p:spPr>
          <a:xfrm>
            <a:off x="6595826" y="232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5"/>
          </p:nvPr>
        </p:nvSpPr>
        <p:spPr>
          <a:xfrm>
            <a:off x="6617739" y="2717217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98" name="Connector 81"/>
          <p:cNvCxnSpPr/>
          <p:nvPr/>
        </p:nvCxnSpPr>
        <p:spPr>
          <a:xfrm>
            <a:off x="4854177" y="270626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지표 카드 매트릭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행 틀"/>
          <p:cNvSpPr/>
          <p:nvPr/>
        </p:nvSpPr>
        <p:spPr>
          <a:xfrm>
            <a:off x="723130" y="777913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분야 라벨"/>
          <p:cNvSpPr/>
          <p:nvPr/>
        </p:nvSpPr>
        <p:spPr>
          <a:xfrm>
            <a:off x="745043" y="799826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분야 라벨"/>
          <p:cNvSpPr>
            <a:spLocks noGrp="1"/>
          </p:cNvSpPr>
          <p:nvPr>
            <p:ph type="body" sz="quarter" idx="20"/>
          </p:nvPr>
        </p:nvSpPr>
        <p:spPr>
          <a:xfrm>
            <a:off x="745043" y="799826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2" name="개수"/>
          <p:cNvSpPr>
            <a:spLocks noGrp="1"/>
          </p:cNvSpPr>
          <p:nvPr>
            <p:ph type="body" sz="quarter" idx="21"/>
          </p:nvPr>
        </p:nvSpPr>
        <p:spPr>
          <a:xfrm>
            <a:off x="745043" y="1106609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13" name="카드"/>
          <p:cNvSpPr/>
          <p:nvPr/>
        </p:nvSpPr>
        <p:spPr>
          <a:xfrm>
            <a:off x="1490087" y="799826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카드 머리"/>
          <p:cNvSpPr/>
          <p:nvPr/>
        </p:nvSpPr>
        <p:spPr>
          <a:xfrm>
            <a:off x="1490087" y="799826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태그"/>
          <p:cNvSpPr/>
          <p:nvPr/>
        </p:nvSpPr>
        <p:spPr>
          <a:xfrm>
            <a:off x="1522957" y="821739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태그"/>
          <p:cNvSpPr>
            <a:spLocks noGrp="1"/>
          </p:cNvSpPr>
          <p:nvPr>
            <p:ph type="body" sz="quarter" idx="22"/>
          </p:nvPr>
        </p:nvSpPr>
        <p:spPr>
          <a:xfrm>
            <a:off x="1522957" y="821739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3"/>
          </p:nvPr>
        </p:nvSpPr>
        <p:spPr>
          <a:xfrm>
            <a:off x="1884929" y="799826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18" name="카드 부제"/>
          <p:cNvSpPr>
            <a:spLocks noGrp="1"/>
          </p:cNvSpPr>
          <p:nvPr>
            <p:ph type="body" sz="quarter" idx="24"/>
          </p:nvPr>
        </p:nvSpPr>
        <p:spPr>
          <a:xfrm>
            <a:off x="1512000" y="1008000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19" name="막대"/>
          <p:cNvSpPr/>
          <p:nvPr/>
        </p:nvSpPr>
        <p:spPr>
          <a:xfrm>
            <a:off x="1654435" y="1468174"/>
            <a:ext cx="186261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값"/>
          <p:cNvSpPr>
            <a:spLocks noGrp="1"/>
          </p:cNvSpPr>
          <p:nvPr>
            <p:ph type="body" sz="quarter" idx="25"/>
          </p:nvPr>
        </p:nvSpPr>
        <p:spPr>
          <a:xfrm>
            <a:off x="1544870" y="1292870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26"/>
          </p:nvPr>
        </p:nvSpPr>
        <p:spPr>
          <a:xfrm>
            <a:off x="1544870" y="1544870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2" name="막대"/>
          <p:cNvSpPr/>
          <p:nvPr/>
        </p:nvSpPr>
        <p:spPr>
          <a:xfrm>
            <a:off x="2147478" y="1439200"/>
            <a:ext cx="186261" cy="10567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값"/>
          <p:cNvSpPr>
            <a:spLocks noGrp="1"/>
          </p:cNvSpPr>
          <p:nvPr>
            <p:ph type="body" sz="quarter" idx="27"/>
          </p:nvPr>
        </p:nvSpPr>
        <p:spPr>
          <a:xfrm>
            <a:off x="2037913" y="1263896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28"/>
          </p:nvPr>
        </p:nvSpPr>
        <p:spPr>
          <a:xfrm>
            <a:off x="2037913" y="1544870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25" name="막대"/>
          <p:cNvSpPr/>
          <p:nvPr/>
        </p:nvSpPr>
        <p:spPr>
          <a:xfrm>
            <a:off x="2640522" y="1391478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값"/>
          <p:cNvSpPr>
            <a:spLocks noGrp="1"/>
          </p:cNvSpPr>
          <p:nvPr>
            <p:ph type="body" sz="quarter" idx="29"/>
          </p:nvPr>
        </p:nvSpPr>
        <p:spPr>
          <a:xfrm>
            <a:off x="2530957" y="1216174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27" name="연도"/>
          <p:cNvSpPr>
            <a:spLocks noGrp="1"/>
          </p:cNvSpPr>
          <p:nvPr>
            <p:ph type="body" sz="quarter" idx="30"/>
          </p:nvPr>
        </p:nvSpPr>
        <p:spPr>
          <a:xfrm>
            <a:off x="2530957" y="1544870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8" name="카드"/>
          <p:cNvSpPr/>
          <p:nvPr/>
        </p:nvSpPr>
        <p:spPr>
          <a:xfrm>
            <a:off x="4262087" y="799826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카드 머리"/>
          <p:cNvSpPr/>
          <p:nvPr/>
        </p:nvSpPr>
        <p:spPr>
          <a:xfrm>
            <a:off x="4262087" y="799826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4294957" y="821739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1"/>
          </p:nvPr>
        </p:nvSpPr>
        <p:spPr>
          <a:xfrm>
            <a:off x="4294957" y="821739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2"/>
          </p:nvPr>
        </p:nvSpPr>
        <p:spPr>
          <a:xfrm>
            <a:off x="4656929" y="799826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33" name="카드 부제"/>
          <p:cNvSpPr>
            <a:spLocks noGrp="1"/>
          </p:cNvSpPr>
          <p:nvPr>
            <p:ph type="body" sz="quarter" idx="33"/>
          </p:nvPr>
        </p:nvSpPr>
        <p:spPr>
          <a:xfrm>
            <a:off x="4284000" y="1008000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34" name="현재"/>
          <p:cNvSpPr/>
          <p:nvPr/>
        </p:nvSpPr>
        <p:spPr>
          <a:xfrm>
            <a:off x="4316870" y="1249043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현재"/>
          <p:cNvSpPr>
            <a:spLocks noGrp="1"/>
          </p:cNvSpPr>
          <p:nvPr>
            <p:ph type="body" sz="quarter" idx="34"/>
          </p:nvPr>
        </p:nvSpPr>
        <p:spPr>
          <a:xfrm>
            <a:off x="4316870" y="1249043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5565913" y="1342173"/>
            <a:ext cx="131478" cy="219131"/>
          </a:xfrm>
          <a:custGeom>
            <a:avLst/>
            <a:gdLst/>
            <a:ahLst/>
            <a:cxnLst/>
            <a:rect l="l" t="t" r="r" b="b"/>
            <a:pathLst>
              <a:path w="131478" h="219131">
                <a:moveTo>
                  <a:pt x="0" y="0"/>
                </a:moveTo>
                <a:lnTo>
                  <a:pt x="0" y="219131"/>
                </a:lnTo>
                <a:lnTo>
                  <a:pt x="131478" y="10956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목표"/>
          <p:cNvSpPr/>
          <p:nvPr/>
        </p:nvSpPr>
        <p:spPr>
          <a:xfrm>
            <a:off x="5741217" y="1249043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8" name="목표"/>
          <p:cNvSpPr>
            <a:spLocks noGrp="1"/>
          </p:cNvSpPr>
          <p:nvPr>
            <p:ph type="body" sz="quarter" idx="35"/>
          </p:nvPr>
        </p:nvSpPr>
        <p:spPr>
          <a:xfrm>
            <a:off x="5741217" y="1249043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39" name="행 틀"/>
          <p:cNvSpPr/>
          <p:nvPr/>
        </p:nvSpPr>
        <p:spPr>
          <a:xfrm>
            <a:off x="723130" y="1774957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분야 라벨"/>
          <p:cNvSpPr/>
          <p:nvPr/>
        </p:nvSpPr>
        <p:spPr>
          <a:xfrm>
            <a:off x="745043" y="1796870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1" name="분야 라벨"/>
          <p:cNvSpPr>
            <a:spLocks noGrp="1"/>
          </p:cNvSpPr>
          <p:nvPr>
            <p:ph type="body" sz="quarter" idx="36"/>
          </p:nvPr>
        </p:nvSpPr>
        <p:spPr>
          <a:xfrm>
            <a:off x="745043" y="1796870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42" name="개수"/>
          <p:cNvSpPr>
            <a:spLocks noGrp="1"/>
          </p:cNvSpPr>
          <p:nvPr>
            <p:ph type="body" sz="quarter" idx="37"/>
          </p:nvPr>
        </p:nvSpPr>
        <p:spPr>
          <a:xfrm>
            <a:off x="745043" y="2103652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43" name="카드"/>
          <p:cNvSpPr/>
          <p:nvPr/>
        </p:nvSpPr>
        <p:spPr>
          <a:xfrm>
            <a:off x="1490087" y="1796870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카드 머리"/>
          <p:cNvSpPr/>
          <p:nvPr/>
        </p:nvSpPr>
        <p:spPr>
          <a:xfrm>
            <a:off x="1490087" y="1796870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1522957" y="181878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522957" y="181878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9"/>
          </p:nvPr>
        </p:nvSpPr>
        <p:spPr>
          <a:xfrm>
            <a:off x="1884929" y="1796870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48" name="카드 부제"/>
          <p:cNvSpPr>
            <a:spLocks noGrp="1"/>
          </p:cNvSpPr>
          <p:nvPr>
            <p:ph type="body" sz="quarter" idx="40"/>
          </p:nvPr>
        </p:nvSpPr>
        <p:spPr>
          <a:xfrm>
            <a:off x="1512000" y="200504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49" name="막대"/>
          <p:cNvSpPr/>
          <p:nvPr/>
        </p:nvSpPr>
        <p:spPr>
          <a:xfrm>
            <a:off x="1654435" y="2415591"/>
            <a:ext cx="186261" cy="126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1544870" y="2240286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1544870" y="2541913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2" name="막대"/>
          <p:cNvSpPr/>
          <p:nvPr/>
        </p:nvSpPr>
        <p:spPr>
          <a:xfrm>
            <a:off x="2147478" y="2397545"/>
            <a:ext cx="186261" cy="14436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2037913" y="2222240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2037913" y="2541913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55" name="막대"/>
          <p:cNvSpPr/>
          <p:nvPr/>
        </p:nvSpPr>
        <p:spPr>
          <a:xfrm>
            <a:off x="2640522" y="2388522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5"/>
          </p:nvPr>
        </p:nvSpPr>
        <p:spPr>
          <a:xfrm>
            <a:off x="2530957" y="2213217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6"/>
          </p:nvPr>
        </p:nvSpPr>
        <p:spPr>
          <a:xfrm>
            <a:off x="2530957" y="2541913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58" name="카드"/>
          <p:cNvSpPr/>
          <p:nvPr/>
        </p:nvSpPr>
        <p:spPr>
          <a:xfrm>
            <a:off x="4262087" y="1796870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카드 머리"/>
          <p:cNvSpPr/>
          <p:nvPr/>
        </p:nvSpPr>
        <p:spPr>
          <a:xfrm>
            <a:off x="4262087" y="1796870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4294957" y="181878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7"/>
          </p:nvPr>
        </p:nvSpPr>
        <p:spPr>
          <a:xfrm>
            <a:off x="4294957" y="181878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62" name="카드 제목"/>
          <p:cNvSpPr>
            <a:spLocks noGrp="1"/>
          </p:cNvSpPr>
          <p:nvPr>
            <p:ph type="body" sz="quarter" idx="48"/>
          </p:nvPr>
        </p:nvSpPr>
        <p:spPr>
          <a:xfrm>
            <a:off x="4656929" y="1796870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63" name="카드 부제"/>
          <p:cNvSpPr>
            <a:spLocks noGrp="1"/>
          </p:cNvSpPr>
          <p:nvPr>
            <p:ph type="body" sz="quarter" idx="49"/>
          </p:nvPr>
        </p:nvSpPr>
        <p:spPr>
          <a:xfrm>
            <a:off x="4284000" y="200504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64" name="현재"/>
          <p:cNvSpPr/>
          <p:nvPr/>
        </p:nvSpPr>
        <p:spPr>
          <a:xfrm>
            <a:off x="4316870" y="2246087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현재"/>
          <p:cNvSpPr>
            <a:spLocks noGrp="1"/>
          </p:cNvSpPr>
          <p:nvPr>
            <p:ph type="body" sz="quarter" idx="50"/>
          </p:nvPr>
        </p:nvSpPr>
        <p:spPr>
          <a:xfrm>
            <a:off x="4316870" y="2246087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66" name="삼각 화살표"/>
          <p:cNvSpPr/>
          <p:nvPr/>
        </p:nvSpPr>
        <p:spPr>
          <a:xfrm>
            <a:off x="5565913" y="2339217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목표"/>
          <p:cNvSpPr/>
          <p:nvPr/>
        </p:nvSpPr>
        <p:spPr>
          <a:xfrm>
            <a:off x="5741217" y="2246087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목표"/>
          <p:cNvSpPr>
            <a:spLocks noGrp="1"/>
          </p:cNvSpPr>
          <p:nvPr>
            <p:ph type="body" sz="quarter" idx="51"/>
          </p:nvPr>
        </p:nvSpPr>
        <p:spPr>
          <a:xfrm>
            <a:off x="5741217" y="2246087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라벨 · 요약 · 사진 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행 틀"/>
          <p:cNvSpPr/>
          <p:nvPr/>
        </p:nvSpPr>
        <p:spPr>
          <a:xfrm>
            <a:off x="536870" y="766957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13" name="행 글"/>
          <p:cNvSpPr>
            <a:spLocks noGrp="1"/>
          </p:cNvSpPr>
          <p:nvPr>
            <p:ph type="body" sz="quarter" idx="21"/>
          </p:nvPr>
        </p:nvSpPr>
        <p:spPr>
          <a:xfrm>
            <a:off x="1172348" y="766957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14" name="요약 박스"/>
          <p:cNvSpPr/>
          <p:nvPr/>
        </p:nvSpPr>
        <p:spPr>
          <a:xfrm>
            <a:off x="4452511" y="799826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" name="요약 박스"/>
          <p:cNvSpPr>
            <a:spLocks noGrp="1"/>
          </p:cNvSpPr>
          <p:nvPr>
            <p:ph type="body" sz="quarter" idx="22"/>
          </p:nvPr>
        </p:nvSpPr>
        <p:spPr>
          <a:xfrm>
            <a:off x="4452511" y="799826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16" name="사진 칸"/>
          <p:cNvSpPr/>
          <p:nvPr/>
        </p:nvSpPr>
        <p:spPr>
          <a:xfrm>
            <a:off x="5381186" y="788870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381186" y="788870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8" name="행 틀"/>
          <p:cNvSpPr/>
          <p:nvPr/>
        </p:nvSpPr>
        <p:spPr>
          <a:xfrm>
            <a:off x="536870" y="1380522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391478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391478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21" name="행 글"/>
          <p:cNvSpPr>
            <a:spLocks noGrp="1"/>
          </p:cNvSpPr>
          <p:nvPr>
            <p:ph type="body" sz="quarter" idx="25"/>
          </p:nvPr>
        </p:nvSpPr>
        <p:spPr>
          <a:xfrm>
            <a:off x="1172348" y="1380522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22" name="요약 박스"/>
          <p:cNvSpPr/>
          <p:nvPr/>
        </p:nvSpPr>
        <p:spPr>
          <a:xfrm>
            <a:off x="4452511" y="1413391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3" name="요약 박스"/>
          <p:cNvSpPr>
            <a:spLocks noGrp="1"/>
          </p:cNvSpPr>
          <p:nvPr>
            <p:ph type="body" sz="quarter" idx="26"/>
          </p:nvPr>
        </p:nvSpPr>
        <p:spPr>
          <a:xfrm>
            <a:off x="4452511" y="1413391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24" name="사진 칸"/>
          <p:cNvSpPr/>
          <p:nvPr/>
        </p:nvSpPr>
        <p:spPr>
          <a:xfrm>
            <a:off x="5381186" y="1402435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5" name="사진 칸"/>
          <p:cNvSpPr>
            <a:spLocks noGrp="1"/>
          </p:cNvSpPr>
          <p:nvPr>
            <p:ph type="body" sz="quarter" idx="27"/>
          </p:nvPr>
        </p:nvSpPr>
        <p:spPr>
          <a:xfrm>
            <a:off x="5381186" y="1402435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Best Practice 박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박스 외곽"/>
          <p:cNvSpPr/>
          <p:nvPr/>
        </p:nvSpPr>
        <p:spPr>
          <a:xfrm>
            <a:off x="723130" y="777913"/>
            <a:ext cx="6300000" cy="1040870"/>
          </a:xfrm>
          <a:prstGeom prst="rect">
            <a:avLst/>
          </a:prstGeom>
          <a:solidFill>
            <a:srgbClr val="FFFFFF"/>
          </a:solidFill>
          <a:ln w="285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BP 라벨"/>
          <p:cNvSpPr/>
          <p:nvPr/>
        </p:nvSpPr>
        <p:spPr>
          <a:xfrm>
            <a:off x="723130" y="777913"/>
            <a:ext cx="712174" cy="104087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BP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712174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12" name="제목 띠"/>
          <p:cNvSpPr/>
          <p:nvPr/>
        </p:nvSpPr>
        <p:spPr>
          <a:xfrm>
            <a:off x="1457217" y="799826"/>
            <a:ext cx="5544000" cy="30678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BP 제목"/>
          <p:cNvSpPr>
            <a:spLocks noGrp="1"/>
          </p:cNvSpPr>
          <p:nvPr>
            <p:ph type="body" sz="quarter" idx="21"/>
          </p:nvPr>
        </p:nvSpPr>
        <p:spPr>
          <a:xfrm>
            <a:off x="1544870" y="799826"/>
            <a:ext cx="5412522" cy="30678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 spc="-8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14" name="BP 문장"/>
          <p:cNvSpPr>
            <a:spLocks noGrp="1"/>
          </p:cNvSpPr>
          <p:nvPr>
            <p:ph type="body" sz="quarter" idx="22"/>
          </p:nvPr>
        </p:nvSpPr>
        <p:spPr>
          <a:xfrm>
            <a:off x="1522957" y="1139478"/>
            <a:ext cx="5434435" cy="635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번호 과제 그룹(분야 박스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그룹 틀"/>
          <p:cNvSpPr/>
          <p:nvPr/>
        </p:nvSpPr>
        <p:spPr>
          <a:xfrm>
            <a:off x="536870" y="986087"/>
            <a:ext cx="6300000" cy="1764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캡션"/>
          <p:cNvSpPr/>
          <p:nvPr/>
        </p:nvSpPr>
        <p:spPr>
          <a:xfrm>
            <a:off x="1292870" y="766957"/>
            <a:ext cx="4788000" cy="21913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" name="캡션"/>
          <p:cNvSpPr>
            <a:spLocks noGrp="1"/>
          </p:cNvSpPr>
          <p:nvPr>
            <p:ph type="body" sz="quarter" idx="20"/>
          </p:nvPr>
        </p:nvSpPr>
        <p:spPr>
          <a:xfrm>
            <a:off x="1292870" y="766957"/>
            <a:ext cx="478800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13" name="분야 박스"/>
          <p:cNvSpPr/>
          <p:nvPr/>
        </p:nvSpPr>
        <p:spPr>
          <a:xfrm>
            <a:off x="591652" y="1051826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분야 머리"/>
          <p:cNvSpPr>
            <a:spLocks noGrp="1"/>
          </p:cNvSpPr>
          <p:nvPr>
            <p:ph type="body" sz="quarter" idx="21"/>
          </p:nvPr>
        </p:nvSpPr>
        <p:spPr>
          <a:xfrm>
            <a:off x="591652" y="1062783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5" name="번호"/>
          <p:cNvSpPr/>
          <p:nvPr/>
        </p:nvSpPr>
        <p:spPr>
          <a:xfrm>
            <a:off x="635478" y="1555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6" name="번호"/>
          <p:cNvSpPr>
            <a:spLocks noGrp="1"/>
          </p:cNvSpPr>
          <p:nvPr>
            <p:ph type="body" sz="quarter" idx="22"/>
          </p:nvPr>
        </p:nvSpPr>
        <p:spPr>
          <a:xfrm>
            <a:off x="635478" y="1555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과제 글"/>
          <p:cNvSpPr>
            <a:spLocks noGrp="1"/>
          </p:cNvSpPr>
          <p:nvPr>
            <p:ph type="body" sz="quarter" idx="23"/>
          </p:nvPr>
        </p:nvSpPr>
        <p:spPr>
          <a:xfrm>
            <a:off x="854609" y="1522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8" name="번호"/>
          <p:cNvSpPr/>
          <p:nvPr/>
        </p:nvSpPr>
        <p:spPr>
          <a:xfrm>
            <a:off x="635478" y="1928348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9" name="번호"/>
          <p:cNvSpPr>
            <a:spLocks noGrp="1"/>
          </p:cNvSpPr>
          <p:nvPr>
            <p:ph type="body" sz="quarter" idx="24"/>
          </p:nvPr>
        </p:nvSpPr>
        <p:spPr>
          <a:xfrm>
            <a:off x="635478" y="1928348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0" name="과제 글"/>
          <p:cNvSpPr>
            <a:spLocks noGrp="1"/>
          </p:cNvSpPr>
          <p:nvPr>
            <p:ph type="body" sz="quarter" idx="25"/>
          </p:nvPr>
        </p:nvSpPr>
        <p:spPr>
          <a:xfrm>
            <a:off x="854609" y="1895478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21" name="번호"/>
          <p:cNvSpPr/>
          <p:nvPr/>
        </p:nvSpPr>
        <p:spPr>
          <a:xfrm>
            <a:off x="635478" y="2300870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2" name="번호"/>
          <p:cNvSpPr>
            <a:spLocks noGrp="1"/>
          </p:cNvSpPr>
          <p:nvPr>
            <p:ph type="body" sz="quarter" idx="26"/>
          </p:nvPr>
        </p:nvSpPr>
        <p:spPr>
          <a:xfrm>
            <a:off x="635478" y="2300870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3" name="과제 글"/>
          <p:cNvSpPr>
            <a:spLocks noGrp="1"/>
          </p:cNvSpPr>
          <p:nvPr>
            <p:ph type="body" sz="quarter" idx="27"/>
          </p:nvPr>
        </p:nvSpPr>
        <p:spPr>
          <a:xfrm>
            <a:off x="854609" y="2268000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24" name="분야 박스"/>
          <p:cNvSpPr/>
          <p:nvPr/>
        </p:nvSpPr>
        <p:spPr>
          <a:xfrm>
            <a:off x="2161174" y="1051826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분야 머리"/>
          <p:cNvSpPr>
            <a:spLocks noGrp="1"/>
          </p:cNvSpPr>
          <p:nvPr>
            <p:ph type="body" sz="quarter" idx="28"/>
          </p:nvPr>
        </p:nvSpPr>
        <p:spPr>
          <a:xfrm>
            <a:off x="2161174" y="1062783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26" name="번호"/>
          <p:cNvSpPr/>
          <p:nvPr/>
        </p:nvSpPr>
        <p:spPr>
          <a:xfrm>
            <a:off x="2205000" y="1555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7" name="번호"/>
          <p:cNvSpPr>
            <a:spLocks noGrp="1"/>
          </p:cNvSpPr>
          <p:nvPr>
            <p:ph type="body" sz="quarter" idx="29"/>
          </p:nvPr>
        </p:nvSpPr>
        <p:spPr>
          <a:xfrm>
            <a:off x="2205000" y="1555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8" name="과제 글"/>
          <p:cNvSpPr>
            <a:spLocks noGrp="1"/>
          </p:cNvSpPr>
          <p:nvPr>
            <p:ph type="body" sz="quarter" idx="30"/>
          </p:nvPr>
        </p:nvSpPr>
        <p:spPr>
          <a:xfrm>
            <a:off x="2424130" y="1522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29" name="번호"/>
          <p:cNvSpPr/>
          <p:nvPr/>
        </p:nvSpPr>
        <p:spPr>
          <a:xfrm>
            <a:off x="2205000" y="1928348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번호"/>
          <p:cNvSpPr>
            <a:spLocks noGrp="1"/>
          </p:cNvSpPr>
          <p:nvPr>
            <p:ph type="body" sz="quarter" idx="31"/>
          </p:nvPr>
        </p:nvSpPr>
        <p:spPr>
          <a:xfrm>
            <a:off x="2205000" y="1928348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31" name="과제 글"/>
          <p:cNvSpPr>
            <a:spLocks noGrp="1"/>
          </p:cNvSpPr>
          <p:nvPr>
            <p:ph type="body" sz="quarter" idx="32"/>
          </p:nvPr>
        </p:nvSpPr>
        <p:spPr>
          <a:xfrm>
            <a:off x="2424130" y="1895478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32" name="번호"/>
          <p:cNvSpPr/>
          <p:nvPr/>
        </p:nvSpPr>
        <p:spPr>
          <a:xfrm>
            <a:off x="2205000" y="2300870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번호"/>
          <p:cNvSpPr>
            <a:spLocks noGrp="1"/>
          </p:cNvSpPr>
          <p:nvPr>
            <p:ph type="body" sz="quarter" idx="33"/>
          </p:nvPr>
        </p:nvSpPr>
        <p:spPr>
          <a:xfrm>
            <a:off x="2205000" y="2300870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34" name="과제 글"/>
          <p:cNvSpPr>
            <a:spLocks noGrp="1"/>
          </p:cNvSpPr>
          <p:nvPr>
            <p:ph type="body" sz="quarter" idx="34"/>
          </p:nvPr>
        </p:nvSpPr>
        <p:spPr>
          <a:xfrm>
            <a:off x="2424130" y="2268000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35" name="분야 박스"/>
          <p:cNvSpPr/>
          <p:nvPr/>
        </p:nvSpPr>
        <p:spPr>
          <a:xfrm>
            <a:off x="3730696" y="1051826"/>
            <a:ext cx="3051391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분야 머리"/>
          <p:cNvSpPr>
            <a:spLocks noGrp="1"/>
          </p:cNvSpPr>
          <p:nvPr>
            <p:ph type="body" sz="quarter" idx="35"/>
          </p:nvPr>
        </p:nvSpPr>
        <p:spPr>
          <a:xfrm>
            <a:off x="3730696" y="1062783"/>
            <a:ext cx="3051391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37" name="소분야"/>
          <p:cNvSpPr/>
          <p:nvPr/>
        </p:nvSpPr>
        <p:spPr>
          <a:xfrm>
            <a:off x="3763565" y="1303826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소분야"/>
          <p:cNvSpPr>
            <a:spLocks noGrp="1"/>
          </p:cNvSpPr>
          <p:nvPr>
            <p:ph type="body" sz="quarter" idx="36"/>
          </p:nvPr>
        </p:nvSpPr>
        <p:spPr>
          <a:xfrm>
            <a:off x="3763565" y="1303826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39" name="번호"/>
          <p:cNvSpPr/>
          <p:nvPr/>
        </p:nvSpPr>
        <p:spPr>
          <a:xfrm>
            <a:off x="3774522" y="1555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0" name="번호"/>
          <p:cNvSpPr>
            <a:spLocks noGrp="1"/>
          </p:cNvSpPr>
          <p:nvPr>
            <p:ph type="body" sz="quarter" idx="37"/>
          </p:nvPr>
        </p:nvSpPr>
        <p:spPr>
          <a:xfrm>
            <a:off x="3774522" y="1555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41" name="과제 글"/>
          <p:cNvSpPr>
            <a:spLocks noGrp="1"/>
          </p:cNvSpPr>
          <p:nvPr>
            <p:ph type="body" sz="quarter" idx="38"/>
          </p:nvPr>
        </p:nvSpPr>
        <p:spPr>
          <a:xfrm>
            <a:off x="3993652" y="1522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42" name="번호"/>
          <p:cNvSpPr/>
          <p:nvPr/>
        </p:nvSpPr>
        <p:spPr>
          <a:xfrm>
            <a:off x="3774522" y="1928348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3774522" y="1928348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44" name="과제 글"/>
          <p:cNvSpPr>
            <a:spLocks noGrp="1"/>
          </p:cNvSpPr>
          <p:nvPr>
            <p:ph type="body" sz="quarter" idx="40"/>
          </p:nvPr>
        </p:nvSpPr>
        <p:spPr>
          <a:xfrm>
            <a:off x="3993652" y="1895478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45" name="번호"/>
          <p:cNvSpPr/>
          <p:nvPr/>
        </p:nvSpPr>
        <p:spPr>
          <a:xfrm>
            <a:off x="3774522" y="2300870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6" name="번호"/>
          <p:cNvSpPr>
            <a:spLocks noGrp="1"/>
          </p:cNvSpPr>
          <p:nvPr>
            <p:ph type="body" sz="quarter" idx="41"/>
          </p:nvPr>
        </p:nvSpPr>
        <p:spPr>
          <a:xfrm>
            <a:off x="3774522" y="2300870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47" name="과제 글"/>
          <p:cNvSpPr>
            <a:spLocks noGrp="1"/>
          </p:cNvSpPr>
          <p:nvPr>
            <p:ph type="body" sz="quarter" idx="42"/>
          </p:nvPr>
        </p:nvSpPr>
        <p:spPr>
          <a:xfrm>
            <a:off x="3993652" y="2268000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48" name="소분야"/>
          <p:cNvSpPr/>
          <p:nvPr/>
        </p:nvSpPr>
        <p:spPr>
          <a:xfrm>
            <a:off x="5256391" y="1303826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소분야"/>
          <p:cNvSpPr>
            <a:spLocks noGrp="1"/>
          </p:cNvSpPr>
          <p:nvPr>
            <p:ph type="body" sz="quarter" idx="43"/>
          </p:nvPr>
        </p:nvSpPr>
        <p:spPr>
          <a:xfrm>
            <a:off x="5256391" y="1303826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50" name="번호"/>
          <p:cNvSpPr/>
          <p:nvPr/>
        </p:nvSpPr>
        <p:spPr>
          <a:xfrm>
            <a:off x="5267348" y="1555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번호"/>
          <p:cNvSpPr>
            <a:spLocks noGrp="1"/>
          </p:cNvSpPr>
          <p:nvPr>
            <p:ph type="body" sz="quarter" idx="44"/>
          </p:nvPr>
        </p:nvSpPr>
        <p:spPr>
          <a:xfrm>
            <a:off x="5267348" y="1555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52" name="과제 글"/>
          <p:cNvSpPr>
            <a:spLocks noGrp="1"/>
          </p:cNvSpPr>
          <p:nvPr>
            <p:ph type="body" sz="quarter" idx="45"/>
          </p:nvPr>
        </p:nvSpPr>
        <p:spPr>
          <a:xfrm>
            <a:off x="5486478" y="1522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53" name="번호"/>
          <p:cNvSpPr/>
          <p:nvPr/>
        </p:nvSpPr>
        <p:spPr>
          <a:xfrm>
            <a:off x="5267348" y="1928348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4" name="번호"/>
          <p:cNvSpPr>
            <a:spLocks noGrp="1"/>
          </p:cNvSpPr>
          <p:nvPr>
            <p:ph type="body" sz="quarter" idx="46"/>
          </p:nvPr>
        </p:nvSpPr>
        <p:spPr>
          <a:xfrm>
            <a:off x="5267348" y="1928348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55" name="과제 글"/>
          <p:cNvSpPr>
            <a:spLocks noGrp="1"/>
          </p:cNvSpPr>
          <p:nvPr>
            <p:ph type="body" sz="quarter" idx="47"/>
          </p:nvPr>
        </p:nvSpPr>
        <p:spPr>
          <a:xfrm>
            <a:off x="5486478" y="1895478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56" name="번호"/>
          <p:cNvSpPr/>
          <p:nvPr/>
        </p:nvSpPr>
        <p:spPr>
          <a:xfrm>
            <a:off x="5267348" y="2300870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7" name="번호"/>
          <p:cNvSpPr>
            <a:spLocks noGrp="1"/>
          </p:cNvSpPr>
          <p:nvPr>
            <p:ph type="body" sz="quarter" idx="48"/>
          </p:nvPr>
        </p:nvSpPr>
        <p:spPr>
          <a:xfrm>
            <a:off x="5267348" y="2300870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58" name="과제 글"/>
          <p:cNvSpPr>
            <a:spLocks noGrp="1"/>
          </p:cNvSpPr>
          <p:nvPr>
            <p:ph type="body" sz="quarter" idx="49"/>
          </p:nvPr>
        </p:nvSpPr>
        <p:spPr>
          <a:xfrm>
            <a:off x="5486478" y="2268000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조직 · 네트워크 패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패널 외곽"/>
          <p:cNvSpPr/>
          <p:nvPr/>
        </p:nvSpPr>
        <p:spPr>
          <a:xfrm>
            <a:off x="723130" y="777913"/>
            <a:ext cx="4158000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패널 머리"/>
          <p:cNvSpPr/>
          <p:nvPr/>
        </p:nvSpPr>
        <p:spPr>
          <a:xfrm>
            <a:off x="723130" y="777913"/>
            <a:ext cx="41580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패널 머리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4158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4924957" y="777913"/>
            <a:ext cx="2098174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패널 머리"/>
          <p:cNvSpPr/>
          <p:nvPr/>
        </p:nvSpPr>
        <p:spPr>
          <a:xfrm>
            <a:off x="4924957" y="777913"/>
            <a:ext cx="2098174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4" name="패널 머리"/>
          <p:cNvSpPr>
            <a:spLocks noGrp="1"/>
          </p:cNvSpPr>
          <p:nvPr>
            <p:ph type="body" sz="quarter" idx="21"/>
          </p:nvPr>
        </p:nvSpPr>
        <p:spPr>
          <a:xfrm>
            <a:off x="4924957" y="777913"/>
            <a:ext cx="209817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15" name="총괄"/>
          <p:cNvSpPr/>
          <p:nvPr/>
        </p:nvSpPr>
        <p:spPr>
          <a:xfrm>
            <a:off x="1626660" y="1084696"/>
            <a:ext cx="1912680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총괄"/>
          <p:cNvSpPr>
            <a:spLocks noGrp="1"/>
          </p:cNvSpPr>
          <p:nvPr>
            <p:ph type="body" sz="quarter" idx="22"/>
          </p:nvPr>
        </p:nvSpPr>
        <p:spPr>
          <a:xfrm>
            <a:off x="1626660" y="1084696"/>
            <a:ext cx="191268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17" name="총괄 설명"/>
          <p:cNvSpPr/>
          <p:nvPr/>
        </p:nvSpPr>
        <p:spPr>
          <a:xfrm>
            <a:off x="1626660" y="1303826"/>
            <a:ext cx="191268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" name="총괄 설명"/>
          <p:cNvSpPr>
            <a:spLocks noGrp="1"/>
          </p:cNvSpPr>
          <p:nvPr>
            <p:ph type="body" sz="quarter" idx="23"/>
          </p:nvPr>
        </p:nvSpPr>
        <p:spPr>
          <a:xfrm>
            <a:off x="1626660" y="1303826"/>
            <a:ext cx="191268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19" name="보조 조직"/>
          <p:cNvSpPr/>
          <p:nvPr/>
        </p:nvSpPr>
        <p:spPr>
          <a:xfrm>
            <a:off x="4059391" y="1084696"/>
            <a:ext cx="756000" cy="19721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보조 조직"/>
          <p:cNvSpPr>
            <a:spLocks noGrp="1"/>
          </p:cNvSpPr>
          <p:nvPr>
            <p:ph type="body" sz="quarter" idx="24"/>
          </p:nvPr>
        </p:nvSpPr>
        <p:spPr>
          <a:xfrm>
            <a:off x="4059391" y="1084696"/>
            <a:ext cx="75600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21" name="보조 글"/>
          <p:cNvSpPr>
            <a:spLocks noGrp="1"/>
          </p:cNvSpPr>
          <p:nvPr>
            <p:ph type="body" sz="quarter" idx="25"/>
          </p:nvPr>
        </p:nvSpPr>
        <p:spPr>
          <a:xfrm>
            <a:off x="4059391" y="1292870"/>
            <a:ext cx="756000" cy="361565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cxnSp>
        <p:nvCxnSpPr>
          <p:cNvPr id="22" name="Connector 11"/>
          <p:cNvCxnSpPr/>
          <p:nvPr/>
        </p:nvCxnSpPr>
        <p:spPr>
          <a:xfrm>
            <a:off x="1449000" y="1588696"/>
            <a:ext cx="2706261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23" name="Connector 12"/>
          <p:cNvCxnSpPr/>
          <p:nvPr/>
        </p:nvCxnSpPr>
        <p:spPr>
          <a:xfrm>
            <a:off x="2583000" y="1501043"/>
            <a:ext cx="0" cy="87653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24" name="Connector 13"/>
          <p:cNvCxnSpPr/>
          <p:nvPr/>
        </p:nvCxnSpPr>
        <p:spPr>
          <a:xfrm>
            <a:off x="1449000" y="1588696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25" name="부서"/>
          <p:cNvSpPr/>
          <p:nvPr/>
        </p:nvSpPr>
        <p:spPr>
          <a:xfrm>
            <a:off x="788870" y="1654435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부서"/>
          <p:cNvSpPr>
            <a:spLocks noGrp="1"/>
          </p:cNvSpPr>
          <p:nvPr>
            <p:ph type="body" sz="quarter" idx="26"/>
          </p:nvPr>
        </p:nvSpPr>
        <p:spPr>
          <a:xfrm>
            <a:off x="788870" y="1654435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27" name="부서 글"/>
          <p:cNvSpPr>
            <a:spLocks noGrp="1"/>
          </p:cNvSpPr>
          <p:nvPr>
            <p:ph type="body" sz="quarter" idx="27"/>
          </p:nvPr>
        </p:nvSpPr>
        <p:spPr>
          <a:xfrm>
            <a:off x="788870" y="1840696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2802130" y="1588696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29" name="부서"/>
          <p:cNvSpPr/>
          <p:nvPr/>
        </p:nvSpPr>
        <p:spPr>
          <a:xfrm>
            <a:off x="2142000" y="1654435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부서"/>
          <p:cNvSpPr>
            <a:spLocks noGrp="1"/>
          </p:cNvSpPr>
          <p:nvPr>
            <p:ph type="body" sz="quarter" idx="28"/>
          </p:nvPr>
        </p:nvSpPr>
        <p:spPr>
          <a:xfrm>
            <a:off x="2142000" y="1654435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31" name="부서 글"/>
          <p:cNvSpPr>
            <a:spLocks noGrp="1"/>
          </p:cNvSpPr>
          <p:nvPr>
            <p:ph type="body" sz="quarter" idx="29"/>
          </p:nvPr>
        </p:nvSpPr>
        <p:spPr>
          <a:xfrm>
            <a:off x="2142000" y="1840696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55261" y="1588696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33" name="부서"/>
          <p:cNvSpPr/>
          <p:nvPr/>
        </p:nvSpPr>
        <p:spPr>
          <a:xfrm>
            <a:off x="3495130" y="1654435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부서"/>
          <p:cNvSpPr>
            <a:spLocks noGrp="1"/>
          </p:cNvSpPr>
          <p:nvPr>
            <p:ph type="body" sz="quarter" idx="30"/>
          </p:nvPr>
        </p:nvSpPr>
        <p:spPr>
          <a:xfrm>
            <a:off x="3495130" y="1654435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35" name="부서 글"/>
          <p:cNvSpPr>
            <a:spLocks noGrp="1"/>
          </p:cNvSpPr>
          <p:nvPr>
            <p:ph type="body" sz="quarter" idx="31"/>
          </p:nvPr>
        </p:nvSpPr>
        <p:spPr>
          <a:xfrm>
            <a:off x="3495130" y="1840696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36" name="실행조직"/>
          <p:cNvSpPr/>
          <p:nvPr/>
        </p:nvSpPr>
        <p:spPr>
          <a:xfrm>
            <a:off x="788870" y="2257043"/>
            <a:ext cx="402652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7" name="실행조직"/>
          <p:cNvSpPr>
            <a:spLocks noGrp="1"/>
          </p:cNvSpPr>
          <p:nvPr>
            <p:ph type="body" sz="quarter" idx="32"/>
          </p:nvPr>
        </p:nvSpPr>
        <p:spPr>
          <a:xfrm>
            <a:off x="788870" y="2257043"/>
            <a:ext cx="402652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38" name="분류"/>
          <p:cNvSpPr/>
          <p:nvPr/>
        </p:nvSpPr>
        <p:spPr>
          <a:xfrm>
            <a:off x="4957826" y="1073739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분류"/>
          <p:cNvSpPr>
            <a:spLocks noGrp="1"/>
          </p:cNvSpPr>
          <p:nvPr>
            <p:ph type="body" sz="quarter" idx="33"/>
          </p:nvPr>
        </p:nvSpPr>
        <p:spPr>
          <a:xfrm>
            <a:off x="4957826" y="1073739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40" name="분류 글"/>
          <p:cNvSpPr>
            <a:spLocks noGrp="1"/>
          </p:cNvSpPr>
          <p:nvPr>
            <p:ph type="body" sz="quarter" idx="34"/>
          </p:nvPr>
        </p:nvSpPr>
        <p:spPr>
          <a:xfrm>
            <a:off x="5483739" y="1062783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4957826" y="1519304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분류"/>
          <p:cNvSpPr/>
          <p:nvPr/>
        </p:nvSpPr>
        <p:spPr>
          <a:xfrm>
            <a:off x="4957826" y="1541217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분류"/>
          <p:cNvSpPr>
            <a:spLocks noGrp="1"/>
          </p:cNvSpPr>
          <p:nvPr>
            <p:ph type="body" sz="quarter" idx="35"/>
          </p:nvPr>
        </p:nvSpPr>
        <p:spPr>
          <a:xfrm>
            <a:off x="4957826" y="1541217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44" name="분류 글"/>
          <p:cNvSpPr>
            <a:spLocks noGrp="1"/>
          </p:cNvSpPr>
          <p:nvPr>
            <p:ph type="body" sz="quarter" idx="36"/>
          </p:nvPr>
        </p:nvSpPr>
        <p:spPr>
          <a:xfrm>
            <a:off x="5483739" y="1530261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4957826" y="1986783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분류"/>
          <p:cNvSpPr/>
          <p:nvPr/>
        </p:nvSpPr>
        <p:spPr>
          <a:xfrm>
            <a:off x="4957826" y="2008696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분류"/>
          <p:cNvSpPr>
            <a:spLocks noGrp="1"/>
          </p:cNvSpPr>
          <p:nvPr>
            <p:ph type="body" sz="quarter" idx="37"/>
          </p:nvPr>
        </p:nvSpPr>
        <p:spPr>
          <a:xfrm>
            <a:off x="4957826" y="2008696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48" name="분류 글"/>
          <p:cNvSpPr>
            <a:spLocks noGrp="1"/>
          </p:cNvSpPr>
          <p:nvPr>
            <p:ph type="body" sz="quarter" idx="38"/>
          </p:nvPr>
        </p:nvSpPr>
        <p:spPr>
          <a:xfrm>
            <a:off x="5483739" y="1997739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4957826" y="2454261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수상 카드 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행 틀"/>
          <p:cNvSpPr/>
          <p:nvPr/>
        </p:nvSpPr>
        <p:spPr>
          <a:xfrm>
            <a:off x="536870" y="766957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13" name="사진 칸"/>
          <p:cNvSpPr/>
          <p:nvPr/>
        </p:nvSpPr>
        <p:spPr>
          <a:xfrm>
            <a:off x="1172348" y="810783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4" name="사진 칸"/>
          <p:cNvSpPr>
            <a:spLocks noGrp="1"/>
          </p:cNvSpPr>
          <p:nvPr>
            <p:ph type="body" sz="quarter" idx="21"/>
          </p:nvPr>
        </p:nvSpPr>
        <p:spPr>
          <a:xfrm>
            <a:off x="1172348" y="810783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5" name="카드 제목"/>
          <p:cNvSpPr>
            <a:spLocks noGrp="1"/>
          </p:cNvSpPr>
          <p:nvPr>
            <p:ph type="body" sz="quarter" idx="22"/>
          </p:nvPr>
        </p:nvSpPr>
        <p:spPr>
          <a:xfrm>
            <a:off x="1172348" y="1238087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16" name="카드 설명"/>
          <p:cNvSpPr>
            <a:spLocks noGrp="1"/>
          </p:cNvSpPr>
          <p:nvPr>
            <p:ph type="body" sz="quarter" idx="23"/>
          </p:nvPr>
        </p:nvSpPr>
        <p:spPr>
          <a:xfrm>
            <a:off x="1172348" y="1457217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17" name="사진 칸"/>
          <p:cNvSpPr/>
          <p:nvPr/>
        </p:nvSpPr>
        <p:spPr>
          <a:xfrm>
            <a:off x="3056870" y="810783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8" name="사진 칸"/>
          <p:cNvSpPr>
            <a:spLocks noGrp="1"/>
          </p:cNvSpPr>
          <p:nvPr>
            <p:ph type="body" sz="quarter" idx="24"/>
          </p:nvPr>
        </p:nvSpPr>
        <p:spPr>
          <a:xfrm>
            <a:off x="3056870" y="810783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9" name="카드 제목"/>
          <p:cNvSpPr>
            <a:spLocks noGrp="1"/>
          </p:cNvSpPr>
          <p:nvPr>
            <p:ph type="body" sz="quarter" idx="25"/>
          </p:nvPr>
        </p:nvSpPr>
        <p:spPr>
          <a:xfrm>
            <a:off x="3056870" y="1238087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20" name="카드 설명"/>
          <p:cNvSpPr>
            <a:spLocks noGrp="1"/>
          </p:cNvSpPr>
          <p:nvPr>
            <p:ph type="body" sz="quarter" idx="26"/>
          </p:nvPr>
        </p:nvSpPr>
        <p:spPr>
          <a:xfrm>
            <a:off x="3056870" y="1457217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21" name="사진 칸"/>
          <p:cNvSpPr/>
          <p:nvPr/>
        </p:nvSpPr>
        <p:spPr>
          <a:xfrm>
            <a:off x="4941391" y="810783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2" name="사진 칸"/>
          <p:cNvSpPr>
            <a:spLocks noGrp="1"/>
          </p:cNvSpPr>
          <p:nvPr>
            <p:ph type="body" sz="quarter" idx="27"/>
          </p:nvPr>
        </p:nvSpPr>
        <p:spPr>
          <a:xfrm>
            <a:off x="4941391" y="810783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28"/>
          </p:nvPr>
        </p:nvSpPr>
        <p:spPr>
          <a:xfrm>
            <a:off x="4941391" y="1238087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24" name="카드 설명"/>
          <p:cNvSpPr>
            <a:spLocks noGrp="1"/>
          </p:cNvSpPr>
          <p:nvPr>
            <p:ph type="body" sz="quarter" idx="29"/>
          </p:nvPr>
        </p:nvSpPr>
        <p:spPr>
          <a:xfrm>
            <a:off x="4941391" y="1457217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주요성과 띠(회색 라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요성과 박스"/>
          <p:cNvSpPr/>
          <p:nvPr/>
        </p:nvSpPr>
        <p:spPr>
          <a:xfrm>
            <a:off x="723130" y="777913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주요성과 라벨"/>
          <p:cNvSpPr/>
          <p:nvPr/>
        </p:nvSpPr>
        <p:spPr>
          <a:xfrm>
            <a:off x="756000" y="81078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주요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0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2" name="주요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번호 띠 + 칩 · 소제목 + 박스 라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안전 문화 확산 노력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"/>
          <p:cNvSpPr>
            <a:spLocks noGrp="1"/>
          </p:cNvSpPr>
          <p:nvPr>
            <p:ph type="body" sz="quarter" idx="23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8" name="분야 박스"/>
          <p:cNvSpPr/>
          <p:nvPr/>
        </p:nvSpPr>
        <p:spPr>
          <a:xfrm>
            <a:off x="766390" y="1227130"/>
            <a:ext cx="1125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분야 박스"/>
          <p:cNvSpPr>
            <a:spLocks noGrp="1"/>
          </p:cNvSpPr>
          <p:nvPr>
            <p:ph type="body" sz="quarter" idx="24"/>
          </p:nvPr>
        </p:nvSpPr>
        <p:spPr>
          <a:xfrm>
            <a:off x="766390" y="1227130"/>
            <a:ext cx="1125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20" name="형광 밑줄"/>
          <p:cNvSpPr/>
          <p:nvPr/>
        </p:nvSpPr>
        <p:spPr>
          <a:xfrm>
            <a:off x="1958058" y="1347652"/>
            <a:ext cx="15762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소제목"/>
          <p:cNvSpPr>
            <a:spLocks noGrp="1"/>
          </p:cNvSpPr>
          <p:nvPr>
            <p:ph type="body" sz="quarter" idx="25"/>
          </p:nvPr>
        </p:nvSpPr>
        <p:spPr>
          <a:xfrm>
            <a:off x="1958058" y="1194261"/>
            <a:ext cx="487881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22" name="태그칩"/>
          <p:cNvSpPr/>
          <p:nvPr/>
        </p:nvSpPr>
        <p:spPr>
          <a:xfrm>
            <a:off x="3632903" y="1227130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3632903" y="1227130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이행체계 · 화살 머리 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레일"/>
          <p:cNvSpPr/>
          <p:nvPr/>
        </p:nvSpPr>
        <p:spPr>
          <a:xfrm>
            <a:off x="734087" y="788870"/>
            <a:ext cx="580696" cy="23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8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11" name="단계"/>
          <p:cNvSpPr/>
          <p:nvPr/>
        </p:nvSpPr>
        <p:spPr>
          <a:xfrm>
            <a:off x="1358609" y="777913"/>
            <a:ext cx="1416130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" name="단계"/>
          <p:cNvSpPr>
            <a:spLocks noGrp="1"/>
          </p:cNvSpPr>
          <p:nvPr>
            <p:ph type="body" sz="quarter" idx="21"/>
          </p:nvPr>
        </p:nvSpPr>
        <p:spPr>
          <a:xfrm>
            <a:off x="1358609" y="777913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3" name="단계"/>
          <p:cNvSpPr/>
          <p:nvPr/>
        </p:nvSpPr>
        <p:spPr>
          <a:xfrm>
            <a:off x="2774739" y="777913"/>
            <a:ext cx="1416130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4" name="단계"/>
          <p:cNvSpPr>
            <a:spLocks noGrp="1"/>
          </p:cNvSpPr>
          <p:nvPr>
            <p:ph type="body" sz="quarter" idx="22"/>
          </p:nvPr>
        </p:nvSpPr>
        <p:spPr>
          <a:xfrm>
            <a:off x="2774739" y="777913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15" name="단계"/>
          <p:cNvSpPr/>
          <p:nvPr/>
        </p:nvSpPr>
        <p:spPr>
          <a:xfrm>
            <a:off x="4190870" y="777913"/>
            <a:ext cx="141613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6" name="단계"/>
          <p:cNvSpPr>
            <a:spLocks noGrp="1"/>
          </p:cNvSpPr>
          <p:nvPr>
            <p:ph type="body" sz="quarter" idx="23"/>
          </p:nvPr>
        </p:nvSpPr>
        <p:spPr>
          <a:xfrm>
            <a:off x="4190870" y="777913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17" name="단계"/>
          <p:cNvSpPr/>
          <p:nvPr/>
        </p:nvSpPr>
        <p:spPr>
          <a:xfrm>
            <a:off x="5607000" y="777913"/>
            <a:ext cx="1416130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4"/>
          </p:nvPr>
        </p:nvSpPr>
        <p:spPr>
          <a:xfrm>
            <a:off x="5607000" y="777913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9" name="단계 삼각형"/>
          <p:cNvSpPr/>
          <p:nvPr/>
        </p:nvSpPr>
        <p:spPr>
          <a:xfrm>
            <a:off x="2774739" y="777913"/>
            <a:ext cx="109565" cy="241043"/>
          </a:xfrm>
          <a:custGeom>
            <a:avLst/>
            <a:gdLst/>
            <a:ahLst/>
            <a:cxnLst/>
            <a:rect l="l" t="t" r="r" b="b"/>
            <a:pathLst>
              <a:path w="109565" h="241043">
                <a:moveTo>
                  <a:pt x="0" y="0"/>
                </a:moveTo>
                <a:lnTo>
                  <a:pt x="109565" y="120521"/>
                </a:lnTo>
                <a:lnTo>
                  <a:pt x="0" y="241043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단계 삼각형"/>
          <p:cNvSpPr/>
          <p:nvPr/>
        </p:nvSpPr>
        <p:spPr>
          <a:xfrm>
            <a:off x="4190869" y="777913"/>
            <a:ext cx="109565" cy="241043"/>
          </a:xfrm>
          <a:custGeom>
            <a:avLst/>
            <a:gdLst/>
            <a:ahLst/>
            <a:cxnLst/>
            <a:rect l="l" t="t" r="r" b="b"/>
            <a:pathLst>
              <a:path w="109565" h="241043">
                <a:moveTo>
                  <a:pt x="0" y="0"/>
                </a:moveTo>
                <a:lnTo>
                  <a:pt x="109565" y="120521"/>
                </a:lnTo>
                <a:lnTo>
                  <a:pt x="0" y="241043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단계 삼각형"/>
          <p:cNvSpPr/>
          <p:nvPr/>
        </p:nvSpPr>
        <p:spPr>
          <a:xfrm>
            <a:off x="5607000" y="777913"/>
            <a:ext cx="109565" cy="241043"/>
          </a:xfrm>
          <a:custGeom>
            <a:avLst/>
            <a:gdLst/>
            <a:ahLst/>
            <a:cxnLst/>
            <a:rect l="l" t="t" r="r" b="b"/>
            <a:pathLst>
              <a:path w="109565" h="241043">
                <a:moveTo>
                  <a:pt x="0" y="0"/>
                </a:moveTo>
                <a:lnTo>
                  <a:pt x="109565" y="120521"/>
                </a:lnTo>
                <a:lnTo>
                  <a:pt x="0" y="241043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본문 틀"/>
          <p:cNvSpPr/>
          <p:nvPr/>
        </p:nvSpPr>
        <p:spPr>
          <a:xfrm>
            <a:off x="1358609" y="1029913"/>
            <a:ext cx="5664522" cy="4191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5"/>
          </p:nvPr>
        </p:nvSpPr>
        <p:spPr>
          <a:xfrm>
            <a:off x="1369565" y="1029913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2785696" y="1029913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2774739" y="1062783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4201826" y="1029913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90870" y="1062783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5617957" y="1029913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607000" y="1062783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이행 요약"/>
          <p:cNvSpPr/>
          <p:nvPr/>
        </p:nvSpPr>
        <p:spPr>
          <a:xfrm>
            <a:off x="1358609" y="1470991"/>
            <a:ext cx="56645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1" name="이행 요약"/>
          <p:cNvSpPr>
            <a:spLocks noGrp="1"/>
          </p:cNvSpPr>
          <p:nvPr>
            <p:ph type="body" sz="quarter" idx="29"/>
          </p:nvPr>
        </p:nvSpPr>
        <p:spPr>
          <a:xfrm>
            <a:off x="1358609" y="1470991"/>
            <a:ext cx="56645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
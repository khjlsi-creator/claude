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장 제목"/>
          <p:cNvSpPr txBox="1"/>
          <p:nvPr/>
        </p:nvSpPr>
        <p:spPr>
          <a:xfrm>
            <a:off x="810783" y="777913"/>
            <a:ext cx="4590783" cy="399913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0" name="KORAD CI" descr="korad-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1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 txBox="1"/>
          <p:nvPr/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 txBox="1"/>
          <p:nvPr/>
        </p:nvSpPr>
        <p:spPr>
          <a:xfrm>
            <a:off x="558783" y="2081739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 txBox="1"/>
          <p:nvPr/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 txBox="1"/>
          <p:nvPr/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793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810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8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3073304"/>
            <a:ext cx="2802130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3073304"/>
            <a:ext cx="2802130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3106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597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35979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641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145304" y="3630835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839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145304" y="3828052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9" name="태그"/>
          <p:cNvSpPr/>
          <p:nvPr/>
        </p:nvSpPr>
        <p:spPr>
          <a:xfrm>
            <a:off x="1161391" y="4036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40" name="태그 설명"/>
          <p:cNvSpPr txBox="1"/>
          <p:nvPr/>
        </p:nvSpPr>
        <p:spPr>
          <a:xfrm>
            <a:off x="2145304" y="4025270"/>
            <a:ext cx="466417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41" name="레일"/>
          <p:cNvSpPr/>
          <p:nvPr/>
        </p:nvSpPr>
        <p:spPr>
          <a:xfrm>
            <a:off x="547826" y="4255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4255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161391" y="4277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4277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5" name="단계"/>
          <p:cNvSpPr/>
          <p:nvPr/>
        </p:nvSpPr>
        <p:spPr>
          <a:xfrm>
            <a:off x="4926783" y="4277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044086" y="4277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926782" y="4277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4529270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3055043" y="4529270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044087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4937739" y="4529270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926783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삼각 화살표"/>
          <p:cNvSpPr/>
          <p:nvPr/>
        </p:nvSpPr>
        <p:spPr>
          <a:xfrm>
            <a:off x="3823826" y="4937478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라벨 박스"/>
          <p:cNvSpPr/>
          <p:nvPr/>
        </p:nvSpPr>
        <p:spPr>
          <a:xfrm>
            <a:off x="536870" y="516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"/>
          <p:cNvSpPr/>
          <p:nvPr/>
        </p:nvSpPr>
        <p:spPr>
          <a:xfrm>
            <a:off x="547826" y="517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6" name="강조 바"/>
          <p:cNvSpPr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강조 바 글"/>
          <p:cNvSpPr txBox="1"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58" name="라벨 박스"/>
          <p:cNvSpPr/>
          <p:nvPr/>
        </p:nvSpPr>
        <p:spPr>
          <a:xfrm>
            <a:off x="536870" y="5507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5518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0" name="가운데 글"/>
          <p:cNvSpPr txBox="1"/>
          <p:nvPr/>
        </p:nvSpPr>
        <p:spPr>
          <a:xfrm>
            <a:off x="1172348" y="552365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1" name="가운데 글"/>
          <p:cNvSpPr txBox="1"/>
          <p:nvPr/>
        </p:nvSpPr>
        <p:spPr>
          <a:xfrm>
            <a:off x="3049565" y="552365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049565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3" name="가운데 글"/>
          <p:cNvSpPr txBox="1"/>
          <p:nvPr/>
        </p:nvSpPr>
        <p:spPr>
          <a:xfrm>
            <a:off x="4926783" y="5523652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926783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5" name="라벨 박스"/>
          <p:cNvSpPr/>
          <p:nvPr/>
        </p:nvSpPr>
        <p:spPr>
          <a:xfrm>
            <a:off x="536870" y="5852348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547826" y="586330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7" name="칸 본문"/>
          <p:cNvSpPr txBox="1"/>
          <p:nvPr/>
        </p:nvSpPr>
        <p:spPr>
          <a:xfrm>
            <a:off x="1183304" y="586878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68" name="칸 본문"/>
          <p:cNvSpPr txBox="1"/>
          <p:nvPr/>
        </p:nvSpPr>
        <p:spPr>
          <a:xfrm>
            <a:off x="3060522" y="586878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049565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 txBox="1"/>
          <p:nvPr/>
        </p:nvSpPr>
        <p:spPr>
          <a:xfrm>
            <a:off x="4937739" y="5868783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926783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라벨 박스"/>
          <p:cNvSpPr/>
          <p:nvPr/>
        </p:nvSpPr>
        <p:spPr>
          <a:xfrm>
            <a:off x="536870" y="645370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547826" y="6464661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183304" y="6470139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060522" y="6470139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049565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4937739" y="6470139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926783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라벨 박스"/>
          <p:cNvSpPr/>
          <p:nvPr/>
        </p:nvSpPr>
        <p:spPr>
          <a:xfrm>
            <a:off x="536870" y="68947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레일"/>
          <p:cNvSpPr/>
          <p:nvPr/>
        </p:nvSpPr>
        <p:spPr>
          <a:xfrm>
            <a:off x="547826" y="69057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1" name="칸 본문"/>
          <p:cNvSpPr txBox="1"/>
          <p:nvPr/>
        </p:nvSpPr>
        <p:spPr>
          <a:xfrm>
            <a:off x="1183304" y="691121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3060522" y="691121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049565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 txBox="1"/>
          <p:nvPr/>
        </p:nvSpPr>
        <p:spPr>
          <a:xfrm>
            <a:off x="4937739" y="6911217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926783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형광 밑줄"/>
          <p:cNvSpPr/>
          <p:nvPr/>
        </p:nvSpPr>
        <p:spPr>
          <a:xfrm>
            <a:off x="536870" y="7554991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 txBox="1"/>
          <p:nvPr/>
        </p:nvSpPr>
        <p:spPr>
          <a:xfrm>
            <a:off x="536870" y="740160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88" name="태그칩"/>
          <p:cNvSpPr/>
          <p:nvPr/>
        </p:nvSpPr>
        <p:spPr>
          <a:xfrm>
            <a:off x="3540771" y="74344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9" name="패널 외곽"/>
          <p:cNvSpPr/>
          <p:nvPr/>
        </p:nvSpPr>
        <p:spPr>
          <a:xfrm>
            <a:off x="536870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패널 머리"/>
          <p:cNvSpPr/>
          <p:nvPr/>
        </p:nvSpPr>
        <p:spPr>
          <a:xfrm>
            <a:off x="536870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1" name="레일"/>
          <p:cNvSpPr/>
          <p:nvPr/>
        </p:nvSpPr>
        <p:spPr>
          <a:xfrm>
            <a:off x="569739" y="797133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92" name="패널 본문"/>
          <p:cNvSpPr txBox="1"/>
          <p:nvPr/>
        </p:nvSpPr>
        <p:spPr>
          <a:xfrm>
            <a:off x="1243565" y="7960383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243565" y="835763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69739" y="8368591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95" name="패널 본문"/>
          <p:cNvSpPr txBox="1"/>
          <p:nvPr/>
        </p:nvSpPr>
        <p:spPr>
          <a:xfrm>
            <a:off x="1243565" y="8357635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243565" y="875488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69739" y="8765843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98" name="패널 본문"/>
          <p:cNvSpPr txBox="1"/>
          <p:nvPr/>
        </p:nvSpPr>
        <p:spPr>
          <a:xfrm>
            <a:off x="1243565" y="8754887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243565" y="915213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레일"/>
          <p:cNvSpPr/>
          <p:nvPr/>
        </p:nvSpPr>
        <p:spPr>
          <a:xfrm>
            <a:off x="569739" y="916309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01" name="패널 본문"/>
          <p:cNvSpPr txBox="1"/>
          <p:nvPr/>
        </p:nvSpPr>
        <p:spPr>
          <a:xfrm>
            <a:off x="1243565" y="9152139"/>
            <a:ext cx="2385783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02" name="패널 외곽"/>
          <p:cNvSpPr/>
          <p:nvPr/>
        </p:nvSpPr>
        <p:spPr>
          <a:xfrm>
            <a:off x="3711522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패널 머리"/>
          <p:cNvSpPr/>
          <p:nvPr/>
        </p:nvSpPr>
        <p:spPr>
          <a:xfrm>
            <a:off x="3711522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04" name="레일"/>
          <p:cNvSpPr/>
          <p:nvPr/>
        </p:nvSpPr>
        <p:spPr>
          <a:xfrm>
            <a:off x="3744391" y="797133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05" name="패널 본문"/>
          <p:cNvSpPr txBox="1"/>
          <p:nvPr/>
        </p:nvSpPr>
        <p:spPr>
          <a:xfrm>
            <a:off x="4599000" y="7960383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4599000" y="835763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3744391" y="8368591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08" name="패널 본문"/>
          <p:cNvSpPr txBox="1"/>
          <p:nvPr/>
        </p:nvSpPr>
        <p:spPr>
          <a:xfrm>
            <a:off x="4599000" y="8357635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4599000" y="875488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레일"/>
          <p:cNvSpPr/>
          <p:nvPr/>
        </p:nvSpPr>
        <p:spPr>
          <a:xfrm>
            <a:off x="3744391" y="8765843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11" name="패널 본문"/>
          <p:cNvSpPr txBox="1"/>
          <p:nvPr/>
        </p:nvSpPr>
        <p:spPr>
          <a:xfrm>
            <a:off x="4599000" y="8754887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4599000" y="915213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3" name="레일"/>
          <p:cNvSpPr/>
          <p:nvPr/>
        </p:nvSpPr>
        <p:spPr>
          <a:xfrm>
            <a:off x="3744391" y="916309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14" name="패널 본문"/>
          <p:cNvSpPr txBox="1"/>
          <p:nvPr/>
        </p:nvSpPr>
        <p:spPr>
          <a:xfrm>
            <a:off x="4599000" y="9152139"/>
            <a:ext cx="2205000" cy="397252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15" name="핵심성과 박스"/>
          <p:cNvSpPr/>
          <p:nvPr/>
        </p:nvSpPr>
        <p:spPr>
          <a:xfrm>
            <a:off x="536870" y="9658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핵심성과 라벨"/>
          <p:cNvSpPr/>
          <p:nvPr/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7" name="핵심성과 문구"/>
          <p:cNvSpPr txBox="1"/>
          <p:nvPr/>
        </p:nvSpPr>
        <p:spPr>
          <a:xfrm>
            <a:off x="1314783" y="967539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2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4" name="본문"/>
          <p:cNvSpPr txBox="1"/>
          <p:nvPr/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5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5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6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27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 txBox="1"/>
          <p:nvPr/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 txBox="1"/>
          <p:nvPr/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성과 패널 본문"/>
          <p:cNvSpPr txBox="1"/>
          <p:nvPr/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</p:spPr>
        <p:txBody>
          <a:bodyPr wrap="square" lIns="54000" tIns="18000" rIns="36000" bIns="180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723130" y="3736487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 txBox="1"/>
          <p:nvPr/>
        </p:nvSpPr>
        <p:spPr>
          <a:xfrm>
            <a:off x="723130" y="358309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44" name="태그칩"/>
          <p:cNvSpPr/>
          <p:nvPr/>
        </p:nvSpPr>
        <p:spPr>
          <a:xfrm>
            <a:off x="3932802" y="3615965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5" name="표 외곽"/>
          <p:cNvSpPr/>
          <p:nvPr/>
        </p:nvSpPr>
        <p:spPr>
          <a:xfrm>
            <a:off x="723130" y="3867965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734087" y="3884400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7" name="머리칸"/>
          <p:cNvSpPr/>
          <p:nvPr/>
        </p:nvSpPr>
        <p:spPr>
          <a:xfrm>
            <a:off x="1347652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48" name="머리칸"/>
          <p:cNvSpPr/>
          <p:nvPr/>
        </p:nvSpPr>
        <p:spPr>
          <a:xfrm>
            <a:off x="4171696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49" name="칸 본문"/>
          <p:cNvSpPr txBox="1"/>
          <p:nvPr/>
        </p:nvSpPr>
        <p:spPr>
          <a:xfrm>
            <a:off x="1358609" y="414735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50" name="칸 본문"/>
          <p:cNvSpPr txBox="1"/>
          <p:nvPr/>
        </p:nvSpPr>
        <p:spPr>
          <a:xfrm>
            <a:off x="4182652" y="414735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171696" y="418022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4506261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50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347652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55" name="머리칸"/>
          <p:cNvSpPr/>
          <p:nvPr/>
        </p:nvSpPr>
        <p:spPr>
          <a:xfrm>
            <a:off x="4171696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56" name="칸 본문"/>
          <p:cNvSpPr txBox="1"/>
          <p:nvPr/>
        </p:nvSpPr>
        <p:spPr>
          <a:xfrm>
            <a:off x="1358609" y="476921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57" name="칸 본문"/>
          <p:cNvSpPr txBox="1"/>
          <p:nvPr/>
        </p:nvSpPr>
        <p:spPr>
          <a:xfrm>
            <a:off x="4182652" y="4769217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171696" y="4802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5128122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734086" y="51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347652" y="51500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62" name="단계"/>
          <p:cNvSpPr/>
          <p:nvPr/>
        </p:nvSpPr>
        <p:spPr>
          <a:xfrm>
            <a:off x="2759674" y="51500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63" name="단계"/>
          <p:cNvSpPr/>
          <p:nvPr/>
        </p:nvSpPr>
        <p:spPr>
          <a:xfrm>
            <a:off x="4171696" y="51500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64" name="단계"/>
          <p:cNvSpPr/>
          <p:nvPr/>
        </p:nvSpPr>
        <p:spPr>
          <a:xfrm>
            <a:off x="5583717" y="51500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759673" y="515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171695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583717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 txBox="1"/>
          <p:nvPr/>
        </p:nvSpPr>
        <p:spPr>
          <a:xfrm>
            <a:off x="1358609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69" name="칸 본문"/>
          <p:cNvSpPr txBox="1"/>
          <p:nvPr/>
        </p:nvSpPr>
        <p:spPr>
          <a:xfrm>
            <a:off x="2770630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759674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 txBox="1"/>
          <p:nvPr/>
        </p:nvSpPr>
        <p:spPr>
          <a:xfrm>
            <a:off x="4182652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4171696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 txBox="1"/>
          <p:nvPr/>
        </p:nvSpPr>
        <p:spPr>
          <a:xfrm>
            <a:off x="5594674" y="5402035"/>
            <a:ext cx="1390109" cy="4917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583717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핵심성과 박스"/>
          <p:cNvSpPr/>
          <p:nvPr/>
        </p:nvSpPr>
        <p:spPr>
          <a:xfrm>
            <a:off x="723130" y="600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 txBox="1"/>
          <p:nvPr/>
        </p:nvSpPr>
        <p:spPr>
          <a:xfrm>
            <a:off x="1501043" y="6019826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78" name="형광 밑줄"/>
          <p:cNvSpPr/>
          <p:nvPr/>
        </p:nvSpPr>
        <p:spPr>
          <a:xfrm>
            <a:off x="723130" y="6588783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소제목"/>
          <p:cNvSpPr txBox="1"/>
          <p:nvPr/>
        </p:nvSpPr>
        <p:spPr>
          <a:xfrm>
            <a:off x="723130" y="643539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80" name="태그칩"/>
          <p:cNvSpPr/>
          <p:nvPr/>
        </p:nvSpPr>
        <p:spPr>
          <a:xfrm>
            <a:off x="4224152" y="6468261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1" name="라벨 박스"/>
          <p:cNvSpPr/>
          <p:nvPr/>
        </p:nvSpPr>
        <p:spPr>
          <a:xfrm>
            <a:off x="723130" y="6731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734087" y="6742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83" name="본문"/>
          <p:cNvSpPr txBox="1"/>
          <p:nvPr/>
        </p:nvSpPr>
        <p:spPr>
          <a:xfrm>
            <a:off x="1358609" y="6747652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4" name="라벨 박스"/>
          <p:cNvSpPr/>
          <p:nvPr/>
        </p:nvSpPr>
        <p:spPr>
          <a:xfrm>
            <a:off x="723130" y="707634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"/>
          <p:cNvSpPr/>
          <p:nvPr/>
        </p:nvSpPr>
        <p:spPr>
          <a:xfrm>
            <a:off x="734087" y="708730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86" name="가운데 글"/>
          <p:cNvSpPr txBox="1"/>
          <p:nvPr/>
        </p:nvSpPr>
        <p:spPr>
          <a:xfrm>
            <a:off x="1358609" y="7092783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87" name="주석"/>
          <p:cNvSpPr txBox="1"/>
          <p:nvPr/>
        </p:nvSpPr>
        <p:spPr>
          <a:xfrm>
            <a:off x="2366609" y="7399565"/>
            <a:ext cx="4656522" cy="175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88" name="라벨 박스"/>
          <p:cNvSpPr/>
          <p:nvPr/>
        </p:nvSpPr>
        <p:spPr>
          <a:xfrm>
            <a:off x="723130" y="7629652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레일"/>
          <p:cNvSpPr/>
          <p:nvPr/>
        </p:nvSpPr>
        <p:spPr>
          <a:xfrm>
            <a:off x="734087" y="7640609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90" name="머리칸"/>
          <p:cNvSpPr/>
          <p:nvPr/>
        </p:nvSpPr>
        <p:spPr>
          <a:xfrm>
            <a:off x="1358609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91" name="머리칸"/>
          <p:cNvSpPr/>
          <p:nvPr/>
        </p:nvSpPr>
        <p:spPr>
          <a:xfrm>
            <a:off x="3235826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92" name="머리칸"/>
          <p:cNvSpPr/>
          <p:nvPr/>
        </p:nvSpPr>
        <p:spPr>
          <a:xfrm>
            <a:off x="5113043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93" name="칸 본문"/>
          <p:cNvSpPr txBox="1"/>
          <p:nvPr/>
        </p:nvSpPr>
        <p:spPr>
          <a:xfrm>
            <a:off x="1369565" y="7898087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94" name="칸 본문"/>
          <p:cNvSpPr txBox="1"/>
          <p:nvPr/>
        </p:nvSpPr>
        <p:spPr>
          <a:xfrm>
            <a:off x="3246783" y="7898087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3235826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 txBox="1"/>
          <p:nvPr/>
        </p:nvSpPr>
        <p:spPr>
          <a:xfrm>
            <a:off x="5124000" y="7898087"/>
            <a:ext cx="1855304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113043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라벨 박스"/>
          <p:cNvSpPr/>
          <p:nvPr/>
        </p:nvSpPr>
        <p:spPr>
          <a:xfrm>
            <a:off x="723130" y="83336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레일"/>
          <p:cNvSpPr/>
          <p:nvPr/>
        </p:nvSpPr>
        <p:spPr>
          <a:xfrm>
            <a:off x="734087" y="83446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1369565" y="83501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01" name="칸 본문"/>
          <p:cNvSpPr txBox="1"/>
          <p:nvPr/>
        </p:nvSpPr>
        <p:spPr>
          <a:xfrm>
            <a:off x="3246783" y="83501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235826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 txBox="1"/>
          <p:nvPr/>
        </p:nvSpPr>
        <p:spPr>
          <a:xfrm>
            <a:off x="5124000" y="8350122"/>
            <a:ext cx="1855304" cy="3534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5113043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핵심성과 박스"/>
          <p:cNvSpPr/>
          <p:nvPr/>
        </p:nvSpPr>
        <p:spPr>
          <a:xfrm>
            <a:off x="723130" y="88076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핵심성과 라벨"/>
          <p:cNvSpPr/>
          <p:nvPr/>
        </p:nvSpPr>
        <p:spPr>
          <a:xfrm>
            <a:off x="756000" y="88405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7" name="핵심성과 문구"/>
          <p:cNvSpPr txBox="1"/>
          <p:nvPr/>
        </p:nvSpPr>
        <p:spPr>
          <a:xfrm>
            <a:off x="1501043" y="8829548"/>
            <a:ext cx="5456348" cy="480522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54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2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5" name="본문"/>
          <p:cNvSpPr txBox="1"/>
          <p:nvPr/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0" name="칸 본문"/>
          <p:cNvSpPr txBox="1"/>
          <p:nvPr/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6" name="태그 설명"/>
          <p:cNvSpPr txBox="1"/>
          <p:nvPr/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7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8" name="태그 설명"/>
          <p:cNvSpPr txBox="1"/>
          <p:nvPr/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9" name="패널 외곽"/>
          <p:cNvSpPr/>
          <p:nvPr/>
        </p:nvSpPr>
        <p:spPr>
          <a:xfrm>
            <a:off x="536870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패널 머리"/>
          <p:cNvSpPr/>
          <p:nvPr/>
        </p:nvSpPr>
        <p:spPr>
          <a:xfrm>
            <a:off x="536870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1" name="레일"/>
          <p:cNvSpPr/>
          <p:nvPr/>
        </p:nvSpPr>
        <p:spPr>
          <a:xfrm>
            <a:off x="569739" y="3780157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59724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3" name="레일 라벨"/>
          <p:cNvSpPr txBox="1"/>
          <p:nvPr/>
        </p:nvSpPr>
        <p:spPr>
          <a:xfrm>
            <a:off x="569739" y="4010243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4" name="패널 본문"/>
          <p:cNvSpPr txBox="1"/>
          <p:nvPr/>
        </p:nvSpPr>
        <p:spPr>
          <a:xfrm>
            <a:off x="1353130" y="3769200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353130" y="4385583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69739" y="439653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659724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8" name="레일 라벨"/>
          <p:cNvSpPr txBox="1"/>
          <p:nvPr/>
        </p:nvSpPr>
        <p:spPr>
          <a:xfrm>
            <a:off x="569739" y="4626626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49" name="패널 본문"/>
          <p:cNvSpPr txBox="1"/>
          <p:nvPr/>
        </p:nvSpPr>
        <p:spPr>
          <a:xfrm>
            <a:off x="1353130" y="4385583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353130" y="500196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69739" y="5012922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659724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53" name="레일 라벨"/>
          <p:cNvSpPr txBox="1"/>
          <p:nvPr/>
        </p:nvSpPr>
        <p:spPr>
          <a:xfrm>
            <a:off x="569739" y="5243009"/>
            <a:ext cx="739565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54" name="패널 본문"/>
          <p:cNvSpPr txBox="1"/>
          <p:nvPr/>
        </p:nvSpPr>
        <p:spPr>
          <a:xfrm>
            <a:off x="1353130" y="5001965"/>
            <a:ext cx="2276217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55" name="패널 외곽"/>
          <p:cNvSpPr/>
          <p:nvPr/>
        </p:nvSpPr>
        <p:spPr>
          <a:xfrm>
            <a:off x="3711522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패널 머리"/>
          <p:cNvSpPr/>
          <p:nvPr/>
        </p:nvSpPr>
        <p:spPr>
          <a:xfrm>
            <a:off x="3711522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7" name="레일"/>
          <p:cNvSpPr/>
          <p:nvPr/>
        </p:nvSpPr>
        <p:spPr>
          <a:xfrm>
            <a:off x="3744391" y="3780157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3831637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59" name="레일 라벨"/>
          <p:cNvSpPr txBox="1"/>
          <p:nvPr/>
        </p:nvSpPr>
        <p:spPr>
          <a:xfrm>
            <a:off x="3744391" y="4010243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0" name="패널 본문"/>
          <p:cNvSpPr txBox="1"/>
          <p:nvPr/>
        </p:nvSpPr>
        <p:spPr>
          <a:xfrm>
            <a:off x="4522304" y="3769200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522304" y="4385583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3744391" y="439653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3831637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64" name="레일 라벨"/>
          <p:cNvSpPr txBox="1"/>
          <p:nvPr/>
        </p:nvSpPr>
        <p:spPr>
          <a:xfrm>
            <a:off x="3744391" y="4626626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65" name="패널 본문"/>
          <p:cNvSpPr txBox="1"/>
          <p:nvPr/>
        </p:nvSpPr>
        <p:spPr>
          <a:xfrm>
            <a:off x="4522304" y="4385583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522304" y="500196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3744391" y="5012922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레일 태그"/>
          <p:cNvSpPr/>
          <p:nvPr/>
        </p:nvSpPr>
        <p:spPr>
          <a:xfrm>
            <a:off x="3831637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69" name="레일 라벨"/>
          <p:cNvSpPr txBox="1"/>
          <p:nvPr/>
        </p:nvSpPr>
        <p:spPr>
          <a:xfrm>
            <a:off x="3744391" y="5243009"/>
            <a:ext cx="734087" cy="342470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70" name="패널 본문"/>
          <p:cNvSpPr txBox="1"/>
          <p:nvPr/>
        </p:nvSpPr>
        <p:spPr>
          <a:xfrm>
            <a:off x="4522304" y="5001965"/>
            <a:ext cx="2281696" cy="616383"/>
          </a:xfrm>
          <a:prstGeom prst="rect">
            <a:avLst/>
          </a:prstGeom>
          <a:noFill/>
        </p:spPr>
        <p:txBody>
          <a:bodyPr wrap="square" lIns="43200" tIns="10800" rIns="18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71" name="형광 밑줄"/>
          <p:cNvSpPr/>
          <p:nvPr/>
        </p:nvSpPr>
        <p:spPr>
          <a:xfrm>
            <a:off x="536870" y="5914174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소제목"/>
          <p:cNvSpPr txBox="1"/>
          <p:nvPr/>
        </p:nvSpPr>
        <p:spPr>
          <a:xfrm>
            <a:off x="536870" y="5760783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73" name="태그칩"/>
          <p:cNvSpPr/>
          <p:nvPr/>
        </p:nvSpPr>
        <p:spPr>
          <a:xfrm>
            <a:off x="3355467" y="5793652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74" name="태그칩"/>
          <p:cNvSpPr/>
          <p:nvPr/>
        </p:nvSpPr>
        <p:spPr>
          <a:xfrm>
            <a:off x="3726618" y="579365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75" name="라벨 박스"/>
          <p:cNvSpPr/>
          <p:nvPr/>
        </p:nvSpPr>
        <p:spPr>
          <a:xfrm>
            <a:off x="536870" y="60566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레일"/>
          <p:cNvSpPr/>
          <p:nvPr/>
        </p:nvSpPr>
        <p:spPr>
          <a:xfrm>
            <a:off x="547826" y="60675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77" name="본문"/>
          <p:cNvSpPr txBox="1"/>
          <p:nvPr/>
        </p:nvSpPr>
        <p:spPr>
          <a:xfrm>
            <a:off x="1172348" y="6073043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78" name="표 외곽"/>
          <p:cNvSpPr/>
          <p:nvPr/>
        </p:nvSpPr>
        <p:spPr>
          <a:xfrm>
            <a:off x="536870" y="639078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"/>
          <p:cNvSpPr/>
          <p:nvPr/>
        </p:nvSpPr>
        <p:spPr>
          <a:xfrm>
            <a:off x="547826" y="6407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80" name="머리칸"/>
          <p:cNvSpPr/>
          <p:nvPr/>
        </p:nvSpPr>
        <p:spPr>
          <a:xfrm>
            <a:off x="1161391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81" name="머리칸"/>
          <p:cNvSpPr/>
          <p:nvPr/>
        </p:nvSpPr>
        <p:spPr>
          <a:xfrm>
            <a:off x="3985435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2" name="칸 본문"/>
          <p:cNvSpPr txBox="1"/>
          <p:nvPr/>
        </p:nvSpPr>
        <p:spPr>
          <a:xfrm>
            <a:off x="1172348" y="6670174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83" name="칸 본문"/>
          <p:cNvSpPr txBox="1"/>
          <p:nvPr/>
        </p:nvSpPr>
        <p:spPr>
          <a:xfrm>
            <a:off x="3996391" y="6670174"/>
            <a:ext cx="280213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985435" y="670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7029078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 태그"/>
          <p:cNvSpPr/>
          <p:nvPr/>
        </p:nvSpPr>
        <p:spPr>
          <a:xfrm>
            <a:off x="668144" y="71934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87" name="레일 라벨"/>
          <p:cNvSpPr txBox="1"/>
          <p:nvPr/>
        </p:nvSpPr>
        <p:spPr>
          <a:xfrm>
            <a:off x="547826" y="7379687"/>
            <a:ext cx="580696" cy="443739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88" name="레일 삼각형"/>
          <p:cNvSpPr/>
          <p:nvPr/>
        </p:nvSpPr>
        <p:spPr>
          <a:xfrm>
            <a:off x="547826" y="702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머리칸"/>
          <p:cNvSpPr/>
          <p:nvPr/>
        </p:nvSpPr>
        <p:spPr>
          <a:xfrm>
            <a:off x="1161391" y="705099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90" name="칸 본문"/>
          <p:cNvSpPr txBox="1"/>
          <p:nvPr/>
        </p:nvSpPr>
        <p:spPr>
          <a:xfrm>
            <a:off x="1172348" y="7292035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91" name="사진 칸"/>
          <p:cNvSpPr/>
          <p:nvPr/>
        </p:nvSpPr>
        <p:spPr>
          <a:xfrm>
            <a:off x="5730261" y="705647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92" name="레일"/>
          <p:cNvSpPr/>
          <p:nvPr/>
        </p:nvSpPr>
        <p:spPr>
          <a:xfrm>
            <a:off x="547826" y="786177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668144" y="802612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94" name="레일 라벨"/>
          <p:cNvSpPr txBox="1"/>
          <p:nvPr/>
        </p:nvSpPr>
        <p:spPr>
          <a:xfrm>
            <a:off x="547826" y="8212383"/>
            <a:ext cx="580696" cy="634226"/>
          </a:xfrm>
          <a:prstGeom prst="rect">
            <a:avLst/>
          </a:prstGeom>
          <a:noFill/>
        </p:spPr>
        <p:txBody>
          <a:bodyPr wrap="square" lIns="10800" tIns="0" rIns="1080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95" name="레일 삼각형"/>
          <p:cNvSpPr/>
          <p:nvPr/>
        </p:nvSpPr>
        <p:spPr>
          <a:xfrm>
            <a:off x="547826" y="78617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배너"/>
          <p:cNvSpPr/>
          <p:nvPr/>
        </p:nvSpPr>
        <p:spPr>
          <a:xfrm>
            <a:off x="1161391" y="7883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97" name="머리칸"/>
          <p:cNvSpPr/>
          <p:nvPr/>
        </p:nvSpPr>
        <p:spPr>
          <a:xfrm>
            <a:off x="1161391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98" name="머리칸"/>
          <p:cNvSpPr/>
          <p:nvPr/>
        </p:nvSpPr>
        <p:spPr>
          <a:xfrm>
            <a:off x="3044087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99" name="머리칸"/>
          <p:cNvSpPr/>
          <p:nvPr/>
        </p:nvSpPr>
        <p:spPr>
          <a:xfrm>
            <a:off x="4926783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1172348" y="8360296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01" name="칸 본문"/>
          <p:cNvSpPr txBox="1"/>
          <p:nvPr/>
        </p:nvSpPr>
        <p:spPr>
          <a:xfrm>
            <a:off x="3055043" y="8360296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3044087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 txBox="1"/>
          <p:nvPr/>
        </p:nvSpPr>
        <p:spPr>
          <a:xfrm>
            <a:off x="4937739" y="8360296"/>
            <a:ext cx="1860783" cy="50274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926783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표 외곽"/>
          <p:cNvSpPr/>
          <p:nvPr/>
        </p:nvSpPr>
        <p:spPr>
          <a:xfrm>
            <a:off x="536870" y="892878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레일"/>
          <p:cNvSpPr/>
          <p:nvPr/>
        </p:nvSpPr>
        <p:spPr>
          <a:xfrm>
            <a:off x="547826" y="8945217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7" name="머리칸"/>
          <p:cNvSpPr/>
          <p:nvPr/>
        </p:nvSpPr>
        <p:spPr>
          <a:xfrm>
            <a:off x="1161391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08" name="머리칸"/>
          <p:cNvSpPr/>
          <p:nvPr/>
        </p:nvSpPr>
        <p:spPr>
          <a:xfrm>
            <a:off x="3985435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09" name="칸 본문"/>
          <p:cNvSpPr txBox="1"/>
          <p:nvPr/>
        </p:nvSpPr>
        <p:spPr>
          <a:xfrm>
            <a:off x="1172348" y="9208174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10" name="칸 본문"/>
          <p:cNvSpPr txBox="1"/>
          <p:nvPr/>
        </p:nvSpPr>
        <p:spPr>
          <a:xfrm>
            <a:off x="3996391" y="9208174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3985435" y="9241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핵심성과 박스"/>
          <p:cNvSpPr/>
          <p:nvPr/>
        </p:nvSpPr>
        <p:spPr>
          <a:xfrm>
            <a:off x="536870" y="9660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핵심성과 라벨"/>
          <p:cNvSpPr/>
          <p:nvPr/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14" name="핵심성과 문구"/>
          <p:cNvSpPr txBox="1"/>
          <p:nvPr/>
        </p:nvSpPr>
        <p:spPr>
          <a:xfrm>
            <a:off x="1314783" y="9676643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2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 txBox="1"/>
          <p:nvPr/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 txBox="1"/>
          <p:nvPr/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 txBox="1"/>
          <p:nvPr/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4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강조 바 글"/>
          <p:cNvSpPr txBox="1"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6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 txBox="1"/>
          <p:nvPr/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 txBox="1"/>
          <p:nvPr/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 txBox="1"/>
          <p:nvPr/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형광 밑줄"/>
          <p:cNvSpPr/>
          <p:nvPr/>
        </p:nvSpPr>
        <p:spPr>
          <a:xfrm>
            <a:off x="723130" y="6316591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소제목"/>
          <p:cNvSpPr txBox="1"/>
          <p:nvPr/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40" name="태그칩"/>
          <p:cNvSpPr/>
          <p:nvPr/>
        </p:nvSpPr>
        <p:spPr>
          <a:xfrm>
            <a:off x="3595310" y="61960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41" name="표 외곽"/>
          <p:cNvSpPr/>
          <p:nvPr/>
        </p:nvSpPr>
        <p:spPr>
          <a:xfrm>
            <a:off x="723130" y="6448070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734087" y="6464504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43" name="배너"/>
          <p:cNvSpPr/>
          <p:nvPr/>
        </p:nvSpPr>
        <p:spPr>
          <a:xfrm>
            <a:off x="1347652" y="64864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44" name="머리칸"/>
          <p:cNvSpPr/>
          <p:nvPr/>
        </p:nvSpPr>
        <p:spPr>
          <a:xfrm>
            <a:off x="1347652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45" name="머리칸"/>
          <p:cNvSpPr/>
          <p:nvPr/>
        </p:nvSpPr>
        <p:spPr>
          <a:xfrm>
            <a:off x="3230348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1358609" y="6963026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3241304" y="6963026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230348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 txBox="1"/>
          <p:nvPr/>
        </p:nvSpPr>
        <p:spPr>
          <a:xfrm>
            <a:off x="5124000" y="6963026"/>
            <a:ext cx="1860783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113043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734384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53" name="태그 설명"/>
          <p:cNvSpPr txBox="1"/>
          <p:nvPr/>
        </p:nvSpPr>
        <p:spPr>
          <a:xfrm>
            <a:off x="1972988" y="7332887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7562974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734086" y="75629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배너"/>
          <p:cNvSpPr/>
          <p:nvPr/>
        </p:nvSpPr>
        <p:spPr>
          <a:xfrm>
            <a:off x="1347652" y="75848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57" name="머리칸"/>
          <p:cNvSpPr/>
          <p:nvPr/>
        </p:nvSpPr>
        <p:spPr>
          <a:xfrm>
            <a:off x="1347652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58" name="머리칸"/>
          <p:cNvSpPr/>
          <p:nvPr/>
        </p:nvSpPr>
        <p:spPr>
          <a:xfrm>
            <a:off x="4171696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59" name="칸 본문"/>
          <p:cNvSpPr txBox="1"/>
          <p:nvPr/>
        </p:nvSpPr>
        <p:spPr>
          <a:xfrm>
            <a:off x="1358609" y="806149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60" name="칸 본문"/>
          <p:cNvSpPr txBox="1"/>
          <p:nvPr/>
        </p:nvSpPr>
        <p:spPr>
          <a:xfrm>
            <a:off x="4182652" y="806149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171696" y="80943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태그"/>
          <p:cNvSpPr/>
          <p:nvPr/>
        </p:nvSpPr>
        <p:spPr>
          <a:xfrm>
            <a:off x="1347652" y="844231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63" name="태그 설명"/>
          <p:cNvSpPr txBox="1"/>
          <p:nvPr/>
        </p:nvSpPr>
        <p:spPr>
          <a:xfrm>
            <a:off x="1972988" y="8431357"/>
            <a:ext cx="5022751" cy="197217"/>
          </a:xfrm>
          <a:prstGeom prst="rect">
            <a:avLst/>
          </a:prstGeom>
          <a:noFill/>
        </p:spPr>
        <p:txBody>
          <a:bodyPr wrap="square" lIns="21600" tIns="0" rIns="1080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64" name="핵심성과 박스"/>
          <p:cNvSpPr/>
          <p:nvPr/>
        </p:nvSpPr>
        <p:spPr>
          <a:xfrm>
            <a:off x="723130" y="87490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6" name="핵심성과 문구"/>
          <p:cNvSpPr txBox="1"/>
          <p:nvPr/>
        </p:nvSpPr>
        <p:spPr>
          <a:xfrm>
            <a:off x="1501043" y="8765530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평가내용 제목"/>
          <p:cNvSpPr txBox="1"/>
          <p:nvPr/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0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번호"/>
          <p:cNvSpPr txBox="1"/>
          <p:nvPr/>
        </p:nvSpPr>
        <p:spPr>
          <a:xfrm>
            <a:off x="558783" y="1254522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" name="번호 띠 제목"/>
          <p:cNvSpPr txBox="1"/>
          <p:nvPr/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 txBox="1"/>
          <p:nvPr/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2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96669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83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7" name="칸 본문"/>
          <p:cNvSpPr txBox="1"/>
          <p:nvPr/>
        </p:nvSpPr>
        <p:spPr>
          <a:xfrm>
            <a:off x="1172348" y="2246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8" name="칸 본문"/>
          <p:cNvSpPr txBox="1"/>
          <p:nvPr/>
        </p:nvSpPr>
        <p:spPr>
          <a:xfrm>
            <a:off x="3996391" y="2246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985435" y="2278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6542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867948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884383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1172348" y="3147339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6" name="칸 본문"/>
          <p:cNvSpPr txBox="1"/>
          <p:nvPr/>
        </p:nvSpPr>
        <p:spPr>
          <a:xfrm>
            <a:off x="3996391" y="3147339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985435" y="3180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511722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35117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161391" y="35336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35336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2" name="단계"/>
          <p:cNvSpPr/>
          <p:nvPr/>
        </p:nvSpPr>
        <p:spPr>
          <a:xfrm>
            <a:off x="3985435" y="35336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35336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573413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985434" y="35336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397456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 txBox="1"/>
          <p:nvPr/>
        </p:nvSpPr>
        <p:spPr>
          <a:xfrm>
            <a:off x="1172348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48" name="칸 본문"/>
          <p:cNvSpPr txBox="1"/>
          <p:nvPr/>
        </p:nvSpPr>
        <p:spPr>
          <a:xfrm>
            <a:off x="2584370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573413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 txBox="1"/>
          <p:nvPr/>
        </p:nvSpPr>
        <p:spPr>
          <a:xfrm>
            <a:off x="3996391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3985435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 txBox="1"/>
          <p:nvPr/>
        </p:nvSpPr>
        <p:spPr>
          <a:xfrm>
            <a:off x="5408413" y="3785635"/>
            <a:ext cx="1390109" cy="6520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397457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459617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5" name="레일 삼각형"/>
          <p:cNvSpPr/>
          <p:nvPr/>
        </p:nvSpPr>
        <p:spPr>
          <a:xfrm>
            <a:off x="547826" y="44596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머리칸"/>
          <p:cNvSpPr/>
          <p:nvPr/>
        </p:nvSpPr>
        <p:spPr>
          <a:xfrm>
            <a:off x="1161391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58" name="칸 본문"/>
          <p:cNvSpPr txBox="1"/>
          <p:nvPr/>
        </p:nvSpPr>
        <p:spPr>
          <a:xfrm>
            <a:off x="1172348" y="4722574"/>
            <a:ext cx="2802130" cy="1876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59" name="인라인 표"/>
          <p:cNvGraphicFramePr>
            <a:graphicFrameLocks noGrp="1"/>
          </p:cNvGraphicFramePr>
          <p:nvPr/>
        </p:nvGraphicFramePr>
        <p:xfrm>
          <a:off x="1205217" y="4921200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칸 본문"/>
          <p:cNvSpPr txBox="1"/>
          <p:nvPr/>
        </p:nvSpPr>
        <p:spPr>
          <a:xfrm>
            <a:off x="1172348" y="5359461"/>
            <a:ext cx="2802130" cy="15480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1" name="칸 본문"/>
          <p:cNvSpPr txBox="1"/>
          <p:nvPr/>
        </p:nvSpPr>
        <p:spPr>
          <a:xfrm>
            <a:off x="3996391" y="4722574"/>
            <a:ext cx="2802130" cy="791687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3985435" y="4755443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623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5" name="핵심성과 문구"/>
          <p:cNvSpPr txBox="1"/>
          <p:nvPr/>
        </p:nvSpPr>
        <p:spPr>
          <a:xfrm>
            <a:off x="1314783" y="5640261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66" name="형광 밑줄"/>
          <p:cNvSpPr/>
          <p:nvPr/>
        </p:nvSpPr>
        <p:spPr>
          <a:xfrm>
            <a:off x="536870" y="6209217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소제목"/>
          <p:cNvSpPr txBox="1"/>
          <p:nvPr/>
        </p:nvSpPr>
        <p:spPr>
          <a:xfrm>
            <a:off x="536870" y="6055826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68" name="표 외곽"/>
          <p:cNvSpPr/>
          <p:nvPr/>
        </p:nvSpPr>
        <p:spPr>
          <a:xfrm>
            <a:off x="536870" y="634069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레일"/>
          <p:cNvSpPr/>
          <p:nvPr/>
        </p:nvSpPr>
        <p:spPr>
          <a:xfrm>
            <a:off x="547826" y="6357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70" name="머리칸"/>
          <p:cNvSpPr/>
          <p:nvPr/>
        </p:nvSpPr>
        <p:spPr>
          <a:xfrm>
            <a:off x="1161391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1" name="머리칸"/>
          <p:cNvSpPr/>
          <p:nvPr/>
        </p:nvSpPr>
        <p:spPr>
          <a:xfrm>
            <a:off x="3985435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72" name="칸 본문"/>
          <p:cNvSpPr txBox="1"/>
          <p:nvPr/>
        </p:nvSpPr>
        <p:spPr>
          <a:xfrm>
            <a:off x="1172348" y="6620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73" name="칸 본문"/>
          <p:cNvSpPr txBox="1"/>
          <p:nvPr/>
        </p:nvSpPr>
        <p:spPr>
          <a:xfrm>
            <a:off x="3996391" y="6620087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3985435" y="665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698447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76" name="레일 삼각형"/>
          <p:cNvSpPr/>
          <p:nvPr/>
        </p:nvSpPr>
        <p:spPr>
          <a:xfrm>
            <a:off x="547826" y="698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머리칸"/>
          <p:cNvSpPr/>
          <p:nvPr/>
        </p:nvSpPr>
        <p:spPr>
          <a:xfrm>
            <a:off x="1161391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78" name="머리칸"/>
          <p:cNvSpPr/>
          <p:nvPr/>
        </p:nvSpPr>
        <p:spPr>
          <a:xfrm>
            <a:off x="3985435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79" name="칸 본문"/>
          <p:cNvSpPr txBox="1"/>
          <p:nvPr/>
        </p:nvSpPr>
        <p:spPr>
          <a:xfrm>
            <a:off x="1172348" y="724742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80" name="칸 본문"/>
          <p:cNvSpPr txBox="1"/>
          <p:nvPr/>
        </p:nvSpPr>
        <p:spPr>
          <a:xfrm>
            <a:off x="3996391" y="7247426"/>
            <a:ext cx="2802130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85435" y="7280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761180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83" name="단계"/>
          <p:cNvSpPr/>
          <p:nvPr/>
        </p:nvSpPr>
        <p:spPr>
          <a:xfrm>
            <a:off x="1161391" y="76337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84" name="단계"/>
          <p:cNvSpPr/>
          <p:nvPr/>
        </p:nvSpPr>
        <p:spPr>
          <a:xfrm>
            <a:off x="2573413" y="76337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85" name="단계"/>
          <p:cNvSpPr/>
          <p:nvPr/>
        </p:nvSpPr>
        <p:spPr>
          <a:xfrm>
            <a:off x="3985435" y="76337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86" name="단계"/>
          <p:cNvSpPr/>
          <p:nvPr/>
        </p:nvSpPr>
        <p:spPr>
          <a:xfrm>
            <a:off x="5397457" y="76337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87" name="단계 삼각형"/>
          <p:cNvSpPr/>
          <p:nvPr/>
        </p:nvSpPr>
        <p:spPr>
          <a:xfrm>
            <a:off x="2573413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단계 삼각형"/>
          <p:cNvSpPr/>
          <p:nvPr/>
        </p:nvSpPr>
        <p:spPr>
          <a:xfrm>
            <a:off x="3985434" y="76337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단계 삼각형"/>
          <p:cNvSpPr/>
          <p:nvPr/>
        </p:nvSpPr>
        <p:spPr>
          <a:xfrm>
            <a:off x="5397456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 txBox="1"/>
          <p:nvPr/>
        </p:nvSpPr>
        <p:spPr>
          <a:xfrm>
            <a:off x="1172348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91" name="칸 본문"/>
          <p:cNvSpPr txBox="1"/>
          <p:nvPr/>
        </p:nvSpPr>
        <p:spPr>
          <a:xfrm>
            <a:off x="2584370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573413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 txBox="1"/>
          <p:nvPr/>
        </p:nvSpPr>
        <p:spPr>
          <a:xfrm>
            <a:off x="3996391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3985435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 txBox="1"/>
          <p:nvPr/>
        </p:nvSpPr>
        <p:spPr>
          <a:xfrm>
            <a:off x="5408413" y="7885722"/>
            <a:ext cx="1390109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397457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8244626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8244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머리칸"/>
          <p:cNvSpPr/>
          <p:nvPr/>
        </p:nvSpPr>
        <p:spPr>
          <a:xfrm>
            <a:off x="1161391" y="8266539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00" name="칸 본문"/>
          <p:cNvSpPr txBox="1"/>
          <p:nvPr/>
        </p:nvSpPr>
        <p:spPr>
          <a:xfrm>
            <a:off x="1172348" y="8507583"/>
            <a:ext cx="4514087" cy="547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01" name="사진 칸"/>
          <p:cNvSpPr/>
          <p:nvPr/>
        </p:nvSpPr>
        <p:spPr>
          <a:xfrm>
            <a:off x="5730261" y="8272017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02" name="핵심성과 박스"/>
          <p:cNvSpPr/>
          <p:nvPr/>
        </p:nvSpPr>
        <p:spPr>
          <a:xfrm>
            <a:off x="536870" y="9164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04" name="핵심성과 문구"/>
          <p:cNvSpPr txBox="1"/>
          <p:nvPr/>
        </p:nvSpPr>
        <p:spPr>
          <a:xfrm>
            <a:off x="1314783" y="9181409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4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번호"/>
          <p:cNvSpPr txBox="1"/>
          <p:nvPr/>
        </p:nvSpPr>
        <p:spPr>
          <a:xfrm>
            <a:off x="745043" y="777913"/>
            <a:ext cx="383478" cy="30678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 txBox="1"/>
          <p:nvPr/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 txBox="1"/>
          <p:nvPr/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1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 txBox="1"/>
          <p:nvPr/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 txBox="1"/>
          <p:nvPr/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 txBox="1"/>
          <p:nvPr/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 txBox="1"/>
          <p:nvPr/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</p:spPr>
        <p:txBody>
          <a:bodyPr wrap="square" lIns="432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 txBox="1"/>
          <p:nvPr/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 txBox="1"/>
          <p:nvPr/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0" name="가운데 글"/>
          <p:cNvSpPr txBox="1"/>
          <p:nvPr/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 txBox="1"/>
          <p:nvPr/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 txBox="1"/>
          <p:nvPr/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형광 밑줄"/>
          <p:cNvSpPr/>
          <p:nvPr/>
        </p:nvSpPr>
        <p:spPr>
          <a:xfrm>
            <a:off x="723130" y="384605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소제목"/>
          <p:cNvSpPr txBox="1"/>
          <p:nvPr/>
        </p:nvSpPr>
        <p:spPr>
          <a:xfrm>
            <a:off x="723130" y="3692661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41" name="태그칩"/>
          <p:cNvSpPr/>
          <p:nvPr/>
        </p:nvSpPr>
        <p:spPr>
          <a:xfrm>
            <a:off x="4494817" y="37255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42" name="표 외곽"/>
          <p:cNvSpPr/>
          <p:nvPr/>
        </p:nvSpPr>
        <p:spPr>
          <a:xfrm>
            <a:off x="723130" y="3977530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734087" y="3993965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4" name="머리칸"/>
          <p:cNvSpPr/>
          <p:nvPr/>
        </p:nvSpPr>
        <p:spPr>
          <a:xfrm>
            <a:off x="1347652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5" name="머리칸"/>
          <p:cNvSpPr/>
          <p:nvPr/>
        </p:nvSpPr>
        <p:spPr>
          <a:xfrm>
            <a:off x="3670435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 txBox="1"/>
          <p:nvPr/>
        </p:nvSpPr>
        <p:spPr>
          <a:xfrm>
            <a:off x="1358609" y="4256922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47" name="칸 본문"/>
          <p:cNvSpPr txBox="1"/>
          <p:nvPr/>
        </p:nvSpPr>
        <p:spPr>
          <a:xfrm>
            <a:off x="3681391" y="4256922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670435" y="42897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46158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61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머리칸"/>
          <p:cNvSpPr/>
          <p:nvPr/>
        </p:nvSpPr>
        <p:spPr>
          <a:xfrm>
            <a:off x="1347652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52" name="머리칸"/>
          <p:cNvSpPr/>
          <p:nvPr/>
        </p:nvSpPr>
        <p:spPr>
          <a:xfrm>
            <a:off x="3670435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53" name="칸 본문"/>
          <p:cNvSpPr txBox="1"/>
          <p:nvPr/>
        </p:nvSpPr>
        <p:spPr>
          <a:xfrm>
            <a:off x="1358609" y="4878783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54" name="칸 본문"/>
          <p:cNvSpPr txBox="1"/>
          <p:nvPr/>
        </p:nvSpPr>
        <p:spPr>
          <a:xfrm>
            <a:off x="3681391" y="4878783"/>
            <a:ext cx="2300870" cy="3369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3670435" y="49116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237687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734086" y="5237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배너"/>
          <p:cNvSpPr/>
          <p:nvPr/>
        </p:nvSpPr>
        <p:spPr>
          <a:xfrm>
            <a:off x="1347652" y="5259600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59" name="본문"/>
          <p:cNvSpPr txBox="1"/>
          <p:nvPr/>
        </p:nvSpPr>
        <p:spPr>
          <a:xfrm>
            <a:off x="1347652" y="5495165"/>
            <a:ext cx="4645565" cy="3424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60" name="사진 칸"/>
          <p:cNvSpPr/>
          <p:nvPr/>
        </p:nvSpPr>
        <p:spPr>
          <a:xfrm>
            <a:off x="6064435" y="3993965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61" name="사진 칸"/>
          <p:cNvSpPr/>
          <p:nvPr/>
        </p:nvSpPr>
        <p:spPr>
          <a:xfrm>
            <a:off x="6064435" y="5237687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2" name="형광 밑줄"/>
          <p:cNvSpPr/>
          <p:nvPr/>
        </p:nvSpPr>
        <p:spPr>
          <a:xfrm>
            <a:off x="723130" y="6133461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소제목"/>
          <p:cNvSpPr txBox="1"/>
          <p:nvPr/>
        </p:nvSpPr>
        <p:spPr>
          <a:xfrm>
            <a:off x="723130" y="5980070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4" name="태그칩"/>
          <p:cNvSpPr/>
          <p:nvPr/>
        </p:nvSpPr>
        <p:spPr>
          <a:xfrm>
            <a:off x="4634353" y="601293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5" name="표 외곽"/>
          <p:cNvSpPr/>
          <p:nvPr/>
        </p:nvSpPr>
        <p:spPr>
          <a:xfrm>
            <a:off x="723130" y="6264939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"/>
          <p:cNvSpPr/>
          <p:nvPr/>
        </p:nvSpPr>
        <p:spPr>
          <a:xfrm>
            <a:off x="734087" y="62813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7" name="본문"/>
          <p:cNvSpPr txBox="1"/>
          <p:nvPr/>
        </p:nvSpPr>
        <p:spPr>
          <a:xfrm>
            <a:off x="1347652" y="6303287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68" name="레일"/>
          <p:cNvSpPr/>
          <p:nvPr/>
        </p:nvSpPr>
        <p:spPr>
          <a:xfrm>
            <a:off x="734087" y="6551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69" name="본문"/>
          <p:cNvSpPr txBox="1"/>
          <p:nvPr/>
        </p:nvSpPr>
        <p:spPr>
          <a:xfrm>
            <a:off x="1347652" y="6573130"/>
            <a:ext cx="5648087" cy="1821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6821061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71" name="머리칸"/>
          <p:cNvSpPr/>
          <p:nvPr/>
        </p:nvSpPr>
        <p:spPr>
          <a:xfrm>
            <a:off x="1347652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72" name="머리칸"/>
          <p:cNvSpPr/>
          <p:nvPr/>
        </p:nvSpPr>
        <p:spPr>
          <a:xfrm>
            <a:off x="3230348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73" name="머리칸"/>
          <p:cNvSpPr/>
          <p:nvPr/>
        </p:nvSpPr>
        <p:spPr>
          <a:xfrm>
            <a:off x="5113043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74" name="칸 본문"/>
          <p:cNvSpPr txBox="1"/>
          <p:nvPr/>
        </p:nvSpPr>
        <p:spPr>
          <a:xfrm>
            <a:off x="1358609" y="7084017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75" name="칸 본문"/>
          <p:cNvSpPr txBox="1"/>
          <p:nvPr/>
        </p:nvSpPr>
        <p:spPr>
          <a:xfrm>
            <a:off x="3241304" y="7084017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3230348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 txBox="1"/>
          <p:nvPr/>
        </p:nvSpPr>
        <p:spPr>
          <a:xfrm>
            <a:off x="5124000" y="7084017"/>
            <a:ext cx="1860783" cy="497270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5113043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723130" y="76908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 txBox="1"/>
          <p:nvPr/>
        </p:nvSpPr>
        <p:spPr>
          <a:xfrm>
            <a:off x="1501043" y="7707287"/>
            <a:ext cx="5456348" cy="45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82" name="형광 밑줄"/>
          <p:cNvSpPr/>
          <p:nvPr/>
        </p:nvSpPr>
        <p:spPr>
          <a:xfrm>
            <a:off x="723130" y="84562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소제목"/>
          <p:cNvSpPr txBox="1"/>
          <p:nvPr/>
        </p:nvSpPr>
        <p:spPr>
          <a:xfrm>
            <a:off x="723130" y="8302852"/>
            <a:ext cx="6300000" cy="24104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84" name="태그칩"/>
          <p:cNvSpPr/>
          <p:nvPr/>
        </p:nvSpPr>
        <p:spPr>
          <a:xfrm>
            <a:off x="4455895" y="83357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85" name="패널 외곽"/>
          <p:cNvSpPr/>
          <p:nvPr/>
        </p:nvSpPr>
        <p:spPr>
          <a:xfrm>
            <a:off x="723130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패널 머리"/>
          <p:cNvSpPr/>
          <p:nvPr/>
        </p:nvSpPr>
        <p:spPr>
          <a:xfrm>
            <a:off x="723130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87" name="패널 본문"/>
          <p:cNvSpPr txBox="1"/>
          <p:nvPr/>
        </p:nvSpPr>
        <p:spPr>
          <a:xfrm>
            <a:off x="745043" y="88397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88" name="요약 바"/>
          <p:cNvSpPr/>
          <p:nvPr/>
        </p:nvSpPr>
        <p:spPr>
          <a:xfrm>
            <a:off x="745043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89" name="패널 외곽"/>
          <p:cNvSpPr/>
          <p:nvPr/>
        </p:nvSpPr>
        <p:spPr>
          <a:xfrm>
            <a:off x="2837739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패널 머리"/>
          <p:cNvSpPr/>
          <p:nvPr/>
        </p:nvSpPr>
        <p:spPr>
          <a:xfrm>
            <a:off x="2837739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91" name="패널 본문"/>
          <p:cNvSpPr txBox="1"/>
          <p:nvPr/>
        </p:nvSpPr>
        <p:spPr>
          <a:xfrm>
            <a:off x="2859652" y="88397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92" name="요약 바"/>
          <p:cNvSpPr/>
          <p:nvPr/>
        </p:nvSpPr>
        <p:spPr>
          <a:xfrm>
            <a:off x="2859652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93" name="패널 외곽"/>
          <p:cNvSpPr/>
          <p:nvPr/>
        </p:nvSpPr>
        <p:spPr>
          <a:xfrm>
            <a:off x="4952348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패널 머리"/>
          <p:cNvSpPr/>
          <p:nvPr/>
        </p:nvSpPr>
        <p:spPr>
          <a:xfrm>
            <a:off x="4952348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95" name="패널 본문"/>
          <p:cNvSpPr txBox="1"/>
          <p:nvPr/>
        </p:nvSpPr>
        <p:spPr>
          <a:xfrm>
            <a:off x="4974261" y="8839722"/>
            <a:ext cx="2026957" cy="4863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96" name="요약 바"/>
          <p:cNvSpPr/>
          <p:nvPr/>
        </p:nvSpPr>
        <p:spPr>
          <a:xfrm>
            <a:off x="4974261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97" name="핵심성과 박스"/>
          <p:cNvSpPr/>
          <p:nvPr/>
        </p:nvSpPr>
        <p:spPr>
          <a:xfrm>
            <a:off x="723130" y="96766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핵심성과 라벨"/>
          <p:cNvSpPr/>
          <p:nvPr/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9" name="핵심성과 문구"/>
          <p:cNvSpPr txBox="1"/>
          <p:nvPr/>
        </p:nvSpPr>
        <p:spPr>
          <a:xfrm>
            <a:off x="1501043" y="9693078"/>
            <a:ext cx="5456348" cy="27860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noAutofit/>
          </a:bodyPr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
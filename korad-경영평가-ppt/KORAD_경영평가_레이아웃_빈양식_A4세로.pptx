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주민과 함께하는 터전·소득·사람 솔루션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주민과 함께하는 터전·소득·사람 솔루션으로 지역 가치 재조명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농산물 판로확대 등 지역소멸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재난피해·취약계층가구 노후 물이용공간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‘이음장날’ 전국 판로확대 및 온라인몰 입점 지원, 마케팅 코칭·크라우드펀딩 연계 ▶ p.67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지자체·주민 협업 기반 소멸위험마을의 빈집을 지역거점공간으로 재생 ▶ p.66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농가 소득 3.6억원 창출, 코칭 만족도(성장체감) 97%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복지서비스 참여자 500명, 이용만족도 97% 달성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문턱은 낮추고 체감 가치는 높인 공간 개방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문화관 시설개선·지역연계 프로그램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강변 자전거길을 이용한 대국민 러닝코스 및 인증제 개발·운영(RiverRun) ▶ p.68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체감형 서비스 개선과제 선정(’25.9, 재경부)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
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 방향 → 안전 전략 → 이행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13" name="배너"/>
          <p:cNvSpPr/>
          <p:nvPr/>
        </p:nvSpPr>
        <p:spPr>
          <a:xfrm>
            <a:off x="723130" y="1358609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7"/>
          <p:cNvCxnSpPr/>
          <p:nvPr/>
        </p:nvCxnSpPr>
        <p:spPr>
          <a:xfrm>
            <a:off x="723130" y="1358609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41339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6" name="태그"/>
          <p:cNvSpPr/>
          <p:nvPr/>
        </p:nvSpPr>
        <p:spPr>
          <a:xfrm>
            <a:off x="1686932" y="1638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686932" y="1638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4"/>
          </p:nvPr>
        </p:nvSpPr>
        <p:spPr>
          <a:xfrm>
            <a:off x="723130" y="1621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9" name="박스 외곽"/>
          <p:cNvSpPr/>
          <p:nvPr/>
        </p:nvSpPr>
        <p:spPr>
          <a:xfrm>
            <a:off x="723130" y="1961217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734087" y="1972174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972174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22" name="칩"/>
          <p:cNvSpPr/>
          <p:nvPr/>
        </p:nvSpPr>
        <p:spPr>
          <a:xfrm>
            <a:off x="1369565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칩"/>
          <p:cNvSpPr>
            <a:spLocks noGrp="1"/>
          </p:cNvSpPr>
          <p:nvPr>
            <p:ph type="body" sz="quarter" idx="26"/>
          </p:nvPr>
        </p:nvSpPr>
        <p:spPr>
          <a:xfrm>
            <a:off x="1369565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24" name="칩 셀 글"/>
          <p:cNvSpPr>
            <a:spLocks noGrp="1"/>
          </p:cNvSpPr>
          <p:nvPr>
            <p:ph type="body" sz="quarter" idx="27"/>
          </p:nvPr>
        </p:nvSpPr>
        <p:spPr>
          <a:xfrm>
            <a:off x="1753043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25" name="칩"/>
          <p:cNvSpPr/>
          <p:nvPr/>
        </p:nvSpPr>
        <p:spPr>
          <a:xfrm>
            <a:off x="2502470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칩"/>
          <p:cNvSpPr>
            <a:spLocks noGrp="1"/>
          </p:cNvSpPr>
          <p:nvPr>
            <p:ph type="body" sz="quarter" idx="28"/>
          </p:nvPr>
        </p:nvSpPr>
        <p:spPr>
          <a:xfrm>
            <a:off x="2502470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27" name="칩 셀 글"/>
          <p:cNvSpPr>
            <a:spLocks noGrp="1"/>
          </p:cNvSpPr>
          <p:nvPr>
            <p:ph type="body" sz="quarter" idx="29"/>
          </p:nvPr>
        </p:nvSpPr>
        <p:spPr>
          <a:xfrm>
            <a:off x="2885948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28" name="칩"/>
          <p:cNvSpPr/>
          <p:nvPr/>
        </p:nvSpPr>
        <p:spPr>
          <a:xfrm>
            <a:off x="1369565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칩"/>
          <p:cNvSpPr>
            <a:spLocks noGrp="1"/>
          </p:cNvSpPr>
          <p:nvPr>
            <p:ph type="body" sz="quarter" idx="30"/>
          </p:nvPr>
        </p:nvSpPr>
        <p:spPr>
          <a:xfrm>
            <a:off x="1369565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0" name="칩 셀 글"/>
          <p:cNvSpPr>
            <a:spLocks noGrp="1"/>
          </p:cNvSpPr>
          <p:nvPr>
            <p:ph type="body" sz="quarter" idx="31"/>
          </p:nvPr>
        </p:nvSpPr>
        <p:spPr>
          <a:xfrm>
            <a:off x="1753043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31" name="칩"/>
          <p:cNvSpPr/>
          <p:nvPr/>
        </p:nvSpPr>
        <p:spPr>
          <a:xfrm>
            <a:off x="2502470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칩"/>
          <p:cNvSpPr>
            <a:spLocks noGrp="1"/>
          </p:cNvSpPr>
          <p:nvPr>
            <p:ph type="body" sz="quarter" idx="32"/>
          </p:nvPr>
        </p:nvSpPr>
        <p:spPr>
          <a:xfrm>
            <a:off x="2502470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33" name="칩 셀 글"/>
          <p:cNvSpPr>
            <a:spLocks noGrp="1"/>
          </p:cNvSpPr>
          <p:nvPr>
            <p:ph type="body" sz="quarter" idx="33"/>
          </p:nvPr>
        </p:nvSpPr>
        <p:spPr>
          <a:xfrm>
            <a:off x="2885948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635374" y="201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전략 제목"/>
          <p:cNvSpPr>
            <a:spLocks noGrp="1"/>
          </p:cNvSpPr>
          <p:nvPr>
            <p:ph type="body" sz="quarter" idx="34"/>
          </p:nvPr>
        </p:nvSpPr>
        <p:spPr>
          <a:xfrm>
            <a:off x="3657287" y="1994087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36" name="타일"/>
          <p:cNvSpPr/>
          <p:nvPr/>
        </p:nvSpPr>
        <p:spPr>
          <a:xfrm>
            <a:off x="365728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타일"/>
          <p:cNvSpPr>
            <a:spLocks noGrp="1"/>
          </p:cNvSpPr>
          <p:nvPr>
            <p:ph type="body" sz="quarter" idx="35"/>
          </p:nvPr>
        </p:nvSpPr>
        <p:spPr>
          <a:xfrm>
            <a:off x="365728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38" name="타일"/>
          <p:cNvSpPr/>
          <p:nvPr/>
        </p:nvSpPr>
        <p:spPr>
          <a:xfrm>
            <a:off x="487433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9" name="타일"/>
          <p:cNvSpPr>
            <a:spLocks noGrp="1"/>
          </p:cNvSpPr>
          <p:nvPr>
            <p:ph type="body" sz="quarter" idx="36"/>
          </p:nvPr>
        </p:nvSpPr>
        <p:spPr>
          <a:xfrm>
            <a:off x="487433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40" name="타일"/>
          <p:cNvSpPr/>
          <p:nvPr/>
        </p:nvSpPr>
        <p:spPr>
          <a:xfrm>
            <a:off x="365728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타일"/>
          <p:cNvSpPr>
            <a:spLocks noGrp="1"/>
          </p:cNvSpPr>
          <p:nvPr>
            <p:ph type="body" sz="quarter" idx="37"/>
          </p:nvPr>
        </p:nvSpPr>
        <p:spPr>
          <a:xfrm>
            <a:off x="365728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42" name="타일"/>
          <p:cNvSpPr/>
          <p:nvPr/>
        </p:nvSpPr>
        <p:spPr>
          <a:xfrm>
            <a:off x="487433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타일"/>
          <p:cNvSpPr>
            <a:spLocks noGrp="1"/>
          </p:cNvSpPr>
          <p:nvPr>
            <p:ph type="body" sz="quarter" idx="38"/>
          </p:nvPr>
        </p:nvSpPr>
        <p:spPr>
          <a:xfrm>
            <a:off x="487433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4" name="요약 칸"/>
          <p:cNvSpPr/>
          <p:nvPr/>
        </p:nvSpPr>
        <p:spPr>
          <a:xfrm>
            <a:off x="6113301" y="2016000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45" name="요약 칸"/>
          <p:cNvSpPr>
            <a:spLocks noGrp="1"/>
          </p:cNvSpPr>
          <p:nvPr>
            <p:ph type="body" sz="quarter" idx="39"/>
          </p:nvPr>
        </p:nvSpPr>
        <p:spPr>
          <a:xfrm>
            <a:off x="6113301" y="2016000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46" name="레일"/>
          <p:cNvSpPr/>
          <p:nvPr/>
        </p:nvSpPr>
        <p:spPr>
          <a:xfrm>
            <a:off x="734087" y="2947304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2947304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48" name="단계"/>
          <p:cNvSpPr/>
          <p:nvPr/>
        </p:nvSpPr>
        <p:spPr>
          <a:xfrm>
            <a:off x="1358609" y="2936348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41"/>
          </p:nvPr>
        </p:nvSpPr>
        <p:spPr>
          <a:xfrm>
            <a:off x="135860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0" name="단계"/>
          <p:cNvSpPr/>
          <p:nvPr/>
        </p:nvSpPr>
        <p:spPr>
          <a:xfrm>
            <a:off x="2774739" y="2936348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2"/>
          </p:nvPr>
        </p:nvSpPr>
        <p:spPr>
          <a:xfrm>
            <a:off x="277473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52" name="단계"/>
          <p:cNvSpPr/>
          <p:nvPr/>
        </p:nvSpPr>
        <p:spPr>
          <a:xfrm>
            <a:off x="4190870" y="2936348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3"/>
          </p:nvPr>
        </p:nvSpPr>
        <p:spPr>
          <a:xfrm>
            <a:off x="419087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54" name="단계"/>
          <p:cNvSpPr/>
          <p:nvPr/>
        </p:nvSpPr>
        <p:spPr>
          <a:xfrm>
            <a:off x="5607000" y="2936348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4"/>
          </p:nvPr>
        </p:nvSpPr>
        <p:spPr>
          <a:xfrm>
            <a:off x="560700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277473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19086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607000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본문 틀"/>
          <p:cNvSpPr/>
          <p:nvPr/>
        </p:nvSpPr>
        <p:spPr>
          <a:xfrm>
            <a:off x="1358609" y="3188348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69565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278569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62" name="Connector 39"/>
          <p:cNvCxnSpPr/>
          <p:nvPr/>
        </p:nvCxnSpPr>
        <p:spPr>
          <a:xfrm>
            <a:off x="2774739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420182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64" name="Connector 41"/>
          <p:cNvCxnSpPr/>
          <p:nvPr/>
        </p:nvCxnSpPr>
        <p:spPr>
          <a:xfrm>
            <a:off x="419087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8"/>
          </p:nvPr>
        </p:nvSpPr>
        <p:spPr>
          <a:xfrm>
            <a:off x="5617957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66" name="Connector 43"/>
          <p:cNvCxnSpPr/>
          <p:nvPr/>
        </p:nvCxnSpPr>
        <p:spPr>
          <a:xfrm>
            <a:off x="560700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이행 요약"/>
          <p:cNvSpPr/>
          <p:nvPr/>
        </p:nvSpPr>
        <p:spPr>
          <a:xfrm>
            <a:off x="1358609" y="3629426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이행 요약"/>
          <p:cNvSpPr>
            <a:spLocks noGrp="1"/>
          </p:cNvSpPr>
          <p:nvPr>
            <p:ph type="body" sz="quarter" idx="49"/>
          </p:nvPr>
        </p:nvSpPr>
        <p:spPr>
          <a:xfrm>
            <a:off x="1358609" y="3629426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69" name="주요성과 박스"/>
          <p:cNvSpPr/>
          <p:nvPr/>
        </p:nvSpPr>
        <p:spPr>
          <a:xfrm>
            <a:off x="723130" y="39362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주요성과 라벨"/>
          <p:cNvSpPr/>
          <p:nvPr/>
        </p:nvSpPr>
        <p:spPr>
          <a:xfrm>
            <a:off x="756000" y="39690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1" name="주요성과 라벨"/>
          <p:cNvSpPr>
            <a:spLocks noGrp="1"/>
          </p:cNvSpPr>
          <p:nvPr>
            <p:ph type="body" sz="quarter" idx="50"/>
          </p:nvPr>
        </p:nvSpPr>
        <p:spPr>
          <a:xfrm>
            <a:off x="756000" y="39690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2" name="주요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39526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성공요인 → 성과지표 → KPI → 연도별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머리칸"/>
          <p:cNvSpPr/>
          <p:nvPr/>
        </p:nvSpPr>
        <p:spPr>
          <a:xfrm>
            <a:off x="536870" y="1150435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150435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150435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21" name="머리칸"/>
          <p:cNvSpPr/>
          <p:nvPr/>
        </p:nvSpPr>
        <p:spPr>
          <a:xfrm>
            <a:off x="3052816" y="1150435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52816" y="1150435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23" name="머리칸"/>
          <p:cNvSpPr/>
          <p:nvPr/>
        </p:nvSpPr>
        <p:spPr>
          <a:xfrm>
            <a:off x="4821308" y="1150435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821308" y="1150435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5" name="레일"/>
          <p:cNvSpPr/>
          <p:nvPr/>
        </p:nvSpPr>
        <p:spPr>
          <a:xfrm>
            <a:off x="536870" y="139147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36870" y="139147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7" name="PI 글"/>
          <p:cNvSpPr>
            <a:spLocks noGrp="1"/>
          </p:cNvSpPr>
          <p:nvPr>
            <p:ph type="body" sz="quarter" idx="28"/>
          </p:nvPr>
        </p:nvSpPr>
        <p:spPr>
          <a:xfrm>
            <a:off x="1172348" y="139147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8" name="KPI 칸"/>
          <p:cNvSpPr/>
          <p:nvPr/>
        </p:nvSpPr>
        <p:spPr>
          <a:xfrm>
            <a:off x="3052816" y="139147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3096642" y="1446261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3096642" y="1446261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1" name="KPI 글"/>
          <p:cNvSpPr>
            <a:spLocks noGrp="1"/>
          </p:cNvSpPr>
          <p:nvPr>
            <p:ph type="body" sz="quarter" idx="30"/>
          </p:nvPr>
        </p:nvSpPr>
        <p:spPr>
          <a:xfrm>
            <a:off x="3458614" y="1424348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32" name="KPI 결과"/>
          <p:cNvSpPr/>
          <p:nvPr/>
        </p:nvSpPr>
        <p:spPr>
          <a:xfrm>
            <a:off x="3063772" y="178591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KPI 결과"/>
          <p:cNvSpPr>
            <a:spLocks noGrp="1"/>
          </p:cNvSpPr>
          <p:nvPr>
            <p:ph type="body" sz="quarter" idx="31"/>
          </p:nvPr>
        </p:nvSpPr>
        <p:spPr>
          <a:xfrm>
            <a:off x="3063772" y="178591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34" name="로드맵 칸"/>
          <p:cNvSpPr/>
          <p:nvPr/>
        </p:nvSpPr>
        <p:spPr>
          <a:xfrm>
            <a:off x="4821308" y="139147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단위"/>
          <p:cNvSpPr>
            <a:spLocks noGrp="1"/>
          </p:cNvSpPr>
          <p:nvPr>
            <p:ph type="body" sz="quarter" idx="32"/>
          </p:nvPr>
        </p:nvSpPr>
        <p:spPr>
          <a:xfrm>
            <a:off x="4843221" y="1402435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36" name="Connector 24"/>
          <p:cNvCxnSpPr/>
          <p:nvPr/>
        </p:nvCxnSpPr>
        <p:spPr>
          <a:xfrm flipV="1">
            <a:off x="4898003" y="1706478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7" name="Connector 25"/>
          <p:cNvCxnSpPr/>
          <p:nvPr/>
        </p:nvCxnSpPr>
        <p:spPr>
          <a:xfrm flipV="1">
            <a:off x="5518727" y="1668130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8" name="Connector 26"/>
          <p:cNvCxnSpPr/>
          <p:nvPr/>
        </p:nvCxnSpPr>
        <p:spPr>
          <a:xfrm flipV="1">
            <a:off x="6139450" y="1610609"/>
            <a:ext cx="620724" cy="5752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9" name="점"/>
          <p:cNvSpPr/>
          <p:nvPr/>
        </p:nvSpPr>
        <p:spPr>
          <a:xfrm>
            <a:off x="4876090" y="1742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3"/>
          </p:nvPr>
        </p:nvSpPr>
        <p:spPr>
          <a:xfrm>
            <a:off x="4733656" y="1566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4"/>
          </p:nvPr>
        </p:nvSpPr>
        <p:spPr>
          <a:xfrm>
            <a:off x="475556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42" name="점"/>
          <p:cNvSpPr/>
          <p:nvPr/>
        </p:nvSpPr>
        <p:spPr>
          <a:xfrm>
            <a:off x="5496814" y="1684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5"/>
          </p:nvPr>
        </p:nvSpPr>
        <p:spPr>
          <a:xfrm>
            <a:off x="5354379" y="1509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6"/>
          </p:nvPr>
        </p:nvSpPr>
        <p:spPr>
          <a:xfrm>
            <a:off x="5376292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5" name="점"/>
          <p:cNvSpPr/>
          <p:nvPr/>
        </p:nvSpPr>
        <p:spPr>
          <a:xfrm>
            <a:off x="6117537" y="1646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값"/>
          <p:cNvSpPr>
            <a:spLocks noGrp="1"/>
          </p:cNvSpPr>
          <p:nvPr>
            <p:ph type="body" sz="quarter" idx="37"/>
          </p:nvPr>
        </p:nvSpPr>
        <p:spPr>
          <a:xfrm>
            <a:off x="5975103" y="1470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38"/>
          </p:nvPr>
        </p:nvSpPr>
        <p:spPr>
          <a:xfrm>
            <a:off x="5997016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8" name="점"/>
          <p:cNvSpPr/>
          <p:nvPr/>
        </p:nvSpPr>
        <p:spPr>
          <a:xfrm>
            <a:off x="6738261" y="1588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값"/>
          <p:cNvSpPr>
            <a:spLocks noGrp="1"/>
          </p:cNvSpPr>
          <p:nvPr>
            <p:ph type="body" sz="quarter" idx="39"/>
          </p:nvPr>
        </p:nvSpPr>
        <p:spPr>
          <a:xfrm>
            <a:off x="6595826" y="1413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40"/>
          </p:nvPr>
        </p:nvSpPr>
        <p:spPr>
          <a:xfrm>
            <a:off x="661773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4854177" y="1796870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36870" y="2037913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36870" y="2037913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54" name="PI 글"/>
          <p:cNvSpPr>
            <a:spLocks noGrp="1"/>
          </p:cNvSpPr>
          <p:nvPr>
            <p:ph type="body" sz="quarter" idx="42"/>
          </p:nvPr>
        </p:nvSpPr>
        <p:spPr>
          <a:xfrm>
            <a:off x="1172348" y="2037913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55" name="KPI 칸"/>
          <p:cNvSpPr/>
          <p:nvPr/>
        </p:nvSpPr>
        <p:spPr>
          <a:xfrm>
            <a:off x="3052816" y="2037913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096642" y="2092696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3"/>
          </p:nvPr>
        </p:nvSpPr>
        <p:spPr>
          <a:xfrm>
            <a:off x="3096642" y="2092696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8" name="KPI 글"/>
          <p:cNvSpPr>
            <a:spLocks noGrp="1"/>
          </p:cNvSpPr>
          <p:nvPr>
            <p:ph type="body" sz="quarter" idx="44"/>
          </p:nvPr>
        </p:nvSpPr>
        <p:spPr>
          <a:xfrm>
            <a:off x="3458614" y="2070783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9" name="KPI 결과"/>
          <p:cNvSpPr/>
          <p:nvPr/>
        </p:nvSpPr>
        <p:spPr>
          <a:xfrm>
            <a:off x="3063772" y="2432348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KPI 결과"/>
          <p:cNvSpPr>
            <a:spLocks noGrp="1"/>
          </p:cNvSpPr>
          <p:nvPr>
            <p:ph type="body" sz="quarter" idx="45"/>
          </p:nvPr>
        </p:nvSpPr>
        <p:spPr>
          <a:xfrm>
            <a:off x="3063772" y="2432348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61" name="로드맵 칸"/>
          <p:cNvSpPr/>
          <p:nvPr/>
        </p:nvSpPr>
        <p:spPr>
          <a:xfrm>
            <a:off x="4821308" y="2037913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단위"/>
          <p:cNvSpPr>
            <a:spLocks noGrp="1"/>
          </p:cNvSpPr>
          <p:nvPr>
            <p:ph type="body" sz="quarter" idx="46"/>
          </p:nvPr>
        </p:nvSpPr>
        <p:spPr>
          <a:xfrm>
            <a:off x="4843221" y="2048870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63" name="Connector 48"/>
          <p:cNvCxnSpPr/>
          <p:nvPr/>
        </p:nvCxnSpPr>
        <p:spPr>
          <a:xfrm flipV="1">
            <a:off x="4898003" y="2366609"/>
            <a:ext cx="620724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4" name="Connector 49"/>
          <p:cNvCxnSpPr/>
          <p:nvPr/>
        </p:nvCxnSpPr>
        <p:spPr>
          <a:xfrm flipV="1">
            <a:off x="5518727" y="2322783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5" name="Connector 50"/>
          <p:cNvCxnSpPr/>
          <p:nvPr/>
        </p:nvCxnSpPr>
        <p:spPr>
          <a:xfrm flipV="1">
            <a:off x="6139450" y="2257043"/>
            <a:ext cx="620724" cy="6574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66" name="점"/>
          <p:cNvSpPr/>
          <p:nvPr/>
        </p:nvSpPr>
        <p:spPr>
          <a:xfrm>
            <a:off x="4876090" y="238852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7"/>
          </p:nvPr>
        </p:nvSpPr>
        <p:spPr>
          <a:xfrm>
            <a:off x="4733656" y="221321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8"/>
          </p:nvPr>
        </p:nvSpPr>
        <p:spPr>
          <a:xfrm>
            <a:off x="475556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9" name="점"/>
          <p:cNvSpPr/>
          <p:nvPr/>
        </p:nvSpPr>
        <p:spPr>
          <a:xfrm>
            <a:off x="5496814" y="2344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값"/>
          <p:cNvSpPr>
            <a:spLocks noGrp="1"/>
          </p:cNvSpPr>
          <p:nvPr>
            <p:ph type="body" sz="quarter" idx="49"/>
          </p:nvPr>
        </p:nvSpPr>
        <p:spPr>
          <a:xfrm>
            <a:off x="5354379" y="2169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50"/>
          </p:nvPr>
        </p:nvSpPr>
        <p:spPr>
          <a:xfrm>
            <a:off x="5376292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2" name="점"/>
          <p:cNvSpPr/>
          <p:nvPr/>
        </p:nvSpPr>
        <p:spPr>
          <a:xfrm>
            <a:off x="6117537" y="230087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975103" y="212556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997016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75" name="점"/>
          <p:cNvSpPr/>
          <p:nvPr/>
        </p:nvSpPr>
        <p:spPr>
          <a:xfrm>
            <a:off x="6738261" y="2235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6595826" y="20598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661773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8" name="Connector 63"/>
          <p:cNvCxnSpPr/>
          <p:nvPr/>
        </p:nvCxnSpPr>
        <p:spPr>
          <a:xfrm>
            <a:off x="4854177" y="2443304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9" name="레일"/>
          <p:cNvSpPr/>
          <p:nvPr/>
        </p:nvSpPr>
        <p:spPr>
          <a:xfrm>
            <a:off x="536870" y="268434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268434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81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268434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82" name="KPI 칸"/>
          <p:cNvSpPr/>
          <p:nvPr/>
        </p:nvSpPr>
        <p:spPr>
          <a:xfrm>
            <a:off x="3052816" y="268434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096642" y="2739130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2739130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85" name="KPI 글"/>
          <p:cNvSpPr>
            <a:spLocks noGrp="1"/>
          </p:cNvSpPr>
          <p:nvPr>
            <p:ph type="body" sz="quarter" idx="58"/>
          </p:nvPr>
        </p:nvSpPr>
        <p:spPr>
          <a:xfrm>
            <a:off x="3458614" y="2717217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86" name="KPI 결과"/>
          <p:cNvSpPr/>
          <p:nvPr/>
        </p:nvSpPr>
        <p:spPr>
          <a:xfrm>
            <a:off x="3063772" y="307878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307878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8" name="로드맵 칸"/>
          <p:cNvSpPr/>
          <p:nvPr/>
        </p:nvSpPr>
        <p:spPr>
          <a:xfrm>
            <a:off x="4821308" y="268434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2695304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90" name="Connector 72"/>
          <p:cNvCxnSpPr/>
          <p:nvPr/>
        </p:nvCxnSpPr>
        <p:spPr>
          <a:xfrm flipV="1">
            <a:off x="4898003" y="3005739"/>
            <a:ext cx="620724" cy="5113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1" name="Connector 73"/>
          <p:cNvCxnSpPr/>
          <p:nvPr/>
        </p:nvCxnSpPr>
        <p:spPr>
          <a:xfrm flipV="1">
            <a:off x="5518727" y="2963130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4"/>
          <p:cNvCxnSpPr/>
          <p:nvPr/>
        </p:nvCxnSpPr>
        <p:spPr>
          <a:xfrm flipV="1">
            <a:off x="6139450" y="2903478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3" name="점"/>
          <p:cNvSpPr/>
          <p:nvPr/>
        </p:nvSpPr>
        <p:spPr>
          <a:xfrm>
            <a:off x="4876090" y="303495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1"/>
          </p:nvPr>
        </p:nvSpPr>
        <p:spPr>
          <a:xfrm>
            <a:off x="4733656" y="285965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96" name="점"/>
          <p:cNvSpPr/>
          <p:nvPr/>
        </p:nvSpPr>
        <p:spPr>
          <a:xfrm>
            <a:off x="5496814" y="29838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3"/>
          </p:nvPr>
        </p:nvSpPr>
        <p:spPr>
          <a:xfrm>
            <a:off x="5354379" y="28085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4"/>
          </p:nvPr>
        </p:nvSpPr>
        <p:spPr>
          <a:xfrm>
            <a:off x="5376292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9" name="점"/>
          <p:cNvSpPr/>
          <p:nvPr/>
        </p:nvSpPr>
        <p:spPr>
          <a:xfrm>
            <a:off x="6117537" y="294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5"/>
          </p:nvPr>
        </p:nvSpPr>
        <p:spPr>
          <a:xfrm>
            <a:off x="5975103" y="276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66"/>
          </p:nvPr>
        </p:nvSpPr>
        <p:spPr>
          <a:xfrm>
            <a:off x="5997016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02" name="점"/>
          <p:cNvSpPr/>
          <p:nvPr/>
        </p:nvSpPr>
        <p:spPr>
          <a:xfrm>
            <a:off x="6738261" y="2881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값"/>
          <p:cNvSpPr>
            <a:spLocks noGrp="1"/>
          </p:cNvSpPr>
          <p:nvPr>
            <p:ph type="body" sz="quarter" idx="67"/>
          </p:nvPr>
        </p:nvSpPr>
        <p:spPr>
          <a:xfrm>
            <a:off x="6595826" y="2706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68"/>
          </p:nvPr>
        </p:nvSpPr>
        <p:spPr>
          <a:xfrm>
            <a:off x="661773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105" name="Connector 87"/>
          <p:cNvCxnSpPr/>
          <p:nvPr/>
        </p:nvCxnSpPr>
        <p:spPr>
          <a:xfrm>
            <a:off x="4854177" y="3089739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06" name="주요성과 박스"/>
          <p:cNvSpPr/>
          <p:nvPr/>
        </p:nvSpPr>
        <p:spPr>
          <a:xfrm>
            <a:off x="536870" y="3385565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주요성과 라벨"/>
          <p:cNvSpPr/>
          <p:nvPr/>
        </p:nvSpPr>
        <p:spPr>
          <a:xfrm>
            <a:off x="569739" y="341843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8" name="주요성과 라벨"/>
          <p:cNvSpPr>
            <a:spLocks noGrp="1"/>
          </p:cNvSpPr>
          <p:nvPr>
            <p:ph type="body" sz="quarter" idx="69"/>
          </p:nvPr>
        </p:nvSpPr>
        <p:spPr>
          <a:xfrm>
            <a:off x="569739" y="3418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9" name="주요성과 문구"/>
          <p:cNvSpPr>
            <a:spLocks noGrp="1"/>
          </p:cNvSpPr>
          <p:nvPr>
            <p:ph type="body" sz="quarter" idx="70"/>
          </p:nvPr>
        </p:nvSpPr>
        <p:spPr>
          <a:xfrm>
            <a:off x="1314783" y="340200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분야별 지표 카드 → 성과 · 요약 ·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144319" y="931304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144319" y="777913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4" name="태그칩"/>
          <p:cNvSpPr/>
          <p:nvPr/>
        </p:nvSpPr>
        <p:spPr>
          <a:xfrm>
            <a:off x="3819164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3819164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행 틀"/>
          <p:cNvSpPr/>
          <p:nvPr/>
        </p:nvSpPr>
        <p:spPr>
          <a:xfrm>
            <a:off x="723130" y="1084696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분야 라벨"/>
          <p:cNvSpPr/>
          <p:nvPr/>
        </p:nvSpPr>
        <p:spPr>
          <a:xfrm>
            <a:off x="745043" y="1106609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분야 라벨"/>
          <p:cNvSpPr>
            <a:spLocks noGrp="1"/>
          </p:cNvSpPr>
          <p:nvPr>
            <p:ph type="body" sz="quarter" idx="24"/>
          </p:nvPr>
        </p:nvSpPr>
        <p:spPr>
          <a:xfrm>
            <a:off x="745043" y="1106609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9" name="개수"/>
          <p:cNvSpPr>
            <a:spLocks noGrp="1"/>
          </p:cNvSpPr>
          <p:nvPr>
            <p:ph type="body" sz="quarter" idx="25"/>
          </p:nvPr>
        </p:nvSpPr>
        <p:spPr>
          <a:xfrm>
            <a:off x="745043" y="1413391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20" name="카드"/>
          <p:cNvSpPr/>
          <p:nvPr/>
        </p:nvSpPr>
        <p:spPr>
          <a:xfrm>
            <a:off x="1490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카드 머리"/>
          <p:cNvSpPr/>
          <p:nvPr/>
        </p:nvSpPr>
        <p:spPr>
          <a:xfrm>
            <a:off x="1490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522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522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27"/>
          </p:nvPr>
        </p:nvSpPr>
        <p:spPr>
          <a:xfrm>
            <a:off x="1884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28"/>
          </p:nvPr>
        </p:nvSpPr>
        <p:spPr>
          <a:xfrm>
            <a:off x="1512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26" name="막대"/>
          <p:cNvSpPr/>
          <p:nvPr/>
        </p:nvSpPr>
        <p:spPr>
          <a:xfrm>
            <a:off x="1654435" y="1774957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값"/>
          <p:cNvSpPr>
            <a:spLocks noGrp="1"/>
          </p:cNvSpPr>
          <p:nvPr>
            <p:ph type="body" sz="quarter" idx="29"/>
          </p:nvPr>
        </p:nvSpPr>
        <p:spPr>
          <a:xfrm>
            <a:off x="1544870" y="1599652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8" name="연도"/>
          <p:cNvSpPr>
            <a:spLocks noGrp="1"/>
          </p:cNvSpPr>
          <p:nvPr>
            <p:ph type="body" sz="quarter" idx="30"/>
          </p:nvPr>
        </p:nvSpPr>
        <p:spPr>
          <a:xfrm>
            <a:off x="1544870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막대"/>
          <p:cNvSpPr/>
          <p:nvPr/>
        </p:nvSpPr>
        <p:spPr>
          <a:xfrm>
            <a:off x="2147478" y="1745983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037913" y="1570678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037913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막대"/>
          <p:cNvSpPr/>
          <p:nvPr/>
        </p:nvSpPr>
        <p:spPr>
          <a:xfrm>
            <a:off x="2640522" y="1698261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2530957" y="152295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2530957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카드"/>
          <p:cNvSpPr/>
          <p:nvPr/>
        </p:nvSpPr>
        <p:spPr>
          <a:xfrm>
            <a:off x="4262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카드 머리"/>
          <p:cNvSpPr/>
          <p:nvPr/>
        </p:nvSpPr>
        <p:spPr>
          <a:xfrm>
            <a:off x="4262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4294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4294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56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40" name="카드 부제"/>
          <p:cNvSpPr>
            <a:spLocks noGrp="1"/>
          </p:cNvSpPr>
          <p:nvPr>
            <p:ph type="body" sz="quarter" idx="37"/>
          </p:nvPr>
        </p:nvSpPr>
        <p:spPr>
          <a:xfrm>
            <a:off x="4284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41" name="현재"/>
          <p:cNvSpPr/>
          <p:nvPr/>
        </p:nvSpPr>
        <p:spPr>
          <a:xfrm>
            <a:off x="4316870" y="1555826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현재"/>
          <p:cNvSpPr>
            <a:spLocks noGrp="1"/>
          </p:cNvSpPr>
          <p:nvPr>
            <p:ph type="body" sz="quarter" idx="38"/>
          </p:nvPr>
        </p:nvSpPr>
        <p:spPr>
          <a:xfrm>
            <a:off x="4316870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565913" y="1648956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목표"/>
          <p:cNvSpPr/>
          <p:nvPr/>
        </p:nvSpPr>
        <p:spPr>
          <a:xfrm>
            <a:off x="5741217" y="1555826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5" name="목표"/>
          <p:cNvSpPr>
            <a:spLocks noGrp="1"/>
          </p:cNvSpPr>
          <p:nvPr>
            <p:ph type="body" sz="quarter" idx="39"/>
          </p:nvPr>
        </p:nvSpPr>
        <p:spPr>
          <a:xfrm>
            <a:off x="5741217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46" name="행 틀"/>
          <p:cNvSpPr/>
          <p:nvPr/>
        </p:nvSpPr>
        <p:spPr>
          <a:xfrm>
            <a:off x="723130" y="2081739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분야 라벨"/>
          <p:cNvSpPr/>
          <p:nvPr/>
        </p:nvSpPr>
        <p:spPr>
          <a:xfrm>
            <a:off x="745043" y="2103652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8" name="분야 라벨"/>
          <p:cNvSpPr>
            <a:spLocks noGrp="1"/>
          </p:cNvSpPr>
          <p:nvPr>
            <p:ph type="body" sz="quarter" idx="40"/>
          </p:nvPr>
        </p:nvSpPr>
        <p:spPr>
          <a:xfrm>
            <a:off x="745043" y="2103652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9" name="개수"/>
          <p:cNvSpPr>
            <a:spLocks noGrp="1"/>
          </p:cNvSpPr>
          <p:nvPr>
            <p:ph type="body" sz="quarter" idx="41"/>
          </p:nvPr>
        </p:nvSpPr>
        <p:spPr>
          <a:xfrm>
            <a:off x="745043" y="2410435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50" name="카드"/>
          <p:cNvSpPr/>
          <p:nvPr/>
        </p:nvSpPr>
        <p:spPr>
          <a:xfrm>
            <a:off x="1490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카드 머리"/>
          <p:cNvSpPr/>
          <p:nvPr/>
        </p:nvSpPr>
        <p:spPr>
          <a:xfrm>
            <a:off x="1490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태그"/>
          <p:cNvSpPr/>
          <p:nvPr/>
        </p:nvSpPr>
        <p:spPr>
          <a:xfrm>
            <a:off x="1522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2"/>
          </p:nvPr>
        </p:nvSpPr>
        <p:spPr>
          <a:xfrm>
            <a:off x="1522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43"/>
          </p:nvPr>
        </p:nvSpPr>
        <p:spPr>
          <a:xfrm>
            <a:off x="1884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44"/>
          </p:nvPr>
        </p:nvSpPr>
        <p:spPr>
          <a:xfrm>
            <a:off x="1512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막대"/>
          <p:cNvSpPr/>
          <p:nvPr/>
        </p:nvSpPr>
        <p:spPr>
          <a:xfrm>
            <a:off x="1654435" y="2722373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값"/>
          <p:cNvSpPr>
            <a:spLocks noGrp="1"/>
          </p:cNvSpPr>
          <p:nvPr>
            <p:ph type="body" sz="quarter" idx="45"/>
          </p:nvPr>
        </p:nvSpPr>
        <p:spPr>
          <a:xfrm>
            <a:off x="1544870" y="2547069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46"/>
          </p:nvPr>
        </p:nvSpPr>
        <p:spPr>
          <a:xfrm>
            <a:off x="1544870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막대"/>
          <p:cNvSpPr/>
          <p:nvPr/>
        </p:nvSpPr>
        <p:spPr>
          <a:xfrm>
            <a:off x="2147478" y="2704327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7"/>
          </p:nvPr>
        </p:nvSpPr>
        <p:spPr>
          <a:xfrm>
            <a:off x="2037913" y="2529023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8"/>
          </p:nvPr>
        </p:nvSpPr>
        <p:spPr>
          <a:xfrm>
            <a:off x="2037913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막대"/>
          <p:cNvSpPr/>
          <p:nvPr/>
        </p:nvSpPr>
        <p:spPr>
          <a:xfrm>
            <a:off x="2640522" y="2695304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9"/>
          </p:nvPr>
        </p:nvSpPr>
        <p:spPr>
          <a:xfrm>
            <a:off x="2530957" y="252000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0"/>
          </p:nvPr>
        </p:nvSpPr>
        <p:spPr>
          <a:xfrm>
            <a:off x="2530957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카드"/>
          <p:cNvSpPr/>
          <p:nvPr/>
        </p:nvSpPr>
        <p:spPr>
          <a:xfrm>
            <a:off x="4262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카드 머리"/>
          <p:cNvSpPr/>
          <p:nvPr/>
        </p:nvSpPr>
        <p:spPr>
          <a:xfrm>
            <a:off x="4262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4294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1"/>
          </p:nvPr>
        </p:nvSpPr>
        <p:spPr>
          <a:xfrm>
            <a:off x="4294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52"/>
          </p:nvPr>
        </p:nvSpPr>
        <p:spPr>
          <a:xfrm>
            <a:off x="4656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70" name="카드 부제"/>
          <p:cNvSpPr>
            <a:spLocks noGrp="1"/>
          </p:cNvSpPr>
          <p:nvPr>
            <p:ph type="body" sz="quarter" idx="53"/>
          </p:nvPr>
        </p:nvSpPr>
        <p:spPr>
          <a:xfrm>
            <a:off x="4284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71" name="현재"/>
          <p:cNvSpPr/>
          <p:nvPr/>
        </p:nvSpPr>
        <p:spPr>
          <a:xfrm>
            <a:off x="4316870" y="2552870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2" name="현재"/>
          <p:cNvSpPr>
            <a:spLocks noGrp="1"/>
          </p:cNvSpPr>
          <p:nvPr>
            <p:ph type="body" sz="quarter" idx="54"/>
          </p:nvPr>
        </p:nvSpPr>
        <p:spPr>
          <a:xfrm>
            <a:off x="4316870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73" name="삼각 화살표"/>
          <p:cNvSpPr/>
          <p:nvPr/>
        </p:nvSpPr>
        <p:spPr>
          <a:xfrm>
            <a:off x="5565913" y="2646000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목표"/>
          <p:cNvSpPr/>
          <p:nvPr/>
        </p:nvSpPr>
        <p:spPr>
          <a:xfrm>
            <a:off x="5741217" y="2552870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5" name="목표"/>
          <p:cNvSpPr>
            <a:spLocks noGrp="1"/>
          </p:cNvSpPr>
          <p:nvPr>
            <p:ph type="body" sz="quarter" idx="55"/>
          </p:nvPr>
        </p:nvSpPr>
        <p:spPr>
          <a:xfrm>
            <a:off x="5741217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76" name="행 틀"/>
          <p:cNvSpPr/>
          <p:nvPr/>
        </p:nvSpPr>
        <p:spPr>
          <a:xfrm>
            <a:off x="723130" y="3122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3133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3133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79" name="행 글"/>
          <p:cNvSpPr>
            <a:spLocks noGrp="1"/>
          </p:cNvSpPr>
          <p:nvPr>
            <p:ph type="body" sz="quarter" idx="57"/>
          </p:nvPr>
        </p:nvSpPr>
        <p:spPr>
          <a:xfrm>
            <a:off x="1358609" y="3122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80" name="요약 박스"/>
          <p:cNvSpPr/>
          <p:nvPr/>
        </p:nvSpPr>
        <p:spPr>
          <a:xfrm>
            <a:off x="4638772" y="3155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요약 박스"/>
          <p:cNvSpPr>
            <a:spLocks noGrp="1"/>
          </p:cNvSpPr>
          <p:nvPr>
            <p:ph type="body" sz="quarter" idx="58"/>
          </p:nvPr>
        </p:nvSpPr>
        <p:spPr>
          <a:xfrm>
            <a:off x="4638772" y="3155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82" name="사진 칸"/>
          <p:cNvSpPr/>
          <p:nvPr/>
        </p:nvSpPr>
        <p:spPr>
          <a:xfrm>
            <a:off x="5567447" y="3144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9"/>
          </p:nvPr>
        </p:nvSpPr>
        <p:spPr>
          <a:xfrm>
            <a:off x="5567447" y="3144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4" name="행 틀"/>
          <p:cNvSpPr/>
          <p:nvPr/>
        </p:nvSpPr>
        <p:spPr>
          <a:xfrm>
            <a:off x="723130" y="3736174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374713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374713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87" name="행 글"/>
          <p:cNvSpPr>
            <a:spLocks noGrp="1"/>
          </p:cNvSpPr>
          <p:nvPr>
            <p:ph type="body" sz="quarter" idx="61"/>
          </p:nvPr>
        </p:nvSpPr>
        <p:spPr>
          <a:xfrm>
            <a:off x="1358609" y="3736174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88" name="요약 박스"/>
          <p:cNvSpPr/>
          <p:nvPr/>
        </p:nvSpPr>
        <p:spPr>
          <a:xfrm>
            <a:off x="4638772" y="376904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요약 박스"/>
          <p:cNvSpPr>
            <a:spLocks noGrp="1"/>
          </p:cNvSpPr>
          <p:nvPr>
            <p:ph type="body" sz="quarter" idx="62"/>
          </p:nvPr>
        </p:nvSpPr>
        <p:spPr>
          <a:xfrm>
            <a:off x="4638772" y="376904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90" name="사진 칸"/>
          <p:cNvSpPr/>
          <p:nvPr/>
        </p:nvSpPr>
        <p:spPr>
          <a:xfrm>
            <a:off x="5567447" y="375808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63"/>
          </p:nvPr>
        </p:nvSpPr>
        <p:spPr>
          <a:xfrm>
            <a:off x="5567447" y="375808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Best Practice 사례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박스 외곽"/>
          <p:cNvSpPr/>
          <p:nvPr/>
        </p:nvSpPr>
        <p:spPr>
          <a:xfrm>
            <a:off x="536870" y="1150435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BP 라벨"/>
          <p:cNvSpPr/>
          <p:nvPr/>
        </p:nvSpPr>
        <p:spPr>
          <a:xfrm>
            <a:off x="536870" y="1150435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9" name="BP 라벨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20" name="제목 띠"/>
          <p:cNvSpPr/>
          <p:nvPr/>
        </p:nvSpPr>
        <p:spPr>
          <a:xfrm>
            <a:off x="1270957" y="1172348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BP 제목"/>
          <p:cNvSpPr>
            <a:spLocks noGrp="1"/>
          </p:cNvSpPr>
          <p:nvPr>
            <p:ph type="body" sz="quarter" idx="24"/>
          </p:nvPr>
        </p:nvSpPr>
        <p:spPr>
          <a:xfrm>
            <a:off x="1358609" y="1172348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22" name="BP 문장"/>
          <p:cNvSpPr>
            <a:spLocks noGrp="1"/>
          </p:cNvSpPr>
          <p:nvPr>
            <p:ph type="body" sz="quarter" idx="25"/>
          </p:nvPr>
        </p:nvSpPr>
        <p:spPr>
          <a:xfrm>
            <a:off x="1336696" y="1512000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23" name="행 틀"/>
          <p:cNvSpPr/>
          <p:nvPr/>
        </p:nvSpPr>
        <p:spPr>
          <a:xfrm>
            <a:off x="536870" y="2257043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226800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6800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6" name="행 글"/>
          <p:cNvSpPr>
            <a:spLocks noGrp="1"/>
          </p:cNvSpPr>
          <p:nvPr>
            <p:ph type="body" sz="quarter" idx="27"/>
          </p:nvPr>
        </p:nvSpPr>
        <p:spPr>
          <a:xfrm>
            <a:off x="1172348" y="2257043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7" name="요약 박스"/>
          <p:cNvSpPr/>
          <p:nvPr/>
        </p:nvSpPr>
        <p:spPr>
          <a:xfrm>
            <a:off x="4452511" y="228991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8" name="요약 박스"/>
          <p:cNvSpPr>
            <a:spLocks noGrp="1"/>
          </p:cNvSpPr>
          <p:nvPr>
            <p:ph type="body" sz="quarter" idx="28"/>
          </p:nvPr>
        </p:nvSpPr>
        <p:spPr>
          <a:xfrm>
            <a:off x="4452511" y="228991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9" name="사진 칸"/>
          <p:cNvSpPr/>
          <p:nvPr/>
        </p:nvSpPr>
        <p:spPr>
          <a:xfrm>
            <a:off x="5381186" y="227895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5381186" y="227895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행 틀"/>
          <p:cNvSpPr/>
          <p:nvPr/>
        </p:nvSpPr>
        <p:spPr>
          <a:xfrm>
            <a:off x="536870" y="2870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1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881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34" name="행 글"/>
          <p:cNvSpPr>
            <a:spLocks noGrp="1"/>
          </p:cNvSpPr>
          <p:nvPr>
            <p:ph type="body" sz="quarter" idx="31"/>
          </p:nvPr>
        </p:nvSpPr>
        <p:spPr>
          <a:xfrm>
            <a:off x="1172348" y="2870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35" name="요약 박스"/>
          <p:cNvSpPr/>
          <p:nvPr/>
        </p:nvSpPr>
        <p:spPr>
          <a:xfrm>
            <a:off x="4452511" y="2903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요약 박스"/>
          <p:cNvSpPr>
            <a:spLocks noGrp="1"/>
          </p:cNvSpPr>
          <p:nvPr>
            <p:ph type="body" sz="quarter" idx="32"/>
          </p:nvPr>
        </p:nvSpPr>
        <p:spPr>
          <a:xfrm>
            <a:off x="4452511" y="2903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37" name="사진 칸"/>
          <p:cNvSpPr/>
          <p:nvPr/>
        </p:nvSpPr>
        <p:spPr>
          <a:xfrm>
            <a:off x="5381186" y="2892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3"/>
          </p:nvPr>
        </p:nvSpPr>
        <p:spPr>
          <a:xfrm>
            <a:off x="5381186" y="2892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중점 과제 그룹 → 추진 조직 · 네트워크 → 대외 수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그룹 틀"/>
          <p:cNvSpPr/>
          <p:nvPr/>
        </p:nvSpPr>
        <p:spPr>
          <a:xfrm>
            <a:off x="723130" y="997043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캡션"/>
          <p:cNvSpPr/>
          <p:nvPr/>
        </p:nvSpPr>
        <p:spPr>
          <a:xfrm>
            <a:off x="1479130" y="777913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캡션"/>
          <p:cNvSpPr>
            <a:spLocks noGrp="1"/>
          </p:cNvSpPr>
          <p:nvPr>
            <p:ph type="body" sz="quarter" idx="20"/>
          </p:nvPr>
        </p:nvSpPr>
        <p:spPr>
          <a:xfrm>
            <a:off x="1479130" y="777913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2" name="분야 박스"/>
          <p:cNvSpPr/>
          <p:nvPr/>
        </p:nvSpPr>
        <p:spPr>
          <a:xfrm>
            <a:off x="777913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분야 머리"/>
          <p:cNvSpPr>
            <a:spLocks noGrp="1"/>
          </p:cNvSpPr>
          <p:nvPr>
            <p:ph type="body" sz="quarter" idx="21"/>
          </p:nvPr>
        </p:nvSpPr>
        <p:spPr>
          <a:xfrm>
            <a:off x="777913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4" name="번호"/>
          <p:cNvSpPr/>
          <p:nvPr/>
        </p:nvSpPr>
        <p:spPr>
          <a:xfrm>
            <a:off x="82173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82173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3"/>
          </p:nvPr>
        </p:nvSpPr>
        <p:spPr>
          <a:xfrm>
            <a:off x="1040870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7" name="번호"/>
          <p:cNvSpPr/>
          <p:nvPr/>
        </p:nvSpPr>
        <p:spPr>
          <a:xfrm>
            <a:off x="82173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번호"/>
          <p:cNvSpPr>
            <a:spLocks noGrp="1"/>
          </p:cNvSpPr>
          <p:nvPr>
            <p:ph type="body" sz="quarter" idx="24"/>
          </p:nvPr>
        </p:nvSpPr>
        <p:spPr>
          <a:xfrm>
            <a:off x="82173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25"/>
          </p:nvPr>
        </p:nvSpPr>
        <p:spPr>
          <a:xfrm>
            <a:off x="1040870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0" name="번호"/>
          <p:cNvSpPr/>
          <p:nvPr/>
        </p:nvSpPr>
        <p:spPr>
          <a:xfrm>
            <a:off x="82173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1" name="번호"/>
          <p:cNvSpPr>
            <a:spLocks noGrp="1"/>
          </p:cNvSpPr>
          <p:nvPr>
            <p:ph type="body" sz="quarter" idx="26"/>
          </p:nvPr>
        </p:nvSpPr>
        <p:spPr>
          <a:xfrm>
            <a:off x="82173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27"/>
          </p:nvPr>
        </p:nvSpPr>
        <p:spPr>
          <a:xfrm>
            <a:off x="1040870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3" name="분야 박스"/>
          <p:cNvSpPr/>
          <p:nvPr/>
        </p:nvSpPr>
        <p:spPr>
          <a:xfrm>
            <a:off x="2347435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분야 머리"/>
          <p:cNvSpPr>
            <a:spLocks noGrp="1"/>
          </p:cNvSpPr>
          <p:nvPr>
            <p:ph type="body" sz="quarter" idx="28"/>
          </p:nvPr>
        </p:nvSpPr>
        <p:spPr>
          <a:xfrm>
            <a:off x="2347435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5" name="번호"/>
          <p:cNvSpPr/>
          <p:nvPr/>
        </p:nvSpPr>
        <p:spPr>
          <a:xfrm>
            <a:off x="2391261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6" name="번호"/>
          <p:cNvSpPr>
            <a:spLocks noGrp="1"/>
          </p:cNvSpPr>
          <p:nvPr>
            <p:ph type="body" sz="quarter" idx="29"/>
          </p:nvPr>
        </p:nvSpPr>
        <p:spPr>
          <a:xfrm>
            <a:off x="2391261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7" name="과제 글"/>
          <p:cNvSpPr>
            <a:spLocks noGrp="1"/>
          </p:cNvSpPr>
          <p:nvPr>
            <p:ph type="body" sz="quarter" idx="30"/>
          </p:nvPr>
        </p:nvSpPr>
        <p:spPr>
          <a:xfrm>
            <a:off x="2610391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8" name="번호"/>
          <p:cNvSpPr/>
          <p:nvPr/>
        </p:nvSpPr>
        <p:spPr>
          <a:xfrm>
            <a:off x="2391261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번호"/>
          <p:cNvSpPr>
            <a:spLocks noGrp="1"/>
          </p:cNvSpPr>
          <p:nvPr>
            <p:ph type="body" sz="quarter" idx="31"/>
          </p:nvPr>
        </p:nvSpPr>
        <p:spPr>
          <a:xfrm>
            <a:off x="2391261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32"/>
          </p:nvPr>
        </p:nvSpPr>
        <p:spPr>
          <a:xfrm>
            <a:off x="2610391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1" name="번호"/>
          <p:cNvSpPr/>
          <p:nvPr/>
        </p:nvSpPr>
        <p:spPr>
          <a:xfrm>
            <a:off x="2391261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번호"/>
          <p:cNvSpPr>
            <a:spLocks noGrp="1"/>
          </p:cNvSpPr>
          <p:nvPr>
            <p:ph type="body" sz="quarter" idx="33"/>
          </p:nvPr>
        </p:nvSpPr>
        <p:spPr>
          <a:xfrm>
            <a:off x="2391261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34"/>
          </p:nvPr>
        </p:nvSpPr>
        <p:spPr>
          <a:xfrm>
            <a:off x="2610391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4" name="분야 박스"/>
          <p:cNvSpPr/>
          <p:nvPr/>
        </p:nvSpPr>
        <p:spPr>
          <a:xfrm>
            <a:off x="3916957" y="1062783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분야 머리"/>
          <p:cNvSpPr>
            <a:spLocks noGrp="1"/>
          </p:cNvSpPr>
          <p:nvPr>
            <p:ph type="body" sz="quarter" idx="35"/>
          </p:nvPr>
        </p:nvSpPr>
        <p:spPr>
          <a:xfrm>
            <a:off x="3916957" y="1073739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6" name="소분야"/>
          <p:cNvSpPr/>
          <p:nvPr/>
        </p:nvSpPr>
        <p:spPr>
          <a:xfrm>
            <a:off x="3949826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소분야"/>
          <p:cNvSpPr>
            <a:spLocks noGrp="1"/>
          </p:cNvSpPr>
          <p:nvPr>
            <p:ph type="body" sz="quarter" idx="36"/>
          </p:nvPr>
        </p:nvSpPr>
        <p:spPr>
          <a:xfrm>
            <a:off x="3949826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8" name="번호"/>
          <p:cNvSpPr/>
          <p:nvPr/>
        </p:nvSpPr>
        <p:spPr>
          <a:xfrm>
            <a:off x="3960783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번호"/>
          <p:cNvSpPr>
            <a:spLocks noGrp="1"/>
          </p:cNvSpPr>
          <p:nvPr>
            <p:ph type="body" sz="quarter" idx="37"/>
          </p:nvPr>
        </p:nvSpPr>
        <p:spPr>
          <a:xfrm>
            <a:off x="3960783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38"/>
          </p:nvPr>
        </p:nvSpPr>
        <p:spPr>
          <a:xfrm>
            <a:off x="4179913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1" name="번호"/>
          <p:cNvSpPr/>
          <p:nvPr/>
        </p:nvSpPr>
        <p:spPr>
          <a:xfrm>
            <a:off x="3960783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2" name="번호"/>
          <p:cNvSpPr>
            <a:spLocks noGrp="1"/>
          </p:cNvSpPr>
          <p:nvPr>
            <p:ph type="body" sz="quarter" idx="39"/>
          </p:nvPr>
        </p:nvSpPr>
        <p:spPr>
          <a:xfrm>
            <a:off x="3960783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3" name="과제 글"/>
          <p:cNvSpPr>
            <a:spLocks noGrp="1"/>
          </p:cNvSpPr>
          <p:nvPr>
            <p:ph type="body" sz="quarter" idx="40"/>
          </p:nvPr>
        </p:nvSpPr>
        <p:spPr>
          <a:xfrm>
            <a:off x="4179913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4" name="번호"/>
          <p:cNvSpPr/>
          <p:nvPr/>
        </p:nvSpPr>
        <p:spPr>
          <a:xfrm>
            <a:off x="3960783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5" name="번호"/>
          <p:cNvSpPr>
            <a:spLocks noGrp="1"/>
          </p:cNvSpPr>
          <p:nvPr>
            <p:ph type="body" sz="quarter" idx="41"/>
          </p:nvPr>
        </p:nvSpPr>
        <p:spPr>
          <a:xfrm>
            <a:off x="3960783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6" name="과제 글"/>
          <p:cNvSpPr>
            <a:spLocks noGrp="1"/>
          </p:cNvSpPr>
          <p:nvPr>
            <p:ph type="body" sz="quarter" idx="42"/>
          </p:nvPr>
        </p:nvSpPr>
        <p:spPr>
          <a:xfrm>
            <a:off x="4179913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7" name="소분야"/>
          <p:cNvSpPr/>
          <p:nvPr/>
        </p:nvSpPr>
        <p:spPr>
          <a:xfrm>
            <a:off x="5442652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소분야"/>
          <p:cNvSpPr>
            <a:spLocks noGrp="1"/>
          </p:cNvSpPr>
          <p:nvPr>
            <p:ph type="body" sz="quarter" idx="43"/>
          </p:nvPr>
        </p:nvSpPr>
        <p:spPr>
          <a:xfrm>
            <a:off x="5442652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9" name="번호"/>
          <p:cNvSpPr/>
          <p:nvPr/>
        </p:nvSpPr>
        <p:spPr>
          <a:xfrm>
            <a:off x="545360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545360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1" name="과제 글"/>
          <p:cNvSpPr>
            <a:spLocks noGrp="1"/>
          </p:cNvSpPr>
          <p:nvPr>
            <p:ph type="body" sz="quarter" idx="45"/>
          </p:nvPr>
        </p:nvSpPr>
        <p:spPr>
          <a:xfrm>
            <a:off x="5672739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2" name="번호"/>
          <p:cNvSpPr/>
          <p:nvPr/>
        </p:nvSpPr>
        <p:spPr>
          <a:xfrm>
            <a:off x="545360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번호"/>
          <p:cNvSpPr>
            <a:spLocks noGrp="1"/>
          </p:cNvSpPr>
          <p:nvPr>
            <p:ph type="body" sz="quarter" idx="46"/>
          </p:nvPr>
        </p:nvSpPr>
        <p:spPr>
          <a:xfrm>
            <a:off x="545360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4" name="과제 글"/>
          <p:cNvSpPr>
            <a:spLocks noGrp="1"/>
          </p:cNvSpPr>
          <p:nvPr>
            <p:ph type="body" sz="quarter" idx="47"/>
          </p:nvPr>
        </p:nvSpPr>
        <p:spPr>
          <a:xfrm>
            <a:off x="5672739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5" name="번호"/>
          <p:cNvSpPr/>
          <p:nvPr/>
        </p:nvSpPr>
        <p:spPr>
          <a:xfrm>
            <a:off x="545360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번호"/>
          <p:cNvSpPr>
            <a:spLocks noGrp="1"/>
          </p:cNvSpPr>
          <p:nvPr>
            <p:ph type="body" sz="quarter" idx="48"/>
          </p:nvPr>
        </p:nvSpPr>
        <p:spPr>
          <a:xfrm>
            <a:off x="545360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7" name="과제 글"/>
          <p:cNvSpPr>
            <a:spLocks noGrp="1"/>
          </p:cNvSpPr>
          <p:nvPr>
            <p:ph type="body" sz="quarter" idx="49"/>
          </p:nvPr>
        </p:nvSpPr>
        <p:spPr>
          <a:xfrm>
            <a:off x="5672739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58" name="패널 외곽"/>
          <p:cNvSpPr/>
          <p:nvPr/>
        </p:nvSpPr>
        <p:spPr>
          <a:xfrm>
            <a:off x="723130" y="282678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패널 머리"/>
          <p:cNvSpPr/>
          <p:nvPr/>
        </p:nvSpPr>
        <p:spPr>
          <a:xfrm>
            <a:off x="723130" y="282678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패널 머리"/>
          <p:cNvSpPr>
            <a:spLocks noGrp="1"/>
          </p:cNvSpPr>
          <p:nvPr>
            <p:ph type="body" sz="quarter" idx="50"/>
          </p:nvPr>
        </p:nvSpPr>
        <p:spPr>
          <a:xfrm>
            <a:off x="723130" y="282678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61" name="패널 외곽"/>
          <p:cNvSpPr/>
          <p:nvPr/>
        </p:nvSpPr>
        <p:spPr>
          <a:xfrm>
            <a:off x="4924957" y="282678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패널 머리"/>
          <p:cNvSpPr/>
          <p:nvPr/>
        </p:nvSpPr>
        <p:spPr>
          <a:xfrm>
            <a:off x="4924957" y="282678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패널 머리"/>
          <p:cNvSpPr>
            <a:spLocks noGrp="1"/>
          </p:cNvSpPr>
          <p:nvPr>
            <p:ph type="body" sz="quarter" idx="51"/>
          </p:nvPr>
        </p:nvSpPr>
        <p:spPr>
          <a:xfrm>
            <a:off x="4924957" y="282678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64" name="총괄"/>
          <p:cNvSpPr/>
          <p:nvPr/>
        </p:nvSpPr>
        <p:spPr>
          <a:xfrm>
            <a:off x="1626660" y="3133565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총괄"/>
          <p:cNvSpPr>
            <a:spLocks noGrp="1"/>
          </p:cNvSpPr>
          <p:nvPr>
            <p:ph type="body" sz="quarter" idx="52"/>
          </p:nvPr>
        </p:nvSpPr>
        <p:spPr>
          <a:xfrm>
            <a:off x="1626660" y="3133565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66" name="총괄 설명"/>
          <p:cNvSpPr/>
          <p:nvPr/>
        </p:nvSpPr>
        <p:spPr>
          <a:xfrm>
            <a:off x="1626660" y="335269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총괄 설명"/>
          <p:cNvSpPr>
            <a:spLocks noGrp="1"/>
          </p:cNvSpPr>
          <p:nvPr>
            <p:ph type="body" sz="quarter" idx="53"/>
          </p:nvPr>
        </p:nvSpPr>
        <p:spPr>
          <a:xfrm>
            <a:off x="1626660" y="335269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68" name="보조 조직"/>
          <p:cNvSpPr/>
          <p:nvPr/>
        </p:nvSpPr>
        <p:spPr>
          <a:xfrm>
            <a:off x="4059391" y="3133565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보조 조직"/>
          <p:cNvSpPr>
            <a:spLocks noGrp="1"/>
          </p:cNvSpPr>
          <p:nvPr>
            <p:ph type="body" sz="quarter" idx="54"/>
          </p:nvPr>
        </p:nvSpPr>
        <p:spPr>
          <a:xfrm>
            <a:off x="4059391" y="3133565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70" name="보조 글"/>
          <p:cNvSpPr>
            <a:spLocks noGrp="1"/>
          </p:cNvSpPr>
          <p:nvPr>
            <p:ph type="body" sz="quarter" idx="55"/>
          </p:nvPr>
        </p:nvSpPr>
        <p:spPr>
          <a:xfrm>
            <a:off x="4059391" y="3341739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71" name="Connector 45"/>
          <p:cNvCxnSpPr/>
          <p:nvPr/>
        </p:nvCxnSpPr>
        <p:spPr>
          <a:xfrm>
            <a:off x="1449000" y="3637565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2" name="Connector 46"/>
          <p:cNvCxnSpPr/>
          <p:nvPr/>
        </p:nvCxnSpPr>
        <p:spPr>
          <a:xfrm>
            <a:off x="2583000" y="3549913"/>
            <a:ext cx="0" cy="87652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3" name="Connector 47"/>
          <p:cNvCxnSpPr/>
          <p:nvPr/>
        </p:nvCxnSpPr>
        <p:spPr>
          <a:xfrm>
            <a:off x="144900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4" name="부서"/>
          <p:cNvSpPr/>
          <p:nvPr/>
        </p:nvSpPr>
        <p:spPr>
          <a:xfrm>
            <a:off x="78887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부서"/>
          <p:cNvSpPr>
            <a:spLocks noGrp="1"/>
          </p:cNvSpPr>
          <p:nvPr>
            <p:ph type="body" sz="quarter" idx="56"/>
          </p:nvPr>
        </p:nvSpPr>
        <p:spPr>
          <a:xfrm>
            <a:off x="78887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76" name="부서 글"/>
          <p:cNvSpPr>
            <a:spLocks noGrp="1"/>
          </p:cNvSpPr>
          <p:nvPr>
            <p:ph type="body" sz="quarter" idx="57"/>
          </p:nvPr>
        </p:nvSpPr>
        <p:spPr>
          <a:xfrm>
            <a:off x="78887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77" name="Connector 50"/>
          <p:cNvCxnSpPr/>
          <p:nvPr/>
        </p:nvCxnSpPr>
        <p:spPr>
          <a:xfrm>
            <a:off x="280213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8" name="부서"/>
          <p:cNvSpPr/>
          <p:nvPr/>
        </p:nvSpPr>
        <p:spPr>
          <a:xfrm>
            <a:off x="214200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부서"/>
          <p:cNvSpPr>
            <a:spLocks noGrp="1"/>
          </p:cNvSpPr>
          <p:nvPr>
            <p:ph type="body" sz="quarter" idx="58"/>
          </p:nvPr>
        </p:nvSpPr>
        <p:spPr>
          <a:xfrm>
            <a:off x="214200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80" name="부서 글"/>
          <p:cNvSpPr>
            <a:spLocks noGrp="1"/>
          </p:cNvSpPr>
          <p:nvPr>
            <p:ph type="body" sz="quarter" idx="59"/>
          </p:nvPr>
        </p:nvSpPr>
        <p:spPr>
          <a:xfrm>
            <a:off x="214200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81" name="Connector 53"/>
          <p:cNvCxnSpPr/>
          <p:nvPr/>
        </p:nvCxnSpPr>
        <p:spPr>
          <a:xfrm>
            <a:off x="4155261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82" name="부서"/>
          <p:cNvSpPr/>
          <p:nvPr/>
        </p:nvSpPr>
        <p:spPr>
          <a:xfrm>
            <a:off x="349513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부서"/>
          <p:cNvSpPr>
            <a:spLocks noGrp="1"/>
          </p:cNvSpPr>
          <p:nvPr>
            <p:ph type="body" sz="quarter" idx="60"/>
          </p:nvPr>
        </p:nvSpPr>
        <p:spPr>
          <a:xfrm>
            <a:off x="349513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84" name="부서 글"/>
          <p:cNvSpPr>
            <a:spLocks noGrp="1"/>
          </p:cNvSpPr>
          <p:nvPr>
            <p:ph type="body" sz="quarter" idx="61"/>
          </p:nvPr>
        </p:nvSpPr>
        <p:spPr>
          <a:xfrm>
            <a:off x="349513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85" name="실행조직"/>
          <p:cNvSpPr/>
          <p:nvPr/>
        </p:nvSpPr>
        <p:spPr>
          <a:xfrm>
            <a:off x="788870" y="430591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실행조직"/>
          <p:cNvSpPr>
            <a:spLocks noGrp="1"/>
          </p:cNvSpPr>
          <p:nvPr>
            <p:ph type="body" sz="quarter" idx="62"/>
          </p:nvPr>
        </p:nvSpPr>
        <p:spPr>
          <a:xfrm>
            <a:off x="788870" y="430591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87" name="분류"/>
          <p:cNvSpPr/>
          <p:nvPr/>
        </p:nvSpPr>
        <p:spPr>
          <a:xfrm>
            <a:off x="4957826" y="312260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분류"/>
          <p:cNvSpPr>
            <a:spLocks noGrp="1"/>
          </p:cNvSpPr>
          <p:nvPr>
            <p:ph type="body" sz="quarter" idx="63"/>
          </p:nvPr>
        </p:nvSpPr>
        <p:spPr>
          <a:xfrm>
            <a:off x="4957826" y="312260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89" name="분류 글"/>
          <p:cNvSpPr>
            <a:spLocks noGrp="1"/>
          </p:cNvSpPr>
          <p:nvPr>
            <p:ph type="body" sz="quarter" idx="64"/>
          </p:nvPr>
        </p:nvSpPr>
        <p:spPr>
          <a:xfrm>
            <a:off x="5483739" y="3111652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90" name="Connector 59"/>
          <p:cNvCxnSpPr/>
          <p:nvPr/>
        </p:nvCxnSpPr>
        <p:spPr>
          <a:xfrm>
            <a:off x="4957826" y="356817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분류"/>
          <p:cNvSpPr/>
          <p:nvPr/>
        </p:nvSpPr>
        <p:spPr>
          <a:xfrm>
            <a:off x="4957826" y="359008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분류"/>
          <p:cNvSpPr>
            <a:spLocks noGrp="1"/>
          </p:cNvSpPr>
          <p:nvPr>
            <p:ph type="body" sz="quarter" idx="65"/>
          </p:nvPr>
        </p:nvSpPr>
        <p:spPr>
          <a:xfrm>
            <a:off x="4957826" y="359008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93" name="분류 글"/>
          <p:cNvSpPr>
            <a:spLocks noGrp="1"/>
          </p:cNvSpPr>
          <p:nvPr>
            <p:ph type="body" sz="quarter" idx="66"/>
          </p:nvPr>
        </p:nvSpPr>
        <p:spPr>
          <a:xfrm>
            <a:off x="5483739" y="3579130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94" name="Connector 62"/>
          <p:cNvCxnSpPr/>
          <p:nvPr/>
        </p:nvCxnSpPr>
        <p:spPr>
          <a:xfrm>
            <a:off x="4957826" y="4035652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분류"/>
          <p:cNvSpPr/>
          <p:nvPr/>
        </p:nvSpPr>
        <p:spPr>
          <a:xfrm>
            <a:off x="4957826" y="4057565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분류"/>
          <p:cNvSpPr>
            <a:spLocks noGrp="1"/>
          </p:cNvSpPr>
          <p:nvPr>
            <p:ph type="body" sz="quarter" idx="67"/>
          </p:nvPr>
        </p:nvSpPr>
        <p:spPr>
          <a:xfrm>
            <a:off x="4957826" y="4057565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97" name="분류 글"/>
          <p:cNvSpPr>
            <a:spLocks noGrp="1"/>
          </p:cNvSpPr>
          <p:nvPr>
            <p:ph type="body" sz="quarter" idx="68"/>
          </p:nvPr>
        </p:nvSpPr>
        <p:spPr>
          <a:xfrm>
            <a:off x="5483739" y="404660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98" name="Connector 65"/>
          <p:cNvCxnSpPr/>
          <p:nvPr/>
        </p:nvCxnSpPr>
        <p:spPr>
          <a:xfrm>
            <a:off x="4957826" y="4503130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행 틀"/>
          <p:cNvSpPr/>
          <p:nvPr/>
        </p:nvSpPr>
        <p:spPr>
          <a:xfrm>
            <a:off x="723130" y="4623652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레일"/>
          <p:cNvSpPr/>
          <p:nvPr/>
        </p:nvSpPr>
        <p:spPr>
          <a:xfrm>
            <a:off x="734087" y="4634609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4634609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02" name="사진 칸"/>
          <p:cNvSpPr/>
          <p:nvPr/>
        </p:nvSpPr>
        <p:spPr>
          <a:xfrm>
            <a:off x="1358609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3" name="사진 칸"/>
          <p:cNvSpPr>
            <a:spLocks noGrp="1"/>
          </p:cNvSpPr>
          <p:nvPr>
            <p:ph type="body" sz="quarter" idx="70"/>
          </p:nvPr>
        </p:nvSpPr>
        <p:spPr>
          <a:xfrm>
            <a:off x="1358609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4" name="카드 제목"/>
          <p:cNvSpPr>
            <a:spLocks noGrp="1"/>
          </p:cNvSpPr>
          <p:nvPr>
            <p:ph type="body" sz="quarter" idx="71"/>
          </p:nvPr>
        </p:nvSpPr>
        <p:spPr>
          <a:xfrm>
            <a:off x="1358609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05" name="카드 설명"/>
          <p:cNvSpPr>
            <a:spLocks noGrp="1"/>
          </p:cNvSpPr>
          <p:nvPr>
            <p:ph type="body" sz="quarter" idx="72"/>
          </p:nvPr>
        </p:nvSpPr>
        <p:spPr>
          <a:xfrm>
            <a:off x="1358609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06" name="사진 칸"/>
          <p:cNvSpPr/>
          <p:nvPr/>
        </p:nvSpPr>
        <p:spPr>
          <a:xfrm>
            <a:off x="3243130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7" name="사진 칸"/>
          <p:cNvSpPr>
            <a:spLocks noGrp="1"/>
          </p:cNvSpPr>
          <p:nvPr>
            <p:ph type="body" sz="quarter" idx="73"/>
          </p:nvPr>
        </p:nvSpPr>
        <p:spPr>
          <a:xfrm>
            <a:off x="3243130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8" name="카드 제목"/>
          <p:cNvSpPr>
            <a:spLocks noGrp="1"/>
          </p:cNvSpPr>
          <p:nvPr>
            <p:ph type="body" sz="quarter" idx="74"/>
          </p:nvPr>
        </p:nvSpPr>
        <p:spPr>
          <a:xfrm>
            <a:off x="3243130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09" name="카드 설명"/>
          <p:cNvSpPr>
            <a:spLocks noGrp="1"/>
          </p:cNvSpPr>
          <p:nvPr>
            <p:ph type="body" sz="quarter" idx="75"/>
          </p:nvPr>
        </p:nvSpPr>
        <p:spPr>
          <a:xfrm>
            <a:off x="3243130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10" name="사진 칸"/>
          <p:cNvSpPr/>
          <p:nvPr/>
        </p:nvSpPr>
        <p:spPr>
          <a:xfrm>
            <a:off x="5127652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사진 칸"/>
          <p:cNvSpPr>
            <a:spLocks noGrp="1"/>
          </p:cNvSpPr>
          <p:nvPr>
            <p:ph type="body" sz="quarter" idx="76"/>
          </p:nvPr>
        </p:nvSpPr>
        <p:spPr>
          <a:xfrm>
            <a:off x="5127652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12" name="카드 제목"/>
          <p:cNvSpPr>
            <a:spLocks noGrp="1"/>
          </p:cNvSpPr>
          <p:nvPr>
            <p:ph type="body" sz="quarter" idx="77"/>
          </p:nvPr>
        </p:nvSpPr>
        <p:spPr>
          <a:xfrm>
            <a:off x="5127652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13" name="카드 설명"/>
          <p:cNvSpPr>
            <a:spLocks noGrp="1"/>
          </p:cNvSpPr>
          <p:nvPr>
            <p:ph type="body" sz="quarter" idx="78"/>
          </p:nvPr>
        </p:nvSpPr>
        <p:spPr>
          <a:xfrm>
            <a:off x="5127652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931165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926778" y="2095513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926778" y="2095513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281774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347652" y="1974991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74991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2002259" y="1964035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2172209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172209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2002259" y="2161252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230348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113043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002243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924173" y="3046070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0"/>
          </p:nvPr>
        </p:nvSpPr>
        <p:spPr>
          <a:xfrm>
            <a:off x="924173" y="3046070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232330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04607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04607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2013174" y="3035113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3243287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243287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2013174" y="323233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0" name="단계"/>
          <p:cNvSpPr/>
          <p:nvPr/>
        </p:nvSpPr>
        <p:spPr>
          <a:xfrm>
            <a:off x="1347652" y="3456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2" name="단계"/>
          <p:cNvSpPr/>
          <p:nvPr/>
        </p:nvSpPr>
        <p:spPr>
          <a:xfrm>
            <a:off x="3230348" y="3456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4" name="단계"/>
          <p:cNvSpPr/>
          <p:nvPr/>
        </p:nvSpPr>
        <p:spPr>
          <a:xfrm>
            <a:off x="5113043" y="3456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6" name="단계 삼각형"/>
          <p:cNvSpPr/>
          <p:nvPr/>
        </p:nvSpPr>
        <p:spPr>
          <a:xfrm>
            <a:off x="3230347" y="3456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113043" y="3456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3230348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5113043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레일"/>
          <p:cNvSpPr/>
          <p:nvPr/>
        </p:nvSpPr>
        <p:spPr>
          <a:xfrm>
            <a:off x="734087" y="4073322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 태그"/>
          <p:cNvSpPr/>
          <p:nvPr/>
        </p:nvSpPr>
        <p:spPr>
          <a:xfrm>
            <a:off x="917662" y="4237670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5" name="레일 태그"/>
          <p:cNvSpPr>
            <a:spLocks noGrp="1"/>
          </p:cNvSpPr>
          <p:nvPr>
            <p:ph type="body" sz="quarter" idx="52"/>
          </p:nvPr>
        </p:nvSpPr>
        <p:spPr>
          <a:xfrm>
            <a:off x="917662" y="4237670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6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4423930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407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"/>
          <p:cNvSpPr/>
          <p:nvPr/>
        </p:nvSpPr>
        <p:spPr>
          <a:xfrm>
            <a:off x="1347652" y="4095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0" name="단계"/>
          <p:cNvSpPr/>
          <p:nvPr/>
        </p:nvSpPr>
        <p:spPr>
          <a:xfrm>
            <a:off x="3230348" y="4095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2" name="단계"/>
          <p:cNvSpPr/>
          <p:nvPr/>
        </p:nvSpPr>
        <p:spPr>
          <a:xfrm>
            <a:off x="5113043" y="4095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3230347" y="4095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113043" y="4095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3230348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0" name="Connector 65"/>
          <p:cNvCxnSpPr/>
          <p:nvPr/>
        </p:nvCxnSpPr>
        <p:spPr>
          <a:xfrm>
            <a:off x="5113043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머리칸"/>
          <p:cNvSpPr/>
          <p:nvPr/>
        </p:nvSpPr>
        <p:spPr>
          <a:xfrm>
            <a:off x="1347652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60"/>
          </p:nvPr>
        </p:nvSpPr>
        <p:spPr>
          <a:xfrm>
            <a:off x="1347652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3" name="머리칸"/>
          <p:cNvSpPr/>
          <p:nvPr/>
        </p:nvSpPr>
        <p:spPr>
          <a:xfrm>
            <a:off x="3230348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61"/>
          </p:nvPr>
        </p:nvSpPr>
        <p:spPr>
          <a:xfrm>
            <a:off x="3230348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5" name="머리칸"/>
          <p:cNvSpPr/>
          <p:nvPr/>
        </p:nvSpPr>
        <p:spPr>
          <a:xfrm>
            <a:off x="5113043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2"/>
          </p:nvPr>
        </p:nvSpPr>
        <p:spPr>
          <a:xfrm>
            <a:off x="5113043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4"/>
          </p:nvPr>
        </p:nvSpPr>
        <p:spPr>
          <a:xfrm>
            <a:off x="3241304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230348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5"/>
          </p:nvPr>
        </p:nvSpPr>
        <p:spPr>
          <a:xfrm>
            <a:off x="5124000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5113043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주요성과 박스"/>
          <p:cNvSpPr/>
          <p:nvPr/>
        </p:nvSpPr>
        <p:spPr>
          <a:xfrm>
            <a:off x="723130" y="5426452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주요성과 라벨"/>
          <p:cNvSpPr/>
          <p:nvPr/>
        </p:nvSpPr>
        <p:spPr>
          <a:xfrm>
            <a:off x="756000" y="5459322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756000" y="5459322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5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501043" y="5442887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6888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6888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539391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539391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801859" y="1528435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1736609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736609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801859" y="1725652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1933826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801859" y="1922870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52957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481290" y="2317304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481290" y="2317304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03565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15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1161391" y="2196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2196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1567189" y="2185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1" name="태그"/>
          <p:cNvSpPr/>
          <p:nvPr/>
        </p:nvSpPr>
        <p:spPr>
          <a:xfrm>
            <a:off x="1161391" y="2394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394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567189" y="2383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0765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6" name="단계"/>
          <p:cNvSpPr/>
          <p:nvPr/>
        </p:nvSpPr>
        <p:spPr>
          <a:xfrm>
            <a:off x="3985435" y="260765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985434" y="2607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28925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주요성과 박스"/>
          <p:cNvSpPr/>
          <p:nvPr/>
        </p:nvSpPr>
        <p:spPr>
          <a:xfrm>
            <a:off x="536870" y="3300730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주요성과 라벨"/>
          <p:cNvSpPr/>
          <p:nvPr/>
        </p:nvSpPr>
        <p:spPr>
          <a:xfrm>
            <a:off x="569739" y="3333600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333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5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317165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6" name="표 외곽"/>
          <p:cNvSpPr/>
          <p:nvPr/>
        </p:nvSpPr>
        <p:spPr>
          <a:xfrm>
            <a:off x="536870" y="3868904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85339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433971" y="3929165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4"/>
          </p:nvPr>
        </p:nvSpPr>
        <p:spPr>
          <a:xfrm>
            <a:off x="433971" y="3929165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4115426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1" name="태그"/>
          <p:cNvSpPr/>
          <p:nvPr/>
        </p:nvSpPr>
        <p:spPr>
          <a:xfrm>
            <a:off x="1161391" y="3929165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929165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7"/>
          </p:nvPr>
        </p:nvSpPr>
        <p:spPr>
          <a:xfrm>
            <a:off x="1925767" y="3918209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4" name="태그"/>
          <p:cNvSpPr/>
          <p:nvPr/>
        </p:nvSpPr>
        <p:spPr>
          <a:xfrm>
            <a:off x="1161391" y="4126383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4126383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49"/>
          </p:nvPr>
        </p:nvSpPr>
        <p:spPr>
          <a:xfrm>
            <a:off x="1925767" y="4115426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7" name="단계"/>
          <p:cNvSpPr/>
          <p:nvPr/>
        </p:nvSpPr>
        <p:spPr>
          <a:xfrm>
            <a:off x="1161391" y="4340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9" name="단계"/>
          <p:cNvSpPr/>
          <p:nvPr/>
        </p:nvSpPr>
        <p:spPr>
          <a:xfrm>
            <a:off x="3044087" y="4340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1" name="단계"/>
          <p:cNvSpPr/>
          <p:nvPr/>
        </p:nvSpPr>
        <p:spPr>
          <a:xfrm>
            <a:off x="4926783" y="4340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3" name="단계 삼각형"/>
          <p:cNvSpPr/>
          <p:nvPr/>
        </p:nvSpPr>
        <p:spPr>
          <a:xfrm>
            <a:off x="3044086" y="434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4926782" y="434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7" name="Connector 55"/>
          <p:cNvCxnSpPr/>
          <p:nvPr/>
        </p:nvCxnSpPr>
        <p:spPr>
          <a:xfrm>
            <a:off x="3044087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9" name="Connector 57"/>
          <p:cNvCxnSpPr/>
          <p:nvPr/>
        </p:nvCxnSpPr>
        <p:spPr>
          <a:xfrm>
            <a:off x="4926783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주요성과 박스"/>
          <p:cNvSpPr/>
          <p:nvPr/>
        </p:nvSpPr>
        <p:spPr>
          <a:xfrm>
            <a:off x="536870" y="50276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주요성과 라벨"/>
          <p:cNvSpPr/>
          <p:nvPr/>
        </p:nvSpPr>
        <p:spPr>
          <a:xfrm>
            <a:off x="569739" y="50605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2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569739" y="50605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3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50440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4" name="표 외곽"/>
          <p:cNvSpPr/>
          <p:nvPr/>
        </p:nvSpPr>
        <p:spPr>
          <a:xfrm>
            <a:off x="536870" y="5382939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547826" y="5399374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324203" y="5443200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7" name="레일 태그"/>
          <p:cNvSpPr>
            <a:spLocks noGrp="1"/>
          </p:cNvSpPr>
          <p:nvPr>
            <p:ph type="body" sz="quarter" idx="58"/>
          </p:nvPr>
        </p:nvSpPr>
        <p:spPr>
          <a:xfrm>
            <a:off x="324203" y="5443200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8" name="레일 라벨"/>
          <p:cNvSpPr>
            <a:spLocks noGrp="1"/>
          </p:cNvSpPr>
          <p:nvPr>
            <p:ph type="body" sz="quarter" idx="59"/>
          </p:nvPr>
        </p:nvSpPr>
        <p:spPr>
          <a:xfrm>
            <a:off x="547826" y="5629461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9" name="태그"/>
          <p:cNvSpPr/>
          <p:nvPr/>
        </p:nvSpPr>
        <p:spPr>
          <a:xfrm>
            <a:off x="1161391" y="54432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60"/>
          </p:nvPr>
        </p:nvSpPr>
        <p:spPr>
          <a:xfrm>
            <a:off x="1161391" y="54432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61"/>
          </p:nvPr>
        </p:nvSpPr>
        <p:spPr>
          <a:xfrm>
            <a:off x="1567189" y="54322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2" name="태그"/>
          <p:cNvSpPr/>
          <p:nvPr/>
        </p:nvSpPr>
        <p:spPr>
          <a:xfrm>
            <a:off x="1161391" y="56404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62"/>
          </p:nvPr>
        </p:nvSpPr>
        <p:spPr>
          <a:xfrm>
            <a:off x="1161391" y="56404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3"/>
          </p:nvPr>
        </p:nvSpPr>
        <p:spPr>
          <a:xfrm>
            <a:off x="1567189" y="56294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5" name="단계"/>
          <p:cNvSpPr/>
          <p:nvPr/>
        </p:nvSpPr>
        <p:spPr>
          <a:xfrm>
            <a:off x="1161391" y="585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6" name="단계"/>
          <p:cNvSpPr>
            <a:spLocks noGrp="1"/>
          </p:cNvSpPr>
          <p:nvPr>
            <p:ph type="body" sz="quarter" idx="64"/>
          </p:nvPr>
        </p:nvSpPr>
        <p:spPr>
          <a:xfrm>
            <a:off x="1161391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7" name="단계"/>
          <p:cNvSpPr/>
          <p:nvPr/>
        </p:nvSpPr>
        <p:spPr>
          <a:xfrm>
            <a:off x="3044087" y="585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8" name="단계"/>
          <p:cNvSpPr>
            <a:spLocks noGrp="1"/>
          </p:cNvSpPr>
          <p:nvPr>
            <p:ph type="body" sz="quarter" idx="65"/>
          </p:nvPr>
        </p:nvSpPr>
        <p:spPr>
          <a:xfrm>
            <a:off x="3044087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9" name="단계"/>
          <p:cNvSpPr/>
          <p:nvPr/>
        </p:nvSpPr>
        <p:spPr>
          <a:xfrm>
            <a:off x="4926783" y="585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6"/>
          </p:nvPr>
        </p:nvSpPr>
        <p:spPr>
          <a:xfrm>
            <a:off x="4926783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1" name="단계 삼각형"/>
          <p:cNvSpPr/>
          <p:nvPr/>
        </p:nvSpPr>
        <p:spPr>
          <a:xfrm>
            <a:off x="3044086" y="585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 삼각형"/>
          <p:cNvSpPr/>
          <p:nvPr/>
        </p:nvSpPr>
        <p:spPr>
          <a:xfrm>
            <a:off x="4926782" y="585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7"/>
          </p:nvPr>
        </p:nvSpPr>
        <p:spPr>
          <a:xfrm>
            <a:off x="1172348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8"/>
          </p:nvPr>
        </p:nvSpPr>
        <p:spPr>
          <a:xfrm>
            <a:off x="3055043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5" name="Connector 76"/>
          <p:cNvCxnSpPr/>
          <p:nvPr/>
        </p:nvCxnSpPr>
        <p:spPr>
          <a:xfrm>
            <a:off x="3044087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4937739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7" name="Connector 78"/>
          <p:cNvCxnSpPr/>
          <p:nvPr/>
        </p:nvCxnSpPr>
        <p:spPr>
          <a:xfrm>
            <a:off x="4926783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주요성과 박스"/>
          <p:cNvSpPr/>
          <p:nvPr/>
        </p:nvSpPr>
        <p:spPr>
          <a:xfrm>
            <a:off x="536870" y="654714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주요성과 라벨"/>
          <p:cNvSpPr/>
          <p:nvPr/>
        </p:nvSpPr>
        <p:spPr>
          <a:xfrm>
            <a:off x="569739" y="658001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0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569739" y="658001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1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314783" y="656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1" name="틀"/>
          <p:cNvSpPr/>
          <p:nvPr/>
        </p:nvSpPr>
        <p:spPr>
          <a:xfrm>
            <a:off x="723130" y="162438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635339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3533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칸 제목 띠"/>
          <p:cNvSpPr/>
          <p:nvPr/>
        </p:nvSpPr>
        <p:spPr>
          <a:xfrm>
            <a:off x="1380522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칸 제목"/>
          <p:cNvSpPr>
            <a:spLocks noGrp="1"/>
          </p:cNvSpPr>
          <p:nvPr>
            <p:ph type="body" sz="quarter" idx="26"/>
          </p:nvPr>
        </p:nvSpPr>
        <p:spPr>
          <a:xfrm>
            <a:off x="1380522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236956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91478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8" name="칸 제목 띠"/>
          <p:cNvSpPr/>
          <p:nvPr/>
        </p:nvSpPr>
        <p:spPr>
          <a:xfrm>
            <a:off x="3257739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칸 제목"/>
          <p:cNvSpPr>
            <a:spLocks noGrp="1"/>
          </p:cNvSpPr>
          <p:nvPr>
            <p:ph type="body" sz="quarter" idx="28"/>
          </p:nvPr>
        </p:nvSpPr>
        <p:spPr>
          <a:xfrm>
            <a:off x="3257739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0" name="삼각 화살표"/>
          <p:cNvSpPr/>
          <p:nvPr/>
        </p:nvSpPr>
        <p:spPr>
          <a:xfrm>
            <a:off x="4114173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사진 칸"/>
          <p:cNvSpPr/>
          <p:nvPr/>
        </p:nvSpPr>
        <p:spPr>
          <a:xfrm>
            <a:off x="4211979" y="1931165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사진 칸"/>
          <p:cNvSpPr>
            <a:spLocks noGrp="1"/>
          </p:cNvSpPr>
          <p:nvPr>
            <p:ph type="body" sz="quarter" idx="29"/>
          </p:nvPr>
        </p:nvSpPr>
        <p:spPr>
          <a:xfrm>
            <a:off x="4211979" y="1931165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268696" y="1920209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235826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제목 띠"/>
          <p:cNvSpPr/>
          <p:nvPr/>
        </p:nvSpPr>
        <p:spPr>
          <a:xfrm>
            <a:off x="5134957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1"/>
          </p:nvPr>
        </p:nvSpPr>
        <p:spPr>
          <a:xfrm>
            <a:off x="5134957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5991391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5145913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5113043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723130" y="281864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942261" y="2873426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873426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34"/>
          </p:nvPr>
        </p:nvSpPr>
        <p:spPr>
          <a:xfrm>
            <a:off x="1875360" y="2818643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3136383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152817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52817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31747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31747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31747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3174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31747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45913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9459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단계"/>
          <p:cNvSpPr/>
          <p:nvPr/>
        </p:nvSpPr>
        <p:spPr>
          <a:xfrm>
            <a:off x="1347652" y="3967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67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4"/>
          </p:nvPr>
        </p:nvSpPr>
        <p:spPr>
          <a:xfrm>
            <a:off x="3230348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67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5"/>
          </p:nvPr>
        </p:nvSpPr>
        <p:spPr>
          <a:xfrm>
            <a:off x="5113043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67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6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3241304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3" name="Connector 53"/>
          <p:cNvCxnSpPr/>
          <p:nvPr/>
        </p:nvCxnSpPr>
        <p:spPr>
          <a:xfrm>
            <a:off x="3230348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48"/>
          </p:nvPr>
        </p:nvSpPr>
        <p:spPr>
          <a:xfrm>
            <a:off x="5124000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5113043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캡션 띠"/>
          <p:cNvSpPr/>
          <p:nvPr/>
        </p:nvSpPr>
        <p:spPr>
          <a:xfrm>
            <a:off x="723130" y="4606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태그"/>
          <p:cNvSpPr/>
          <p:nvPr/>
        </p:nvSpPr>
        <p:spPr>
          <a:xfrm>
            <a:off x="1051826" y="46499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9"/>
          </p:nvPr>
        </p:nvSpPr>
        <p:spPr>
          <a:xfrm>
            <a:off x="1051826" y="46499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캡션"/>
          <p:cNvSpPr>
            <a:spLocks noGrp="1"/>
          </p:cNvSpPr>
          <p:nvPr>
            <p:ph type="body" sz="quarter" idx="50"/>
          </p:nvPr>
        </p:nvSpPr>
        <p:spPr>
          <a:xfrm>
            <a:off x="1655249" y="460612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0" name="표 외곽"/>
          <p:cNvSpPr/>
          <p:nvPr/>
        </p:nvSpPr>
        <p:spPr>
          <a:xfrm>
            <a:off x="723130" y="4912904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734087" y="4929339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4929339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3" name="단계"/>
          <p:cNvSpPr/>
          <p:nvPr/>
        </p:nvSpPr>
        <p:spPr>
          <a:xfrm>
            <a:off x="1347652" y="4951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5" name="단계"/>
          <p:cNvSpPr/>
          <p:nvPr/>
        </p:nvSpPr>
        <p:spPr>
          <a:xfrm>
            <a:off x="3230348" y="4951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3"/>
          </p:nvPr>
        </p:nvSpPr>
        <p:spPr>
          <a:xfrm>
            <a:off x="3230348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7" name="단계"/>
          <p:cNvSpPr/>
          <p:nvPr/>
        </p:nvSpPr>
        <p:spPr>
          <a:xfrm>
            <a:off x="5113043" y="4951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4"/>
          </p:nvPr>
        </p:nvSpPr>
        <p:spPr>
          <a:xfrm>
            <a:off x="5113043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89" name="단계 삼각형"/>
          <p:cNvSpPr/>
          <p:nvPr/>
        </p:nvSpPr>
        <p:spPr>
          <a:xfrm>
            <a:off x="3230347" y="4951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단계 삼각형"/>
          <p:cNvSpPr/>
          <p:nvPr/>
        </p:nvSpPr>
        <p:spPr>
          <a:xfrm>
            <a:off x="5113043" y="4951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0348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13043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16957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7" name="사진 칸"/>
          <p:cNvSpPr/>
          <p:nvPr/>
        </p:nvSpPr>
        <p:spPr>
          <a:xfrm>
            <a:off x="5916522" y="5722435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사진 칸"/>
          <p:cNvSpPr>
            <a:spLocks noGrp="1"/>
          </p:cNvSpPr>
          <p:nvPr>
            <p:ph type="body" sz="quarter" idx="59"/>
          </p:nvPr>
        </p:nvSpPr>
        <p:spPr>
          <a:xfrm>
            <a:off x="5916522" y="5722435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9" name="레일"/>
          <p:cNvSpPr/>
          <p:nvPr/>
        </p:nvSpPr>
        <p:spPr>
          <a:xfrm>
            <a:off x="734087" y="617713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17713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1" name="레일 삼각형"/>
          <p:cNvSpPr/>
          <p:nvPr/>
        </p:nvSpPr>
        <p:spPr>
          <a:xfrm>
            <a:off x="734086" y="6177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"/>
          <p:cNvSpPr/>
          <p:nvPr/>
        </p:nvSpPr>
        <p:spPr>
          <a:xfrm>
            <a:off x="1347652" y="6199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1"/>
          </p:nvPr>
        </p:nvSpPr>
        <p:spPr>
          <a:xfrm>
            <a:off x="1347652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4" name="단계"/>
          <p:cNvSpPr/>
          <p:nvPr/>
        </p:nvSpPr>
        <p:spPr>
          <a:xfrm>
            <a:off x="3230348" y="6199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2"/>
          </p:nvPr>
        </p:nvSpPr>
        <p:spPr>
          <a:xfrm>
            <a:off x="3230348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6" name="단계"/>
          <p:cNvSpPr/>
          <p:nvPr/>
        </p:nvSpPr>
        <p:spPr>
          <a:xfrm>
            <a:off x="5113043" y="6199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63"/>
          </p:nvPr>
        </p:nvSpPr>
        <p:spPr>
          <a:xfrm>
            <a:off x="5113043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8" name="단계 삼각형"/>
          <p:cNvSpPr/>
          <p:nvPr/>
        </p:nvSpPr>
        <p:spPr>
          <a:xfrm>
            <a:off x="3230347" y="6199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단계 삼각형"/>
          <p:cNvSpPr/>
          <p:nvPr/>
        </p:nvSpPr>
        <p:spPr>
          <a:xfrm>
            <a:off x="5113043" y="6199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4"/>
          </p:nvPr>
        </p:nvSpPr>
        <p:spPr>
          <a:xfrm>
            <a:off x="1358609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5"/>
          </p:nvPr>
        </p:nvSpPr>
        <p:spPr>
          <a:xfrm>
            <a:off x="3241304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230348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칸 본문"/>
          <p:cNvSpPr>
            <a:spLocks noGrp="1"/>
          </p:cNvSpPr>
          <p:nvPr>
            <p:ph type="body" sz="quarter" idx="66"/>
          </p:nvPr>
        </p:nvSpPr>
        <p:spPr>
          <a:xfrm>
            <a:off x="5124000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4" name="Connector 84"/>
          <p:cNvCxnSpPr/>
          <p:nvPr/>
        </p:nvCxnSpPr>
        <p:spPr>
          <a:xfrm>
            <a:off x="5113043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403843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03843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643022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163206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467065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4456109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3114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3114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311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643022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163206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67065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3" name="Connector 33"/>
          <p:cNvCxnSpPr/>
          <p:nvPr/>
        </p:nvCxnSpPr>
        <p:spPr>
          <a:xfrm>
            <a:off x="4456109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536869" y="2409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865565" y="24530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4530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7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4091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8" name="표 외곽"/>
          <p:cNvSpPr/>
          <p:nvPr/>
        </p:nvSpPr>
        <p:spPr>
          <a:xfrm>
            <a:off x="536870" y="2715965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"/>
          <p:cNvSpPr/>
          <p:nvPr/>
        </p:nvSpPr>
        <p:spPr>
          <a:xfrm>
            <a:off x="547826" y="2732400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73240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2754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2754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2754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2754313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2754313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1" name="Connector 46"/>
          <p:cNvCxnSpPr/>
          <p:nvPr/>
        </p:nvCxnSpPr>
        <p:spPr>
          <a:xfrm>
            <a:off x="3044087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4926783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3378834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표 외곽"/>
          <p:cNvSpPr/>
          <p:nvPr/>
        </p:nvSpPr>
        <p:spPr>
          <a:xfrm>
            <a:off x="536870" y="3592487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36089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6089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8" name="배너"/>
          <p:cNvSpPr/>
          <p:nvPr/>
        </p:nvSpPr>
        <p:spPr>
          <a:xfrm>
            <a:off x="1161391" y="36308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36308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70" name="레일"/>
          <p:cNvSpPr/>
          <p:nvPr/>
        </p:nvSpPr>
        <p:spPr>
          <a:xfrm>
            <a:off x="547826" y="38787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38787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3878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1" name="Connector 60"/>
          <p:cNvCxnSpPr/>
          <p:nvPr/>
        </p:nvCxnSpPr>
        <p:spPr>
          <a:xfrm>
            <a:off x="3044087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3" name="Connector 62"/>
          <p:cNvCxnSpPr/>
          <p:nvPr/>
        </p:nvCxnSpPr>
        <p:spPr>
          <a:xfrm>
            <a:off x="4926783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457998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457998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6" name="머리칸"/>
          <p:cNvSpPr/>
          <p:nvPr/>
        </p:nvSpPr>
        <p:spPr>
          <a:xfrm>
            <a:off x="1161391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8" name="머리칸"/>
          <p:cNvSpPr/>
          <p:nvPr/>
        </p:nvSpPr>
        <p:spPr>
          <a:xfrm>
            <a:off x="3044087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9" name="머리칸"/>
          <p:cNvSpPr>
            <a:spLocks noGrp="1"/>
          </p:cNvSpPr>
          <p:nvPr>
            <p:ph type="body" sz="quarter" idx="56"/>
          </p:nvPr>
        </p:nvSpPr>
        <p:spPr>
          <a:xfrm>
            <a:off x="3044087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90" name="머리칸"/>
          <p:cNvSpPr/>
          <p:nvPr/>
        </p:nvSpPr>
        <p:spPr>
          <a:xfrm>
            <a:off x="4926783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7"/>
          </p:nvPr>
        </p:nvSpPr>
        <p:spPr>
          <a:xfrm>
            <a:off x="4926783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9"/>
          </p:nvPr>
        </p:nvSpPr>
        <p:spPr>
          <a:xfrm>
            <a:off x="3055043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4" name="Connector 69"/>
          <p:cNvCxnSpPr/>
          <p:nvPr/>
        </p:nvCxnSpPr>
        <p:spPr>
          <a:xfrm>
            <a:off x="3044087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0"/>
          </p:nvPr>
        </p:nvSpPr>
        <p:spPr>
          <a:xfrm>
            <a:off x="4937739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4926783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52812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52812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5281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단계"/>
          <p:cNvSpPr/>
          <p:nvPr/>
        </p:nvSpPr>
        <p:spPr>
          <a:xfrm>
            <a:off x="1161391" y="53031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1" name="단계"/>
          <p:cNvSpPr>
            <a:spLocks noGrp="1"/>
          </p:cNvSpPr>
          <p:nvPr>
            <p:ph type="body" sz="quarter" idx="62"/>
          </p:nvPr>
        </p:nvSpPr>
        <p:spPr>
          <a:xfrm>
            <a:off x="1161391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2" name="단계"/>
          <p:cNvSpPr/>
          <p:nvPr/>
        </p:nvSpPr>
        <p:spPr>
          <a:xfrm>
            <a:off x="3044087" y="53031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3"/>
          </p:nvPr>
        </p:nvSpPr>
        <p:spPr>
          <a:xfrm>
            <a:off x="3044087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4" name="단계"/>
          <p:cNvSpPr/>
          <p:nvPr/>
        </p:nvSpPr>
        <p:spPr>
          <a:xfrm>
            <a:off x="4926783" y="53031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4"/>
          </p:nvPr>
        </p:nvSpPr>
        <p:spPr>
          <a:xfrm>
            <a:off x="4926783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6" name="단계 삼각형"/>
          <p:cNvSpPr/>
          <p:nvPr/>
        </p:nvSpPr>
        <p:spPr>
          <a:xfrm>
            <a:off x="3044086" y="53031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단계 삼각형"/>
          <p:cNvSpPr/>
          <p:nvPr/>
        </p:nvSpPr>
        <p:spPr>
          <a:xfrm>
            <a:off x="4926782" y="53031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5"/>
          </p:nvPr>
        </p:nvSpPr>
        <p:spPr>
          <a:xfrm>
            <a:off x="1172348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6"/>
          </p:nvPr>
        </p:nvSpPr>
        <p:spPr>
          <a:xfrm>
            <a:off x="3055043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3044087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칸 본문"/>
          <p:cNvSpPr>
            <a:spLocks noGrp="1"/>
          </p:cNvSpPr>
          <p:nvPr>
            <p:ph type="body" sz="quarter" idx="67"/>
          </p:nvPr>
        </p:nvSpPr>
        <p:spPr>
          <a:xfrm>
            <a:off x="4937739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2" name="Connector 83"/>
          <p:cNvCxnSpPr/>
          <p:nvPr/>
        </p:nvCxnSpPr>
        <p:spPr>
          <a:xfrm>
            <a:off x="4926783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틀"/>
          <p:cNvSpPr/>
          <p:nvPr/>
        </p:nvSpPr>
        <p:spPr>
          <a:xfrm>
            <a:off x="536870" y="59852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59961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8"/>
          </p:nvPr>
        </p:nvSpPr>
        <p:spPr>
          <a:xfrm>
            <a:off x="547826" y="59961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60181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9"/>
          </p:nvPr>
        </p:nvSpPr>
        <p:spPr>
          <a:xfrm>
            <a:off x="1172348" y="60181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70"/>
          </p:nvPr>
        </p:nvSpPr>
        <p:spPr>
          <a:xfrm>
            <a:off x="1194261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20" name="막대"/>
          <p:cNvSpPr/>
          <p:nvPr/>
        </p:nvSpPr>
        <p:spPr>
          <a:xfrm>
            <a:off x="2077210" y="6653106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값"/>
          <p:cNvSpPr>
            <a:spLocks noGrp="1"/>
          </p:cNvSpPr>
          <p:nvPr>
            <p:ph type="body" sz="quarter" idx="71"/>
          </p:nvPr>
        </p:nvSpPr>
        <p:spPr>
          <a:xfrm>
            <a:off x="1989558" y="647780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2" name="연도"/>
          <p:cNvSpPr>
            <a:spLocks noGrp="1"/>
          </p:cNvSpPr>
          <p:nvPr>
            <p:ph type="body" sz="quarter" idx="72"/>
          </p:nvPr>
        </p:nvSpPr>
        <p:spPr>
          <a:xfrm>
            <a:off x="1989558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3" name="막대"/>
          <p:cNvSpPr/>
          <p:nvPr/>
        </p:nvSpPr>
        <p:spPr>
          <a:xfrm>
            <a:off x="2373329" y="6641197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값"/>
          <p:cNvSpPr>
            <a:spLocks noGrp="1"/>
          </p:cNvSpPr>
          <p:nvPr>
            <p:ph type="body" sz="quarter" idx="73"/>
          </p:nvPr>
        </p:nvSpPr>
        <p:spPr>
          <a:xfrm>
            <a:off x="2285677" y="646589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5" name="연도"/>
          <p:cNvSpPr>
            <a:spLocks noGrp="1"/>
          </p:cNvSpPr>
          <p:nvPr>
            <p:ph type="body" sz="quarter" idx="74"/>
          </p:nvPr>
        </p:nvSpPr>
        <p:spPr>
          <a:xfrm>
            <a:off x="2285677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6" name="막대"/>
          <p:cNvSpPr/>
          <p:nvPr/>
        </p:nvSpPr>
        <p:spPr>
          <a:xfrm>
            <a:off x="2669447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5"/>
          </p:nvPr>
        </p:nvSpPr>
        <p:spPr>
          <a:xfrm>
            <a:off x="2581795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6"/>
          </p:nvPr>
        </p:nvSpPr>
        <p:spPr>
          <a:xfrm>
            <a:off x="2581795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9" name="카드"/>
          <p:cNvSpPr/>
          <p:nvPr/>
        </p:nvSpPr>
        <p:spPr>
          <a:xfrm>
            <a:off x="3064174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카드 문구"/>
          <p:cNvSpPr>
            <a:spLocks noGrp="1"/>
          </p:cNvSpPr>
          <p:nvPr>
            <p:ph type="body" sz="quarter" idx="77"/>
          </p:nvPr>
        </p:nvSpPr>
        <p:spPr>
          <a:xfrm>
            <a:off x="3086087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1" name="막대"/>
          <p:cNvSpPr/>
          <p:nvPr/>
        </p:nvSpPr>
        <p:spPr>
          <a:xfrm>
            <a:off x="3969037" y="6650724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2" name="값"/>
          <p:cNvSpPr>
            <a:spLocks noGrp="1"/>
          </p:cNvSpPr>
          <p:nvPr>
            <p:ph type="body" sz="quarter" idx="78"/>
          </p:nvPr>
        </p:nvSpPr>
        <p:spPr>
          <a:xfrm>
            <a:off x="3881384" y="647542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3" name="연도"/>
          <p:cNvSpPr>
            <a:spLocks noGrp="1"/>
          </p:cNvSpPr>
          <p:nvPr>
            <p:ph type="body" sz="quarter" idx="79"/>
          </p:nvPr>
        </p:nvSpPr>
        <p:spPr>
          <a:xfrm>
            <a:off x="3881384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4" name="막대"/>
          <p:cNvSpPr/>
          <p:nvPr/>
        </p:nvSpPr>
        <p:spPr>
          <a:xfrm>
            <a:off x="4265155" y="6648343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값"/>
          <p:cNvSpPr>
            <a:spLocks noGrp="1"/>
          </p:cNvSpPr>
          <p:nvPr>
            <p:ph type="body" sz="quarter" idx="80"/>
          </p:nvPr>
        </p:nvSpPr>
        <p:spPr>
          <a:xfrm>
            <a:off x="4177503" y="647303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6" name="연도"/>
          <p:cNvSpPr>
            <a:spLocks noGrp="1"/>
          </p:cNvSpPr>
          <p:nvPr>
            <p:ph type="body" sz="quarter" idx="81"/>
          </p:nvPr>
        </p:nvSpPr>
        <p:spPr>
          <a:xfrm>
            <a:off x="4177503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7" name="막대"/>
          <p:cNvSpPr/>
          <p:nvPr/>
        </p:nvSpPr>
        <p:spPr>
          <a:xfrm>
            <a:off x="4561273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8" name="값"/>
          <p:cNvSpPr>
            <a:spLocks noGrp="1"/>
          </p:cNvSpPr>
          <p:nvPr>
            <p:ph type="body" sz="quarter" idx="82"/>
          </p:nvPr>
        </p:nvSpPr>
        <p:spPr>
          <a:xfrm>
            <a:off x="4473621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9" name="연도"/>
          <p:cNvSpPr>
            <a:spLocks noGrp="1"/>
          </p:cNvSpPr>
          <p:nvPr>
            <p:ph type="body" sz="quarter" idx="83"/>
          </p:nvPr>
        </p:nvSpPr>
        <p:spPr>
          <a:xfrm>
            <a:off x="4473621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40" name="카드"/>
          <p:cNvSpPr/>
          <p:nvPr/>
        </p:nvSpPr>
        <p:spPr>
          <a:xfrm>
            <a:off x="4956000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카드 문구"/>
          <p:cNvSpPr>
            <a:spLocks noGrp="1"/>
          </p:cNvSpPr>
          <p:nvPr>
            <p:ph type="body" sz="quarter" idx="84"/>
          </p:nvPr>
        </p:nvSpPr>
        <p:spPr>
          <a:xfrm>
            <a:off x="4977913" y="6270104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9" name="태그칩"/>
          <p:cNvSpPr/>
          <p:nvPr/>
        </p:nvSpPr>
        <p:spPr>
          <a:xfrm>
            <a:off x="5188677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88677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태그칩"/>
          <p:cNvSpPr/>
          <p:nvPr/>
        </p:nvSpPr>
        <p:spPr>
          <a:xfrm>
            <a:off x="5739798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739798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802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2202261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432348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432348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43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689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689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689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689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68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배너"/>
          <p:cNvSpPr/>
          <p:nvPr/>
        </p:nvSpPr>
        <p:spPr>
          <a:xfrm>
            <a:off x="1347652" y="3265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265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6" name="틀"/>
          <p:cNvSpPr/>
          <p:nvPr/>
        </p:nvSpPr>
        <p:spPr>
          <a:xfrm>
            <a:off x="723130" y="35718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라벨"/>
          <p:cNvSpPr/>
          <p:nvPr/>
        </p:nvSpPr>
        <p:spPr>
          <a:xfrm>
            <a:off x="734087" y="35827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8" name="성과 라벨"/>
          <p:cNvSpPr>
            <a:spLocks noGrp="1"/>
          </p:cNvSpPr>
          <p:nvPr>
            <p:ph type="body" sz="quarter" idx="43"/>
          </p:nvPr>
        </p:nvSpPr>
        <p:spPr>
          <a:xfrm>
            <a:off x="734087" y="35827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/>
          <p:nvPr/>
        </p:nvSpPr>
        <p:spPr>
          <a:xfrm>
            <a:off x="1358609" y="36046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성과 띠"/>
          <p:cNvSpPr>
            <a:spLocks noGrp="1"/>
          </p:cNvSpPr>
          <p:nvPr>
            <p:ph type="body" sz="quarter" idx="44"/>
          </p:nvPr>
        </p:nvSpPr>
        <p:spPr>
          <a:xfrm>
            <a:off x="1358609" y="36046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1" name="카드"/>
          <p:cNvSpPr/>
          <p:nvPr/>
        </p:nvSpPr>
        <p:spPr>
          <a:xfrm>
            <a:off x="1358609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5"/>
          </p:nvPr>
        </p:nvSpPr>
        <p:spPr>
          <a:xfrm>
            <a:off x="1380522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3" name="막대"/>
          <p:cNvSpPr/>
          <p:nvPr/>
        </p:nvSpPr>
        <p:spPr>
          <a:xfrm>
            <a:off x="2698591" y="4327826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6"/>
          </p:nvPr>
        </p:nvSpPr>
        <p:spPr>
          <a:xfrm>
            <a:off x="2610939" y="41525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47"/>
          </p:nvPr>
        </p:nvSpPr>
        <p:spPr>
          <a:xfrm>
            <a:off x="2610939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막대"/>
          <p:cNvSpPr/>
          <p:nvPr/>
        </p:nvSpPr>
        <p:spPr>
          <a:xfrm>
            <a:off x="3398165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8"/>
          </p:nvPr>
        </p:nvSpPr>
        <p:spPr>
          <a:xfrm>
            <a:off x="3310513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9"/>
          </p:nvPr>
        </p:nvSpPr>
        <p:spPr>
          <a:xfrm>
            <a:off x="3310513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"/>
          <p:cNvSpPr/>
          <p:nvPr/>
        </p:nvSpPr>
        <p:spPr>
          <a:xfrm>
            <a:off x="4196348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4218261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1" name="막대"/>
          <p:cNvSpPr/>
          <p:nvPr/>
        </p:nvSpPr>
        <p:spPr>
          <a:xfrm>
            <a:off x="5536330" y="4273043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5448678" y="40977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5448678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4" name="막대"/>
          <p:cNvSpPr/>
          <p:nvPr/>
        </p:nvSpPr>
        <p:spPr>
          <a:xfrm>
            <a:off x="6235904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6148252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6148252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5" name="태그칩"/>
          <p:cNvSpPr/>
          <p:nvPr/>
        </p:nvSpPr>
        <p:spPr>
          <a:xfrm>
            <a:off x="383209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383209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38322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38322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1750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750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750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750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750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틀"/>
          <p:cNvSpPr/>
          <p:nvPr/>
        </p:nvSpPr>
        <p:spPr>
          <a:xfrm>
            <a:off x="536870" y="2462557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247351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47351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8" name="칸 제목 띠"/>
          <p:cNvSpPr/>
          <p:nvPr/>
        </p:nvSpPr>
        <p:spPr>
          <a:xfrm>
            <a:off x="1194261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칸 제목"/>
          <p:cNvSpPr>
            <a:spLocks noGrp="1"/>
          </p:cNvSpPr>
          <p:nvPr>
            <p:ph type="body" sz="quarter" idx="38"/>
          </p:nvPr>
        </p:nvSpPr>
        <p:spPr>
          <a:xfrm>
            <a:off x="1194261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2520000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205217" y="2758383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2" name="칸 제목 띠"/>
          <p:cNvSpPr/>
          <p:nvPr/>
        </p:nvSpPr>
        <p:spPr>
          <a:xfrm>
            <a:off x="4010087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칸 제목"/>
          <p:cNvSpPr>
            <a:spLocks noGrp="1"/>
          </p:cNvSpPr>
          <p:nvPr>
            <p:ph type="body" sz="quarter" idx="40"/>
          </p:nvPr>
        </p:nvSpPr>
        <p:spPr>
          <a:xfrm>
            <a:off x="4010087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4" name="삼각 화살표"/>
          <p:cNvSpPr/>
          <p:nvPr/>
        </p:nvSpPr>
        <p:spPr>
          <a:xfrm>
            <a:off x="5335826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사진 칸"/>
          <p:cNvSpPr/>
          <p:nvPr/>
        </p:nvSpPr>
        <p:spPr>
          <a:xfrm>
            <a:off x="5452403" y="2769339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사진 칸"/>
          <p:cNvSpPr>
            <a:spLocks noGrp="1"/>
          </p:cNvSpPr>
          <p:nvPr>
            <p:ph type="body" sz="quarter" idx="41"/>
          </p:nvPr>
        </p:nvSpPr>
        <p:spPr>
          <a:xfrm>
            <a:off x="5452403" y="2769339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4021043" y="2758383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8" name="Connector 43"/>
          <p:cNvCxnSpPr/>
          <p:nvPr/>
        </p:nvCxnSpPr>
        <p:spPr>
          <a:xfrm>
            <a:off x="3988174" y="27474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536870" y="3700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33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733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722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9" name="태그칩"/>
          <p:cNvSpPr/>
          <p:nvPr/>
        </p:nvSpPr>
        <p:spPr>
          <a:xfrm>
            <a:off x="491027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491027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2" name="머리칸"/>
          <p:cNvSpPr/>
          <p:nvPr/>
        </p:nvSpPr>
        <p:spPr>
          <a:xfrm>
            <a:off x="3230348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4" name="머리칸"/>
          <p:cNvSpPr/>
          <p:nvPr/>
        </p:nvSpPr>
        <p:spPr>
          <a:xfrm>
            <a:off x="5113043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632383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632383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54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654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654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654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654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43095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43095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430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태그"/>
          <p:cNvSpPr/>
          <p:nvPr/>
        </p:nvSpPr>
        <p:spPr>
          <a:xfrm>
            <a:off x="1347652" y="3474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74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5"/>
          </p:nvPr>
        </p:nvSpPr>
        <p:spPr>
          <a:xfrm>
            <a:off x="1753450" y="3463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2" name="태그"/>
          <p:cNvSpPr/>
          <p:nvPr/>
        </p:nvSpPr>
        <p:spPr>
          <a:xfrm>
            <a:off x="1347652" y="3672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72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47"/>
          </p:nvPr>
        </p:nvSpPr>
        <p:spPr>
          <a:xfrm>
            <a:off x="1753450" y="3661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아이콘 칸"/>
          <p:cNvSpPr/>
          <p:nvPr/>
        </p:nvSpPr>
        <p:spPr>
          <a:xfrm>
            <a:off x="536870" y="1106609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0" name="태그"/>
          <p:cNvSpPr/>
          <p:nvPr/>
        </p:nvSpPr>
        <p:spPr>
          <a:xfrm>
            <a:off x="756000" y="1106609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756000" y="1106609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2" name="그룹 제목"/>
          <p:cNvSpPr>
            <a:spLocks noGrp="1"/>
          </p:cNvSpPr>
          <p:nvPr>
            <p:ph type="body" sz="quarter" idx="26"/>
          </p:nvPr>
        </p:nvSpPr>
        <p:spPr>
          <a:xfrm>
            <a:off x="1487506" y="1084696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3" name="그룹 틀"/>
          <p:cNvSpPr/>
          <p:nvPr/>
        </p:nvSpPr>
        <p:spPr>
          <a:xfrm>
            <a:off x="536870" y="1325739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카드 머리"/>
          <p:cNvSpPr/>
          <p:nvPr/>
        </p:nvSpPr>
        <p:spPr>
          <a:xfrm>
            <a:off x="569739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613565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613565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28"/>
          </p:nvPr>
        </p:nvSpPr>
        <p:spPr>
          <a:xfrm>
            <a:off x="133795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29"/>
          </p:nvPr>
        </p:nvSpPr>
        <p:spPr>
          <a:xfrm>
            <a:off x="569739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9" name="도표 제목"/>
          <p:cNvSpPr>
            <a:spLocks noGrp="1"/>
          </p:cNvSpPr>
          <p:nvPr>
            <p:ph type="body" sz="quarter" idx="30"/>
          </p:nvPr>
        </p:nvSpPr>
        <p:spPr>
          <a:xfrm>
            <a:off x="2475188" y="1566783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30" name="막대"/>
          <p:cNvSpPr/>
          <p:nvPr/>
        </p:nvSpPr>
        <p:spPr>
          <a:xfrm>
            <a:off x="2551883" y="1974212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값"/>
          <p:cNvSpPr>
            <a:spLocks noGrp="1"/>
          </p:cNvSpPr>
          <p:nvPr>
            <p:ph type="body" sz="quarter" idx="31"/>
          </p:nvPr>
        </p:nvSpPr>
        <p:spPr>
          <a:xfrm>
            <a:off x="2409449" y="179890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2"/>
          </p:nvPr>
        </p:nvSpPr>
        <p:spPr>
          <a:xfrm>
            <a:off x="2409449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3" name="막대"/>
          <p:cNvSpPr/>
          <p:nvPr/>
        </p:nvSpPr>
        <p:spPr>
          <a:xfrm>
            <a:off x="3081029" y="1928348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값"/>
          <p:cNvSpPr>
            <a:spLocks noGrp="1"/>
          </p:cNvSpPr>
          <p:nvPr>
            <p:ph type="body" sz="quarter" idx="33"/>
          </p:nvPr>
        </p:nvSpPr>
        <p:spPr>
          <a:xfrm>
            <a:off x="2938594" y="175304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5" name="연도"/>
          <p:cNvSpPr>
            <a:spLocks noGrp="1"/>
          </p:cNvSpPr>
          <p:nvPr>
            <p:ph type="body" sz="quarter" idx="34"/>
          </p:nvPr>
        </p:nvSpPr>
        <p:spPr>
          <a:xfrm>
            <a:off x="2938594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3675913" y="138052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카드 머리"/>
          <p:cNvSpPr/>
          <p:nvPr/>
        </p:nvSpPr>
        <p:spPr>
          <a:xfrm>
            <a:off x="3686870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3730696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3730696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36"/>
          </p:nvPr>
        </p:nvSpPr>
        <p:spPr>
          <a:xfrm>
            <a:off x="445508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1" name="카드 본문"/>
          <p:cNvSpPr>
            <a:spLocks noGrp="1"/>
          </p:cNvSpPr>
          <p:nvPr>
            <p:ph type="body" sz="quarter" idx="37"/>
          </p:nvPr>
        </p:nvSpPr>
        <p:spPr>
          <a:xfrm>
            <a:off x="3686870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2" name="요약 칸"/>
          <p:cNvSpPr/>
          <p:nvPr/>
        </p:nvSpPr>
        <p:spPr>
          <a:xfrm>
            <a:off x="5636144" y="1599652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요약 칸"/>
          <p:cNvSpPr>
            <a:spLocks noGrp="1"/>
          </p:cNvSpPr>
          <p:nvPr>
            <p:ph type="body" sz="quarter" idx="38"/>
          </p:nvPr>
        </p:nvSpPr>
        <p:spPr>
          <a:xfrm>
            <a:off x="5636144" y="1599652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4" name="카드 머리"/>
          <p:cNvSpPr/>
          <p:nvPr/>
        </p:nvSpPr>
        <p:spPr>
          <a:xfrm>
            <a:off x="569739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613565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40"/>
          </p:nvPr>
        </p:nvSpPr>
        <p:spPr>
          <a:xfrm>
            <a:off x="133795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9" name="도표 제목"/>
          <p:cNvSpPr>
            <a:spLocks noGrp="1"/>
          </p:cNvSpPr>
          <p:nvPr>
            <p:ph type="body" sz="quarter" idx="42"/>
          </p:nvPr>
        </p:nvSpPr>
        <p:spPr>
          <a:xfrm>
            <a:off x="2475188" y="246521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50" name="막대"/>
          <p:cNvSpPr/>
          <p:nvPr/>
        </p:nvSpPr>
        <p:spPr>
          <a:xfrm>
            <a:off x="2551883" y="2826783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3"/>
          </p:nvPr>
        </p:nvSpPr>
        <p:spPr>
          <a:xfrm>
            <a:off x="2409449" y="26514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4"/>
          </p:nvPr>
        </p:nvSpPr>
        <p:spPr>
          <a:xfrm>
            <a:off x="2409449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3" name="막대"/>
          <p:cNvSpPr/>
          <p:nvPr/>
        </p:nvSpPr>
        <p:spPr>
          <a:xfrm>
            <a:off x="3081029" y="2883130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값"/>
          <p:cNvSpPr>
            <a:spLocks noGrp="1"/>
          </p:cNvSpPr>
          <p:nvPr>
            <p:ph type="body" sz="quarter" idx="45"/>
          </p:nvPr>
        </p:nvSpPr>
        <p:spPr>
          <a:xfrm>
            <a:off x="2938594" y="27078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46"/>
          </p:nvPr>
        </p:nvSpPr>
        <p:spPr>
          <a:xfrm>
            <a:off x="2938594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6" name="Connector 44"/>
          <p:cNvCxnSpPr/>
          <p:nvPr/>
        </p:nvCxnSpPr>
        <p:spPr>
          <a:xfrm>
            <a:off x="3675913" y="2278957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카드 머리"/>
          <p:cNvSpPr/>
          <p:nvPr/>
        </p:nvSpPr>
        <p:spPr>
          <a:xfrm>
            <a:off x="3686870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3730696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7"/>
          </p:nvPr>
        </p:nvSpPr>
        <p:spPr>
          <a:xfrm>
            <a:off x="3730696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48"/>
          </p:nvPr>
        </p:nvSpPr>
        <p:spPr>
          <a:xfrm>
            <a:off x="445508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1" name="카드 본문"/>
          <p:cNvSpPr>
            <a:spLocks noGrp="1"/>
          </p:cNvSpPr>
          <p:nvPr>
            <p:ph type="body" sz="quarter" idx="49"/>
          </p:nvPr>
        </p:nvSpPr>
        <p:spPr>
          <a:xfrm>
            <a:off x="3686870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2" name="요약 칸"/>
          <p:cNvSpPr/>
          <p:nvPr/>
        </p:nvSpPr>
        <p:spPr>
          <a:xfrm>
            <a:off x="5636144" y="2498087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요약 칸"/>
          <p:cNvSpPr>
            <a:spLocks noGrp="1"/>
          </p:cNvSpPr>
          <p:nvPr>
            <p:ph type="body" sz="quarter" idx="50"/>
          </p:nvPr>
        </p:nvSpPr>
        <p:spPr>
          <a:xfrm>
            <a:off x="5636144" y="2498087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4" name="아이콘 칸"/>
          <p:cNvSpPr/>
          <p:nvPr/>
        </p:nvSpPr>
        <p:spPr>
          <a:xfrm>
            <a:off x="536870" y="3286957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5" name="태그"/>
          <p:cNvSpPr/>
          <p:nvPr/>
        </p:nvSpPr>
        <p:spPr>
          <a:xfrm>
            <a:off x="756000" y="3286957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3286957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7" name="그룹 제목"/>
          <p:cNvSpPr>
            <a:spLocks noGrp="1"/>
          </p:cNvSpPr>
          <p:nvPr>
            <p:ph type="body" sz="quarter" idx="52"/>
          </p:nvPr>
        </p:nvSpPr>
        <p:spPr>
          <a:xfrm>
            <a:off x="1377737" y="3265043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8" name="그룹 틀"/>
          <p:cNvSpPr/>
          <p:nvPr/>
        </p:nvSpPr>
        <p:spPr>
          <a:xfrm>
            <a:off x="536870" y="3506087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머리"/>
          <p:cNvSpPr/>
          <p:nvPr/>
        </p:nvSpPr>
        <p:spPr>
          <a:xfrm>
            <a:off x="569739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613565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2" name="카드 제목"/>
          <p:cNvSpPr>
            <a:spLocks noGrp="1"/>
          </p:cNvSpPr>
          <p:nvPr>
            <p:ph type="body" sz="quarter" idx="54"/>
          </p:nvPr>
        </p:nvSpPr>
        <p:spPr>
          <a:xfrm>
            <a:off x="133795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3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4" name="도표 제목"/>
          <p:cNvSpPr>
            <a:spLocks noGrp="1"/>
          </p:cNvSpPr>
          <p:nvPr>
            <p:ph type="body" sz="quarter" idx="56"/>
          </p:nvPr>
        </p:nvSpPr>
        <p:spPr>
          <a:xfrm>
            <a:off x="247518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5" name="막대"/>
          <p:cNvSpPr/>
          <p:nvPr/>
        </p:nvSpPr>
        <p:spPr>
          <a:xfrm>
            <a:off x="2551883" y="4127274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7"/>
          </p:nvPr>
        </p:nvSpPr>
        <p:spPr>
          <a:xfrm>
            <a:off x="2409449" y="39519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8"/>
          </p:nvPr>
        </p:nvSpPr>
        <p:spPr>
          <a:xfrm>
            <a:off x="240944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8" name="막대"/>
          <p:cNvSpPr/>
          <p:nvPr/>
        </p:nvSpPr>
        <p:spPr>
          <a:xfrm>
            <a:off x="308102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9"/>
          </p:nvPr>
        </p:nvSpPr>
        <p:spPr>
          <a:xfrm>
            <a:off x="293859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0"/>
          </p:nvPr>
        </p:nvSpPr>
        <p:spPr>
          <a:xfrm>
            <a:off x="293859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1" name="Connector 65"/>
          <p:cNvCxnSpPr/>
          <p:nvPr/>
        </p:nvCxnSpPr>
        <p:spPr>
          <a:xfrm>
            <a:off x="3675913" y="3560870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카드 머리"/>
          <p:cNvSpPr/>
          <p:nvPr/>
        </p:nvSpPr>
        <p:spPr>
          <a:xfrm>
            <a:off x="3686870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730696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61"/>
          </p:nvPr>
        </p:nvSpPr>
        <p:spPr>
          <a:xfrm>
            <a:off x="3730696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62"/>
          </p:nvPr>
        </p:nvSpPr>
        <p:spPr>
          <a:xfrm>
            <a:off x="445508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6" name="카드 본문"/>
          <p:cNvSpPr>
            <a:spLocks noGrp="1"/>
          </p:cNvSpPr>
          <p:nvPr>
            <p:ph type="body" sz="quarter" idx="63"/>
          </p:nvPr>
        </p:nvSpPr>
        <p:spPr>
          <a:xfrm>
            <a:off x="3686870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7" name="도표 제목"/>
          <p:cNvSpPr>
            <a:spLocks noGrp="1"/>
          </p:cNvSpPr>
          <p:nvPr>
            <p:ph type="body" sz="quarter" idx="64"/>
          </p:nvPr>
        </p:nvSpPr>
        <p:spPr>
          <a:xfrm>
            <a:off x="559231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8" name="막대"/>
          <p:cNvSpPr/>
          <p:nvPr/>
        </p:nvSpPr>
        <p:spPr>
          <a:xfrm>
            <a:off x="5669014" y="4111379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5"/>
          </p:nvPr>
        </p:nvSpPr>
        <p:spPr>
          <a:xfrm>
            <a:off x="5526579" y="393607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6"/>
          </p:nvPr>
        </p:nvSpPr>
        <p:spPr>
          <a:xfrm>
            <a:off x="552657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1" name="막대"/>
          <p:cNvSpPr/>
          <p:nvPr/>
        </p:nvSpPr>
        <p:spPr>
          <a:xfrm>
            <a:off x="619815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값"/>
          <p:cNvSpPr>
            <a:spLocks noGrp="1"/>
          </p:cNvSpPr>
          <p:nvPr>
            <p:ph type="body" sz="quarter" idx="67"/>
          </p:nvPr>
        </p:nvSpPr>
        <p:spPr>
          <a:xfrm>
            <a:off x="605572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3" name="연도"/>
          <p:cNvSpPr>
            <a:spLocks noGrp="1"/>
          </p:cNvSpPr>
          <p:nvPr>
            <p:ph type="body" sz="quarter" idx="68"/>
          </p:nvPr>
        </p:nvSpPr>
        <p:spPr>
          <a:xfrm>
            <a:off x="605572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9" name="태그칩"/>
          <p:cNvSpPr/>
          <p:nvPr/>
        </p:nvSpPr>
        <p:spPr>
          <a:xfrm>
            <a:off x="517372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7372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4" name="단계"/>
          <p:cNvSpPr/>
          <p:nvPr/>
        </p:nvSpPr>
        <p:spPr>
          <a:xfrm>
            <a:off x="1347652" y="1528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528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4171695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1813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삼각 화살표"/>
          <p:cNvSpPr/>
          <p:nvPr/>
        </p:nvSpPr>
        <p:spPr>
          <a:xfrm>
            <a:off x="4010086" y="2188643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표 외곽"/>
          <p:cNvSpPr/>
          <p:nvPr/>
        </p:nvSpPr>
        <p:spPr>
          <a:xfrm>
            <a:off x="723130" y="2402296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418730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1873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8" name="머리칸"/>
          <p:cNvSpPr/>
          <p:nvPr/>
        </p:nvSpPr>
        <p:spPr>
          <a:xfrm>
            <a:off x="4171696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4171696" y="2714557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4171696" y="312542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33600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3360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3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171696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4171696" y="36294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4171696" y="404029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4336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4368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368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358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5" name="태그칩"/>
          <p:cNvSpPr/>
          <p:nvPr/>
        </p:nvSpPr>
        <p:spPr>
          <a:xfrm>
            <a:off x="475035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5035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2904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14817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8" name="머리칸"/>
          <p:cNvSpPr/>
          <p:nvPr/>
        </p:nvSpPr>
        <p:spPr>
          <a:xfrm>
            <a:off x="5195739" y="1514817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5195739" y="1514817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06696" y="1755861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195739" y="1788730"/>
            <a:ext cx="0" cy="7738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1735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61735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17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985435" y="29131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57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486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5486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5377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6" name="태그칩"/>
          <p:cNvSpPr/>
          <p:nvPr/>
        </p:nvSpPr>
        <p:spPr>
          <a:xfrm>
            <a:off x="466166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6166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829283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181832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653326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4642370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1933826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3826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3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"/>
          <p:cNvSpPr/>
          <p:nvPr/>
        </p:nvSpPr>
        <p:spPr>
          <a:xfrm>
            <a:off x="1347652" y="195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95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95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95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95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230348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113043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2536435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53643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734086" y="253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"/>
          <p:cNvSpPr/>
          <p:nvPr/>
        </p:nvSpPr>
        <p:spPr>
          <a:xfrm>
            <a:off x="1347652" y="2558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2558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2558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2558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2558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3311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311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8222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8222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843513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88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03687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558376" y="23475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475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33774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985435" y="2599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9529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183026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334737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40"/>
          </p:nvPr>
        </p:nvSpPr>
        <p:spPr>
          <a:xfrm>
            <a:off x="558376" y="334737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533635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18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"/>
          <p:cNvSpPr/>
          <p:nvPr/>
        </p:nvSpPr>
        <p:spPr>
          <a:xfrm>
            <a:off x="1161391" y="320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5" name="단계"/>
          <p:cNvSpPr/>
          <p:nvPr/>
        </p:nvSpPr>
        <p:spPr>
          <a:xfrm>
            <a:off x="3044087" y="320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3044087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7" name="단계"/>
          <p:cNvSpPr/>
          <p:nvPr/>
        </p:nvSpPr>
        <p:spPr>
          <a:xfrm>
            <a:off x="4926783" y="320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4926783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044086" y="320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4926782" y="320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055043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937739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핵심성과 박스"/>
          <p:cNvSpPr/>
          <p:nvPr/>
        </p:nvSpPr>
        <p:spPr>
          <a:xfrm>
            <a:off x="536870" y="4067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569739" y="4100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569739" y="4100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314783" y="4089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삼각 화살표"/>
          <p:cNvSpPr/>
          <p:nvPr/>
        </p:nvSpPr>
        <p:spPr>
          <a:xfrm>
            <a:off x="4010086" y="18680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표 외곽"/>
          <p:cNvSpPr/>
          <p:nvPr/>
        </p:nvSpPr>
        <p:spPr>
          <a:xfrm>
            <a:off x="723130" y="2081739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34087" y="2098174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98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8" name="단계"/>
          <p:cNvSpPr/>
          <p:nvPr/>
        </p:nvSpPr>
        <p:spPr>
          <a:xfrm>
            <a:off x="1347652" y="212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0" name="단계"/>
          <p:cNvSpPr/>
          <p:nvPr/>
        </p:nvSpPr>
        <p:spPr>
          <a:xfrm>
            <a:off x="3230348" y="212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2" name="단계"/>
          <p:cNvSpPr/>
          <p:nvPr/>
        </p:nvSpPr>
        <p:spPr>
          <a:xfrm>
            <a:off x="5113043" y="212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230347" y="212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113043" y="212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736470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3647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27364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347652" y="27583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6" name="단계"/>
          <p:cNvSpPr/>
          <p:nvPr/>
        </p:nvSpPr>
        <p:spPr>
          <a:xfrm>
            <a:off x="2759674" y="27583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8" name="단계"/>
          <p:cNvSpPr/>
          <p:nvPr/>
        </p:nvSpPr>
        <p:spPr>
          <a:xfrm>
            <a:off x="4171696" y="27583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0" name="단계"/>
          <p:cNvSpPr/>
          <p:nvPr/>
        </p:nvSpPr>
        <p:spPr>
          <a:xfrm>
            <a:off x="5583717" y="27583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759673" y="2758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4171695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583717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2759674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4171696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5583717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374765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747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33747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태그"/>
          <p:cNvSpPr/>
          <p:nvPr/>
        </p:nvSpPr>
        <p:spPr>
          <a:xfrm>
            <a:off x="1347652" y="34185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185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34076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8" name="태그"/>
          <p:cNvSpPr/>
          <p:nvPr/>
        </p:nvSpPr>
        <p:spPr>
          <a:xfrm>
            <a:off x="1347652" y="3615809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158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0" name="태그 설명"/>
          <p:cNvSpPr>
            <a:spLocks noGrp="1"/>
          </p:cNvSpPr>
          <p:nvPr>
            <p:ph type="body" sz="quarter" idx="47"/>
          </p:nvPr>
        </p:nvSpPr>
        <p:spPr>
          <a:xfrm>
            <a:off x="1972988" y="36048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1" name="태그"/>
          <p:cNvSpPr/>
          <p:nvPr/>
        </p:nvSpPr>
        <p:spPr>
          <a:xfrm>
            <a:off x="1347652" y="38130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38130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49"/>
          </p:nvPr>
        </p:nvSpPr>
        <p:spPr>
          <a:xfrm>
            <a:off x="1972988" y="38020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7" name="태그칩"/>
          <p:cNvSpPr/>
          <p:nvPr/>
        </p:nvSpPr>
        <p:spPr>
          <a:xfrm>
            <a:off x="47037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037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254844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254844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4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920209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20209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161391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21776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21776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21776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21776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2177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044087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926783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536870" y="30420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569739" y="30748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48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39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50845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845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635711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635711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위 머리"/>
          <p:cNvSpPr/>
          <p:nvPr/>
        </p:nvSpPr>
        <p:spPr>
          <a:xfrm>
            <a:off x="723130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788870" y="1613426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788870" y="1613426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4" name="위 머리 글"/>
          <p:cNvSpPr>
            <a:spLocks noGrp="1"/>
          </p:cNvSpPr>
          <p:nvPr>
            <p:ph type="body" sz="quarter" idx="27"/>
          </p:nvPr>
        </p:nvSpPr>
        <p:spPr>
          <a:xfrm>
            <a:off x="1150842" y="1569600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5" name="위 머리"/>
          <p:cNvSpPr/>
          <p:nvPr/>
        </p:nvSpPr>
        <p:spPr>
          <a:xfrm>
            <a:off x="3982696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4048435" y="1613426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4048435" y="1613426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8" name="위 머리 글"/>
          <p:cNvSpPr>
            <a:spLocks noGrp="1"/>
          </p:cNvSpPr>
          <p:nvPr>
            <p:ph type="body" sz="quarter" idx="29"/>
          </p:nvPr>
        </p:nvSpPr>
        <p:spPr>
          <a:xfrm>
            <a:off x="4520176" y="1569600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9" name="본문"/>
          <p:cNvSpPr>
            <a:spLocks noGrp="1"/>
          </p:cNvSpPr>
          <p:nvPr>
            <p:ph type="body" sz="quarter" idx="30"/>
          </p:nvPr>
        </p:nvSpPr>
        <p:spPr>
          <a:xfrm>
            <a:off x="723130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1"/>
          </p:nvPr>
        </p:nvSpPr>
        <p:spPr>
          <a:xfrm>
            <a:off x="3982696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2"/>
          </p:nvPr>
        </p:nvSpPr>
        <p:spPr>
          <a:xfrm>
            <a:off x="723130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3"/>
          </p:nvPr>
        </p:nvSpPr>
        <p:spPr>
          <a:xfrm>
            <a:off x="3982696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3" name="가운데 띠"/>
          <p:cNvSpPr/>
          <p:nvPr/>
        </p:nvSpPr>
        <p:spPr>
          <a:xfrm>
            <a:off x="723130" y="2752904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아이콘 칸"/>
          <p:cNvSpPr/>
          <p:nvPr/>
        </p:nvSpPr>
        <p:spPr>
          <a:xfrm>
            <a:off x="3686870" y="2643339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5" name="아이콘 칸"/>
          <p:cNvSpPr>
            <a:spLocks noGrp="1"/>
          </p:cNvSpPr>
          <p:nvPr>
            <p:ph type="body" sz="quarter" idx="34"/>
          </p:nvPr>
        </p:nvSpPr>
        <p:spPr>
          <a:xfrm>
            <a:off x="3686870" y="2643339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6" name="아래 머리"/>
          <p:cNvSpPr/>
          <p:nvPr/>
        </p:nvSpPr>
        <p:spPr>
          <a:xfrm>
            <a:off x="723130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788870" y="3749948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788870" y="3749948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9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1150842" y="3706122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0" name="아래 머리"/>
          <p:cNvSpPr/>
          <p:nvPr/>
        </p:nvSpPr>
        <p:spPr>
          <a:xfrm>
            <a:off x="3982696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4048435" y="3749948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7"/>
          </p:nvPr>
        </p:nvSpPr>
        <p:spPr>
          <a:xfrm>
            <a:off x="4048435" y="3749948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3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520176" y="3706122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4" name="핵심성과 박스"/>
          <p:cNvSpPr/>
          <p:nvPr/>
        </p:nvSpPr>
        <p:spPr>
          <a:xfrm>
            <a:off x="723130" y="40567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40896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4089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40786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360194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60194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78873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틀"/>
          <p:cNvSpPr/>
          <p:nvPr/>
        </p:nvSpPr>
        <p:spPr>
          <a:xfrm>
            <a:off x="536870" y="2226991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237948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237948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3" name="칸 제목 띠"/>
          <p:cNvSpPr/>
          <p:nvPr/>
        </p:nvSpPr>
        <p:spPr>
          <a:xfrm>
            <a:off x="1194261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칸 제목"/>
          <p:cNvSpPr>
            <a:spLocks noGrp="1"/>
          </p:cNvSpPr>
          <p:nvPr>
            <p:ph type="body" sz="quarter" idx="31"/>
          </p:nvPr>
        </p:nvSpPr>
        <p:spPr>
          <a:xfrm>
            <a:off x="1194261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5" name="삼각 화살표"/>
          <p:cNvSpPr/>
          <p:nvPr/>
        </p:nvSpPr>
        <p:spPr>
          <a:xfrm>
            <a:off x="2050695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205217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7" name="칸 제목 띠"/>
          <p:cNvSpPr/>
          <p:nvPr/>
        </p:nvSpPr>
        <p:spPr>
          <a:xfrm>
            <a:off x="3071478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칸 제목"/>
          <p:cNvSpPr>
            <a:spLocks noGrp="1"/>
          </p:cNvSpPr>
          <p:nvPr>
            <p:ph type="body" sz="quarter" idx="33"/>
          </p:nvPr>
        </p:nvSpPr>
        <p:spPr>
          <a:xfrm>
            <a:off x="3071478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9" name="삼각 화살표"/>
          <p:cNvSpPr/>
          <p:nvPr/>
        </p:nvSpPr>
        <p:spPr>
          <a:xfrm>
            <a:off x="3927913" y="2457078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082435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049565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제목 띠"/>
          <p:cNvSpPr/>
          <p:nvPr/>
        </p:nvSpPr>
        <p:spPr>
          <a:xfrm>
            <a:off x="4948696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칸 제목"/>
          <p:cNvSpPr>
            <a:spLocks noGrp="1"/>
          </p:cNvSpPr>
          <p:nvPr>
            <p:ph type="body" sz="quarter" idx="35"/>
          </p:nvPr>
        </p:nvSpPr>
        <p:spPr>
          <a:xfrm>
            <a:off x="4948696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4" name="삼각 화살표"/>
          <p:cNvSpPr/>
          <p:nvPr/>
        </p:nvSpPr>
        <p:spPr>
          <a:xfrm>
            <a:off x="5805130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4959652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926783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표 외곽"/>
          <p:cNvSpPr/>
          <p:nvPr/>
        </p:nvSpPr>
        <p:spPr>
          <a:xfrm>
            <a:off x="536870" y="3421252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3437687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437687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50" name="배너"/>
          <p:cNvSpPr/>
          <p:nvPr/>
        </p:nvSpPr>
        <p:spPr>
          <a:xfrm>
            <a:off x="1161391" y="345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45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3695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3695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3695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3695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3695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2" name="Connector 47"/>
          <p:cNvCxnSpPr/>
          <p:nvPr/>
        </p:nvCxnSpPr>
        <p:spPr>
          <a:xfrm>
            <a:off x="3044087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4926783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배너"/>
          <p:cNvSpPr/>
          <p:nvPr/>
        </p:nvSpPr>
        <p:spPr>
          <a:xfrm>
            <a:off x="1161391" y="43005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3005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7" name="핵심성과 박스"/>
          <p:cNvSpPr/>
          <p:nvPr/>
        </p:nvSpPr>
        <p:spPr>
          <a:xfrm>
            <a:off x="536870" y="46292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46621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6621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46512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512000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528435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28435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0" name="태그"/>
          <p:cNvSpPr/>
          <p:nvPr/>
        </p:nvSpPr>
        <p:spPr>
          <a:xfrm>
            <a:off x="1347652" y="1572261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572261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5"/>
          </p:nvPr>
        </p:nvSpPr>
        <p:spPr>
          <a:xfrm>
            <a:off x="2165484" y="1561304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230348" y="20598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5113043" y="20598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2399478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9478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3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695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695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303495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03495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03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308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308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캡션 띠"/>
          <p:cNvSpPr/>
          <p:nvPr/>
        </p:nvSpPr>
        <p:spPr>
          <a:xfrm>
            <a:off x="723130" y="36129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051826" y="36568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3"/>
          </p:nvPr>
        </p:nvSpPr>
        <p:spPr>
          <a:xfrm>
            <a:off x="1051826" y="36568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9" name="캡션"/>
          <p:cNvSpPr>
            <a:spLocks noGrp="1"/>
          </p:cNvSpPr>
          <p:nvPr>
            <p:ph type="body" sz="quarter" idx="44"/>
          </p:nvPr>
        </p:nvSpPr>
        <p:spPr>
          <a:xfrm>
            <a:off x="1545480" y="36129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0" name="표 외곽"/>
          <p:cNvSpPr/>
          <p:nvPr/>
        </p:nvSpPr>
        <p:spPr>
          <a:xfrm>
            <a:off x="723130" y="3919774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"/>
          <p:cNvSpPr/>
          <p:nvPr/>
        </p:nvSpPr>
        <p:spPr>
          <a:xfrm>
            <a:off x="734087" y="3936209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36209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3" name="단계"/>
          <p:cNvSpPr/>
          <p:nvPr/>
        </p:nvSpPr>
        <p:spPr>
          <a:xfrm>
            <a:off x="1347652" y="3958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58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58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58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58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3" name="Connector 52"/>
          <p:cNvCxnSpPr/>
          <p:nvPr/>
        </p:nvCxnSpPr>
        <p:spPr>
          <a:xfrm>
            <a:off x="3230348" y="4242991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5113043" y="4242991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4473078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473078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447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230348" y="452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5113043" y="452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734087" y="5042817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5042817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734086" y="504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태그"/>
          <p:cNvSpPr/>
          <p:nvPr/>
        </p:nvSpPr>
        <p:spPr>
          <a:xfrm>
            <a:off x="1347652" y="5086643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5086643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8"/>
          </p:nvPr>
        </p:nvSpPr>
        <p:spPr>
          <a:xfrm>
            <a:off x="1968151" y="5075687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0" name="태그"/>
          <p:cNvSpPr/>
          <p:nvPr/>
        </p:nvSpPr>
        <p:spPr>
          <a:xfrm>
            <a:off x="1347652" y="5283861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1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5283861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2" name="태그 설명"/>
          <p:cNvSpPr>
            <a:spLocks noGrp="1"/>
          </p:cNvSpPr>
          <p:nvPr>
            <p:ph type="body" sz="quarter" idx="60"/>
          </p:nvPr>
        </p:nvSpPr>
        <p:spPr>
          <a:xfrm>
            <a:off x="1968151" y="5272904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3" name="태그"/>
          <p:cNvSpPr/>
          <p:nvPr/>
        </p:nvSpPr>
        <p:spPr>
          <a:xfrm>
            <a:off x="1347652" y="5481078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"/>
          <p:cNvSpPr>
            <a:spLocks noGrp="1"/>
          </p:cNvSpPr>
          <p:nvPr>
            <p:ph type="body" sz="quarter" idx="61"/>
          </p:nvPr>
        </p:nvSpPr>
        <p:spPr>
          <a:xfrm>
            <a:off x="1347652" y="5481078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5" name="태그 설명"/>
          <p:cNvSpPr>
            <a:spLocks noGrp="1"/>
          </p:cNvSpPr>
          <p:nvPr>
            <p:ph type="body" sz="quarter" idx="62"/>
          </p:nvPr>
        </p:nvSpPr>
        <p:spPr>
          <a:xfrm>
            <a:off x="1968151" y="5470122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6" name="태그"/>
          <p:cNvSpPr/>
          <p:nvPr/>
        </p:nvSpPr>
        <p:spPr>
          <a:xfrm>
            <a:off x="1347652" y="5678296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태그"/>
          <p:cNvSpPr>
            <a:spLocks noGrp="1"/>
          </p:cNvSpPr>
          <p:nvPr>
            <p:ph type="body" sz="quarter" idx="63"/>
          </p:nvPr>
        </p:nvSpPr>
        <p:spPr>
          <a:xfrm>
            <a:off x="1347652" y="5678296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8" name="태그 설명"/>
          <p:cNvSpPr>
            <a:spLocks noGrp="1"/>
          </p:cNvSpPr>
          <p:nvPr>
            <p:ph type="body" sz="quarter" idx="64"/>
          </p:nvPr>
        </p:nvSpPr>
        <p:spPr>
          <a:xfrm>
            <a:off x="1968151" y="5667339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99" name="핵심성과 박스"/>
          <p:cNvSpPr/>
          <p:nvPr/>
        </p:nvSpPr>
        <p:spPr>
          <a:xfrm>
            <a:off x="723130" y="598507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핵심성과 라벨"/>
          <p:cNvSpPr/>
          <p:nvPr/>
        </p:nvSpPr>
        <p:spPr>
          <a:xfrm>
            <a:off x="756000" y="601794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1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756000" y="601794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2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501043" y="600699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34368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34368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4894803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894803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737157" y="1517478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1726200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561200" y="1517478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550243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캡션 띠"/>
          <p:cNvSpPr/>
          <p:nvPr/>
        </p:nvSpPr>
        <p:spPr>
          <a:xfrm>
            <a:off x="536869" y="1942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865565" y="19859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865565" y="19859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1"/>
          </p:nvPr>
        </p:nvSpPr>
        <p:spPr>
          <a:xfrm>
            <a:off x="1359219" y="1942122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248904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265339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65339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2872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872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2872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22872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28296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528296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3985435" y="2561165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939165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939165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7" name="Connector 36"/>
          <p:cNvCxnSpPr/>
          <p:nvPr/>
        </p:nvCxnSpPr>
        <p:spPr>
          <a:xfrm>
            <a:off x="3985435" y="2972035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180209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18020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18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머리칸"/>
          <p:cNvSpPr/>
          <p:nvPr/>
        </p:nvSpPr>
        <p:spPr>
          <a:xfrm>
            <a:off x="1161391" y="3202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202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3202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1"/>
          </p:nvPr>
        </p:nvSpPr>
        <p:spPr>
          <a:xfrm>
            <a:off x="3985435" y="3202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43165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443165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3985435" y="3476035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단계"/>
          <p:cNvSpPr/>
          <p:nvPr/>
        </p:nvSpPr>
        <p:spPr>
          <a:xfrm>
            <a:off x="1161391" y="3854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854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854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854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854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3044087" y="4138904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70" name="Connector 53"/>
          <p:cNvCxnSpPr/>
          <p:nvPr/>
        </p:nvCxnSpPr>
        <p:spPr>
          <a:xfrm>
            <a:off x="4926783" y="4138904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536870" y="441281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569739" y="444568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444568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443473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1" name="태그칩"/>
          <p:cNvSpPr/>
          <p:nvPr/>
        </p:nvSpPr>
        <p:spPr>
          <a:xfrm>
            <a:off x="465786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786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832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832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8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879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879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284435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84435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3230348" y="2580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5113043" y="2580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0610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0610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0610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1" name="머리칸"/>
          <p:cNvSpPr/>
          <p:nvPr/>
        </p:nvSpPr>
        <p:spPr>
          <a:xfrm>
            <a:off x="3230348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3" name="머리칸"/>
          <p:cNvSpPr/>
          <p:nvPr/>
        </p:nvSpPr>
        <p:spPr>
          <a:xfrm>
            <a:off x="5113043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7" name="Connector 37"/>
          <p:cNvCxnSpPr/>
          <p:nvPr/>
        </p:nvCxnSpPr>
        <p:spPr>
          <a:xfrm>
            <a:off x="3230348" y="33569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5113043" y="33569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499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828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38828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38718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6" name="단계"/>
          <p:cNvSpPr/>
          <p:nvPr/>
        </p:nvSpPr>
        <p:spPr>
          <a:xfrm>
            <a:off x="3985435" y="115591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15591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07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440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1766817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668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17668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17887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887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17887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3985435" y="17887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985434" y="1788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 txBox="1"/>
          <p:nvPr/>
        </p:nvSpPr>
        <p:spPr>
          <a:xfrm>
            <a:off x="1172348" y="2040730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1" name="칸 본문"/>
          <p:cNvSpPr txBox="1"/>
          <p:nvPr/>
        </p:nvSpPr>
        <p:spPr>
          <a:xfrm>
            <a:off x="3996391" y="2040730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29"/>
          <p:cNvCxnSpPr/>
          <p:nvPr/>
        </p:nvCxnSpPr>
        <p:spPr>
          <a:xfrm flipV="1">
            <a:off x="3985435" y="2051687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아이콘 칸"/>
          <p:cNvSpPr/>
          <p:nvPr/>
        </p:nvSpPr>
        <p:spPr>
          <a:xfrm>
            <a:off x="536870" y="22667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태그"/>
          <p:cNvSpPr/>
          <p:nvPr/>
        </p:nvSpPr>
        <p:spPr>
          <a:xfrm>
            <a:off x="756000" y="22667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2667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34"/>
          </p:nvPr>
        </p:nvSpPr>
        <p:spPr>
          <a:xfrm>
            <a:off x="1377737" y="22448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7" name="카드 틀"/>
          <p:cNvSpPr/>
          <p:nvPr/>
        </p:nvSpPr>
        <p:spPr>
          <a:xfrm>
            <a:off x="536870" y="2496835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탭"/>
          <p:cNvSpPr/>
          <p:nvPr/>
        </p:nvSpPr>
        <p:spPr>
          <a:xfrm>
            <a:off x="536870" y="2496835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탭"/>
          <p:cNvSpPr>
            <a:spLocks noGrp="1"/>
          </p:cNvSpPr>
          <p:nvPr>
            <p:ph type="body" sz="quarter" idx="35"/>
          </p:nvPr>
        </p:nvSpPr>
        <p:spPr>
          <a:xfrm>
            <a:off x="536870" y="2496835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50" name="카드 제목"/>
          <p:cNvSpPr>
            <a:spLocks noGrp="1"/>
          </p:cNvSpPr>
          <p:nvPr>
            <p:ph type="body" sz="quarter" idx="36"/>
          </p:nvPr>
        </p:nvSpPr>
        <p:spPr>
          <a:xfrm>
            <a:off x="986087" y="2496835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1" name="카드 본문"/>
          <p:cNvSpPr>
            <a:spLocks noGrp="1"/>
          </p:cNvSpPr>
          <p:nvPr>
            <p:ph type="body" sz="quarter" idx="37"/>
          </p:nvPr>
        </p:nvSpPr>
        <p:spPr>
          <a:xfrm>
            <a:off x="558783" y="2726922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2" name="카드 요약"/>
          <p:cNvSpPr/>
          <p:nvPr/>
        </p:nvSpPr>
        <p:spPr>
          <a:xfrm>
            <a:off x="536870" y="3285704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3" name="카드 요약"/>
          <p:cNvSpPr>
            <a:spLocks noGrp="1"/>
          </p:cNvSpPr>
          <p:nvPr>
            <p:ph type="body" sz="quarter" idx="38"/>
          </p:nvPr>
        </p:nvSpPr>
        <p:spPr>
          <a:xfrm>
            <a:off x="536870" y="3285704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4" name="카드 틀"/>
          <p:cNvSpPr/>
          <p:nvPr/>
        </p:nvSpPr>
        <p:spPr>
          <a:xfrm>
            <a:off x="3708783" y="2496835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탭"/>
          <p:cNvSpPr/>
          <p:nvPr/>
        </p:nvSpPr>
        <p:spPr>
          <a:xfrm>
            <a:off x="3708783" y="2496835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탭"/>
          <p:cNvSpPr>
            <a:spLocks noGrp="1"/>
          </p:cNvSpPr>
          <p:nvPr>
            <p:ph type="body" sz="quarter" idx="39"/>
          </p:nvPr>
        </p:nvSpPr>
        <p:spPr>
          <a:xfrm>
            <a:off x="3708783" y="2496835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40"/>
          </p:nvPr>
        </p:nvSpPr>
        <p:spPr>
          <a:xfrm>
            <a:off x="4158000" y="2496835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8" name="카드 본문"/>
          <p:cNvSpPr>
            <a:spLocks noGrp="1"/>
          </p:cNvSpPr>
          <p:nvPr>
            <p:ph type="body" sz="quarter" idx="41"/>
          </p:nvPr>
        </p:nvSpPr>
        <p:spPr>
          <a:xfrm>
            <a:off x="3730696" y="2726922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3708783" y="3285704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2"/>
          </p:nvPr>
        </p:nvSpPr>
        <p:spPr>
          <a:xfrm>
            <a:off x="3708783" y="3285704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1" name="카드 틀"/>
          <p:cNvSpPr/>
          <p:nvPr/>
        </p:nvSpPr>
        <p:spPr>
          <a:xfrm>
            <a:off x="536870" y="3570574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탭"/>
          <p:cNvSpPr/>
          <p:nvPr/>
        </p:nvSpPr>
        <p:spPr>
          <a:xfrm>
            <a:off x="536870" y="3570574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탭"/>
          <p:cNvSpPr>
            <a:spLocks noGrp="1"/>
          </p:cNvSpPr>
          <p:nvPr>
            <p:ph type="body" sz="quarter" idx="43"/>
          </p:nvPr>
        </p:nvSpPr>
        <p:spPr>
          <a:xfrm>
            <a:off x="536870" y="3570574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4" name="카드 제목"/>
          <p:cNvSpPr>
            <a:spLocks noGrp="1"/>
          </p:cNvSpPr>
          <p:nvPr>
            <p:ph type="body" sz="quarter" idx="44"/>
          </p:nvPr>
        </p:nvSpPr>
        <p:spPr>
          <a:xfrm>
            <a:off x="986087" y="3570574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5" name="카드 본문"/>
          <p:cNvSpPr>
            <a:spLocks noGrp="1"/>
          </p:cNvSpPr>
          <p:nvPr>
            <p:ph type="body" sz="quarter" idx="45"/>
          </p:nvPr>
        </p:nvSpPr>
        <p:spPr>
          <a:xfrm>
            <a:off x="558783" y="3800661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6" name="카드 요약"/>
          <p:cNvSpPr/>
          <p:nvPr/>
        </p:nvSpPr>
        <p:spPr>
          <a:xfrm>
            <a:off x="536870" y="4359443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7" name="카드 요약"/>
          <p:cNvSpPr>
            <a:spLocks noGrp="1"/>
          </p:cNvSpPr>
          <p:nvPr>
            <p:ph type="body" sz="quarter" idx="46"/>
          </p:nvPr>
        </p:nvSpPr>
        <p:spPr>
          <a:xfrm>
            <a:off x="536870" y="4359443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8" name="카드 틀"/>
          <p:cNvSpPr/>
          <p:nvPr/>
        </p:nvSpPr>
        <p:spPr>
          <a:xfrm>
            <a:off x="3708783" y="3570574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탭"/>
          <p:cNvSpPr/>
          <p:nvPr/>
        </p:nvSpPr>
        <p:spPr>
          <a:xfrm>
            <a:off x="3708783" y="3570574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탭"/>
          <p:cNvSpPr>
            <a:spLocks noGrp="1"/>
          </p:cNvSpPr>
          <p:nvPr>
            <p:ph type="body" sz="quarter" idx="47"/>
          </p:nvPr>
        </p:nvSpPr>
        <p:spPr>
          <a:xfrm>
            <a:off x="3708783" y="3570574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48"/>
          </p:nvPr>
        </p:nvSpPr>
        <p:spPr>
          <a:xfrm>
            <a:off x="4158000" y="3570574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49"/>
          </p:nvPr>
        </p:nvSpPr>
        <p:spPr>
          <a:xfrm>
            <a:off x="3730696" y="3800661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3" name="카드 요약"/>
          <p:cNvSpPr/>
          <p:nvPr/>
        </p:nvSpPr>
        <p:spPr>
          <a:xfrm>
            <a:off x="3708783" y="4359443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4" name="카드 요약"/>
          <p:cNvSpPr>
            <a:spLocks noGrp="1"/>
          </p:cNvSpPr>
          <p:nvPr>
            <p:ph type="body" sz="quarter" idx="50"/>
          </p:nvPr>
        </p:nvSpPr>
        <p:spPr>
          <a:xfrm>
            <a:off x="3708783" y="4359443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5" name="배너"/>
          <p:cNvSpPr/>
          <p:nvPr/>
        </p:nvSpPr>
        <p:spPr>
          <a:xfrm>
            <a:off x="536870" y="4731965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6" name="Connector 54"/>
          <p:cNvCxnSpPr/>
          <p:nvPr/>
        </p:nvCxnSpPr>
        <p:spPr>
          <a:xfrm>
            <a:off x="536870" y="4731965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7" name="배너 글"/>
          <p:cNvSpPr>
            <a:spLocks noGrp="1"/>
          </p:cNvSpPr>
          <p:nvPr>
            <p:ph type="body" sz="quarter" idx="51"/>
          </p:nvPr>
        </p:nvSpPr>
        <p:spPr>
          <a:xfrm>
            <a:off x="536870" y="478674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8" name="표 외곽"/>
          <p:cNvSpPr/>
          <p:nvPr/>
        </p:nvSpPr>
        <p:spPr>
          <a:xfrm>
            <a:off x="536870" y="5104487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120922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 태그"/>
          <p:cNvSpPr/>
          <p:nvPr/>
        </p:nvSpPr>
        <p:spPr>
          <a:xfrm>
            <a:off x="543740" y="5164748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레일 태그"/>
          <p:cNvSpPr>
            <a:spLocks noGrp="1"/>
          </p:cNvSpPr>
          <p:nvPr>
            <p:ph type="body" sz="quarter" idx="52"/>
          </p:nvPr>
        </p:nvSpPr>
        <p:spPr>
          <a:xfrm>
            <a:off x="543740" y="5164748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2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5351009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3" name="머리칸"/>
          <p:cNvSpPr/>
          <p:nvPr/>
        </p:nvSpPr>
        <p:spPr>
          <a:xfrm>
            <a:off x="1161391" y="514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4"/>
          </p:nvPr>
        </p:nvSpPr>
        <p:spPr>
          <a:xfrm>
            <a:off x="1161391" y="514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5" name="머리칸"/>
          <p:cNvSpPr/>
          <p:nvPr/>
        </p:nvSpPr>
        <p:spPr>
          <a:xfrm>
            <a:off x="3985435" y="514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3985435" y="514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538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538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9" name="Connector 64"/>
          <p:cNvCxnSpPr/>
          <p:nvPr/>
        </p:nvCxnSpPr>
        <p:spPr>
          <a:xfrm>
            <a:off x="3985435" y="541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50922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3996391" y="5750922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2" name="Connector 67"/>
          <p:cNvCxnSpPr/>
          <p:nvPr/>
        </p:nvCxnSpPr>
        <p:spPr>
          <a:xfrm>
            <a:off x="3985435" y="5783791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레일"/>
          <p:cNvSpPr/>
          <p:nvPr/>
        </p:nvSpPr>
        <p:spPr>
          <a:xfrm>
            <a:off x="547826" y="5970052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597005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5" name="레일 삼각형"/>
          <p:cNvSpPr/>
          <p:nvPr/>
        </p:nvSpPr>
        <p:spPr>
          <a:xfrm>
            <a:off x="547826" y="59700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머리칸"/>
          <p:cNvSpPr/>
          <p:nvPr/>
        </p:nvSpPr>
        <p:spPr>
          <a:xfrm>
            <a:off x="1161391" y="59919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1161391" y="59919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8" name="머리칸"/>
          <p:cNvSpPr/>
          <p:nvPr/>
        </p:nvSpPr>
        <p:spPr>
          <a:xfrm>
            <a:off x="3985435" y="59919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2"/>
          </p:nvPr>
        </p:nvSpPr>
        <p:spPr>
          <a:xfrm>
            <a:off x="3985435" y="59919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6233009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3996391" y="6233009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2" name="Connector 74"/>
          <p:cNvCxnSpPr/>
          <p:nvPr/>
        </p:nvCxnSpPr>
        <p:spPr>
          <a:xfrm>
            <a:off x="3985435" y="6265878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틀"/>
          <p:cNvSpPr/>
          <p:nvPr/>
        </p:nvSpPr>
        <p:spPr>
          <a:xfrm>
            <a:off x="536870" y="66712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성과 라벨"/>
          <p:cNvSpPr/>
          <p:nvPr/>
        </p:nvSpPr>
        <p:spPr>
          <a:xfrm>
            <a:off x="547826" y="66822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66822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6" name="성과 띠"/>
          <p:cNvSpPr/>
          <p:nvPr/>
        </p:nvSpPr>
        <p:spPr>
          <a:xfrm>
            <a:off x="1172348" y="67041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67041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8" name="카드"/>
          <p:cNvSpPr/>
          <p:nvPr/>
        </p:nvSpPr>
        <p:spPr>
          <a:xfrm>
            <a:off x="1172348" y="6945183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6956139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10" name="막대"/>
          <p:cNvSpPr/>
          <p:nvPr/>
        </p:nvSpPr>
        <p:spPr>
          <a:xfrm>
            <a:off x="3817690" y="7460139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값"/>
          <p:cNvSpPr>
            <a:spLocks noGrp="1"/>
          </p:cNvSpPr>
          <p:nvPr>
            <p:ph type="body" sz="quarter" idx="68"/>
          </p:nvPr>
        </p:nvSpPr>
        <p:spPr>
          <a:xfrm>
            <a:off x="3730038" y="72848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2" name="연도"/>
          <p:cNvSpPr>
            <a:spLocks noGrp="1"/>
          </p:cNvSpPr>
          <p:nvPr>
            <p:ph type="body" sz="quarter" idx="69"/>
          </p:nvPr>
        </p:nvSpPr>
        <p:spPr>
          <a:xfrm>
            <a:off x="3730038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3" name="막대"/>
          <p:cNvSpPr/>
          <p:nvPr/>
        </p:nvSpPr>
        <p:spPr>
          <a:xfrm>
            <a:off x="4794866" y="7383443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값"/>
          <p:cNvSpPr>
            <a:spLocks noGrp="1"/>
          </p:cNvSpPr>
          <p:nvPr>
            <p:ph type="body" sz="quarter" idx="70"/>
          </p:nvPr>
        </p:nvSpPr>
        <p:spPr>
          <a:xfrm>
            <a:off x="4707214" y="72081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5" name="연도"/>
          <p:cNvSpPr>
            <a:spLocks noGrp="1"/>
          </p:cNvSpPr>
          <p:nvPr>
            <p:ph type="body" sz="quarter" idx="71"/>
          </p:nvPr>
        </p:nvSpPr>
        <p:spPr>
          <a:xfrm>
            <a:off x="4707214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6" name="막대"/>
          <p:cNvSpPr/>
          <p:nvPr/>
        </p:nvSpPr>
        <p:spPr>
          <a:xfrm>
            <a:off x="5772042" y="73177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2"/>
          </p:nvPr>
        </p:nvSpPr>
        <p:spPr>
          <a:xfrm>
            <a:off x="5684390" y="71424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73"/>
          </p:nvPr>
        </p:nvSpPr>
        <p:spPr>
          <a:xfrm>
            <a:off x="5684390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69600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69600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7" name="머리칸"/>
          <p:cNvSpPr/>
          <p:nvPr/>
        </p:nvSpPr>
        <p:spPr>
          <a:xfrm>
            <a:off x="3230348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9" name="머리칸"/>
          <p:cNvSpPr/>
          <p:nvPr/>
        </p:nvSpPr>
        <p:spPr>
          <a:xfrm>
            <a:off x="5113043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205078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2248904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799521" y="2248904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2435165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26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226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26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226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680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680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500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015861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854405" y="318020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9"/>
          </p:nvPr>
        </p:nvSpPr>
        <p:spPr>
          <a:xfrm>
            <a:off x="854405" y="318020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3366470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15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037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347652" y="3037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2733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733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2733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>
          <a:xfrm>
            <a:off x="4171696" y="32733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27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525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3525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558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39773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0157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0157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39938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단계"/>
          <p:cNvSpPr/>
          <p:nvPr/>
        </p:nvSpPr>
        <p:spPr>
          <a:xfrm>
            <a:off x="1172348" y="1139478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9" name="단계"/>
          <p:cNvSpPr/>
          <p:nvPr/>
        </p:nvSpPr>
        <p:spPr>
          <a:xfrm>
            <a:off x="2749210" y="1139478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749210" y="1139478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1" name="단계"/>
          <p:cNvSpPr/>
          <p:nvPr/>
        </p:nvSpPr>
        <p:spPr>
          <a:xfrm>
            <a:off x="5170821" y="1139478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5170821" y="1139478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2749210" y="1139478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2"/>
                </a:lnTo>
                <a:lnTo>
                  <a:pt x="0" y="241043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170820" y="1139478"/>
            <a:ext cx="109566" cy="241043"/>
          </a:xfrm>
          <a:custGeom>
            <a:avLst/>
            <a:gdLst/>
            <a:ahLst/>
            <a:cxnLst/>
            <a:rect l="l" t="t" r="r" b="b"/>
            <a:pathLst>
              <a:path w="109566" h="241043">
                <a:moveTo>
                  <a:pt x="0" y="0"/>
                </a:moveTo>
                <a:lnTo>
                  <a:pt x="109566" y="120522"/>
                </a:lnTo>
                <a:lnTo>
                  <a:pt x="0" y="241043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행 틀"/>
          <p:cNvSpPr/>
          <p:nvPr/>
        </p:nvSpPr>
        <p:spPr>
          <a:xfrm>
            <a:off x="536870" y="140243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547826" y="1413391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13391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8" name="니즈"/>
          <p:cNvSpPr>
            <a:spLocks noGrp="1"/>
          </p:cNvSpPr>
          <p:nvPr>
            <p:ph type="body" sz="quarter" idx="27"/>
          </p:nvPr>
        </p:nvSpPr>
        <p:spPr>
          <a:xfrm>
            <a:off x="1172348" y="140243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9" name="실적 머리"/>
          <p:cNvSpPr>
            <a:spLocks noGrp="1"/>
          </p:cNvSpPr>
          <p:nvPr>
            <p:ph type="body" sz="quarter" idx="28"/>
          </p:nvPr>
        </p:nvSpPr>
        <p:spPr>
          <a:xfrm>
            <a:off x="2749210" y="1413391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30" name="태그"/>
          <p:cNvSpPr/>
          <p:nvPr/>
        </p:nvSpPr>
        <p:spPr>
          <a:xfrm>
            <a:off x="2793037" y="1665391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2793037" y="1665391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0"/>
          </p:nvPr>
        </p:nvSpPr>
        <p:spPr>
          <a:xfrm>
            <a:off x="3155009" y="1643478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3" name="태그"/>
          <p:cNvSpPr/>
          <p:nvPr/>
        </p:nvSpPr>
        <p:spPr>
          <a:xfrm>
            <a:off x="2793037" y="189547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2793037" y="189547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2"/>
          </p:nvPr>
        </p:nvSpPr>
        <p:spPr>
          <a:xfrm>
            <a:off x="3155009" y="187356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6" name="성과 머리"/>
          <p:cNvSpPr/>
          <p:nvPr/>
        </p:nvSpPr>
        <p:spPr>
          <a:xfrm>
            <a:off x="5192734" y="1435304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머리"/>
          <p:cNvSpPr>
            <a:spLocks noGrp="1"/>
          </p:cNvSpPr>
          <p:nvPr>
            <p:ph type="body" sz="quarter" idx="33"/>
          </p:nvPr>
        </p:nvSpPr>
        <p:spPr>
          <a:xfrm>
            <a:off x="5192734" y="1435304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8" name="성과 글"/>
          <p:cNvSpPr>
            <a:spLocks noGrp="1"/>
          </p:cNvSpPr>
          <p:nvPr>
            <p:ph type="body" sz="quarter" idx="34"/>
          </p:nvPr>
        </p:nvSpPr>
        <p:spPr>
          <a:xfrm>
            <a:off x="5192734" y="167634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2738254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40" name="Connector 28"/>
          <p:cNvCxnSpPr/>
          <p:nvPr/>
        </p:nvCxnSpPr>
        <p:spPr>
          <a:xfrm>
            <a:off x="5159864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행 틀"/>
          <p:cNvSpPr/>
          <p:nvPr/>
        </p:nvSpPr>
        <p:spPr>
          <a:xfrm>
            <a:off x="536870" y="213652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14747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14747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4" name="니즈"/>
          <p:cNvSpPr>
            <a:spLocks noGrp="1"/>
          </p:cNvSpPr>
          <p:nvPr>
            <p:ph type="body" sz="quarter" idx="36"/>
          </p:nvPr>
        </p:nvSpPr>
        <p:spPr>
          <a:xfrm>
            <a:off x="1172348" y="213652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5" name="실적 머리"/>
          <p:cNvSpPr>
            <a:spLocks noGrp="1"/>
          </p:cNvSpPr>
          <p:nvPr>
            <p:ph type="body" sz="quarter" idx="37"/>
          </p:nvPr>
        </p:nvSpPr>
        <p:spPr>
          <a:xfrm>
            <a:off x="2749210" y="214747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6" name="태그"/>
          <p:cNvSpPr/>
          <p:nvPr/>
        </p:nvSpPr>
        <p:spPr>
          <a:xfrm>
            <a:off x="2793037" y="239947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8"/>
          </p:nvPr>
        </p:nvSpPr>
        <p:spPr>
          <a:xfrm>
            <a:off x="2793037" y="239947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8" name="칩 줄 글"/>
          <p:cNvSpPr>
            <a:spLocks noGrp="1"/>
          </p:cNvSpPr>
          <p:nvPr>
            <p:ph type="body" sz="quarter" idx="39"/>
          </p:nvPr>
        </p:nvSpPr>
        <p:spPr>
          <a:xfrm>
            <a:off x="3155009" y="237756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9" name="태그"/>
          <p:cNvSpPr/>
          <p:nvPr/>
        </p:nvSpPr>
        <p:spPr>
          <a:xfrm>
            <a:off x="2793037" y="262956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40"/>
          </p:nvPr>
        </p:nvSpPr>
        <p:spPr>
          <a:xfrm>
            <a:off x="2793037" y="262956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1" name="칩 줄 글"/>
          <p:cNvSpPr>
            <a:spLocks noGrp="1"/>
          </p:cNvSpPr>
          <p:nvPr>
            <p:ph type="body" sz="quarter" idx="41"/>
          </p:nvPr>
        </p:nvSpPr>
        <p:spPr>
          <a:xfrm>
            <a:off x="3155009" y="260765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2" name="성과 머리"/>
          <p:cNvSpPr/>
          <p:nvPr/>
        </p:nvSpPr>
        <p:spPr>
          <a:xfrm>
            <a:off x="5192734" y="216939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3" name="성과 머리"/>
          <p:cNvSpPr>
            <a:spLocks noGrp="1"/>
          </p:cNvSpPr>
          <p:nvPr>
            <p:ph type="body" sz="quarter" idx="42"/>
          </p:nvPr>
        </p:nvSpPr>
        <p:spPr>
          <a:xfrm>
            <a:off x="5192734" y="216939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4" name="성과 글"/>
          <p:cNvSpPr>
            <a:spLocks noGrp="1"/>
          </p:cNvSpPr>
          <p:nvPr>
            <p:ph type="body" sz="quarter" idx="43"/>
          </p:nvPr>
        </p:nvSpPr>
        <p:spPr>
          <a:xfrm>
            <a:off x="5192734" y="241043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2738254" y="21693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6" name="Connector 40"/>
          <p:cNvCxnSpPr/>
          <p:nvPr/>
        </p:nvCxnSpPr>
        <p:spPr>
          <a:xfrm>
            <a:off x="5159864" y="21693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행 틀"/>
          <p:cNvSpPr/>
          <p:nvPr/>
        </p:nvSpPr>
        <p:spPr>
          <a:xfrm>
            <a:off x="536870" y="2870609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547826" y="288156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288156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60" name="니즈"/>
          <p:cNvSpPr>
            <a:spLocks noGrp="1"/>
          </p:cNvSpPr>
          <p:nvPr>
            <p:ph type="body" sz="quarter" idx="45"/>
          </p:nvPr>
        </p:nvSpPr>
        <p:spPr>
          <a:xfrm>
            <a:off x="1172348" y="2870609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1" name="실적 머리"/>
          <p:cNvSpPr>
            <a:spLocks noGrp="1"/>
          </p:cNvSpPr>
          <p:nvPr>
            <p:ph type="body" sz="quarter" idx="46"/>
          </p:nvPr>
        </p:nvSpPr>
        <p:spPr>
          <a:xfrm>
            <a:off x="2749210" y="288156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2" name="태그"/>
          <p:cNvSpPr/>
          <p:nvPr/>
        </p:nvSpPr>
        <p:spPr>
          <a:xfrm>
            <a:off x="2793037" y="313356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태그"/>
          <p:cNvSpPr>
            <a:spLocks noGrp="1"/>
          </p:cNvSpPr>
          <p:nvPr>
            <p:ph type="body" sz="quarter" idx="47"/>
          </p:nvPr>
        </p:nvSpPr>
        <p:spPr>
          <a:xfrm>
            <a:off x="2793037" y="313356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4" name="칩 줄 글"/>
          <p:cNvSpPr>
            <a:spLocks noGrp="1"/>
          </p:cNvSpPr>
          <p:nvPr>
            <p:ph type="body" sz="quarter" idx="48"/>
          </p:nvPr>
        </p:nvSpPr>
        <p:spPr>
          <a:xfrm>
            <a:off x="3155009" y="311165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5" name="태그"/>
          <p:cNvSpPr/>
          <p:nvPr/>
        </p:nvSpPr>
        <p:spPr>
          <a:xfrm>
            <a:off x="2793037" y="336365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9"/>
          </p:nvPr>
        </p:nvSpPr>
        <p:spPr>
          <a:xfrm>
            <a:off x="2793037" y="336365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7" name="칩 줄 글"/>
          <p:cNvSpPr>
            <a:spLocks noGrp="1"/>
          </p:cNvSpPr>
          <p:nvPr>
            <p:ph type="body" sz="quarter" idx="50"/>
          </p:nvPr>
        </p:nvSpPr>
        <p:spPr>
          <a:xfrm>
            <a:off x="3155009" y="334173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8" name="성과 머리"/>
          <p:cNvSpPr/>
          <p:nvPr/>
        </p:nvSpPr>
        <p:spPr>
          <a:xfrm>
            <a:off x="5192734" y="290347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머리"/>
          <p:cNvSpPr>
            <a:spLocks noGrp="1"/>
          </p:cNvSpPr>
          <p:nvPr>
            <p:ph type="body" sz="quarter" idx="51"/>
          </p:nvPr>
        </p:nvSpPr>
        <p:spPr>
          <a:xfrm>
            <a:off x="5192734" y="290347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70" name="성과 글"/>
          <p:cNvSpPr>
            <a:spLocks noGrp="1"/>
          </p:cNvSpPr>
          <p:nvPr>
            <p:ph type="body" sz="quarter" idx="52"/>
          </p:nvPr>
        </p:nvSpPr>
        <p:spPr>
          <a:xfrm>
            <a:off x="5192734" y="3144522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1" name="Connector 51"/>
          <p:cNvCxnSpPr/>
          <p:nvPr/>
        </p:nvCxnSpPr>
        <p:spPr>
          <a:xfrm>
            <a:off x="2738254" y="290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2" name="Connector 52"/>
          <p:cNvCxnSpPr/>
          <p:nvPr/>
        </p:nvCxnSpPr>
        <p:spPr>
          <a:xfrm>
            <a:off x="5159864" y="290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행 틀"/>
          <p:cNvSpPr/>
          <p:nvPr/>
        </p:nvSpPr>
        <p:spPr>
          <a:xfrm>
            <a:off x="536870" y="3604696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547826" y="361565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361565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6" name="니즈"/>
          <p:cNvSpPr>
            <a:spLocks noGrp="1"/>
          </p:cNvSpPr>
          <p:nvPr>
            <p:ph type="body" sz="quarter" idx="54"/>
          </p:nvPr>
        </p:nvSpPr>
        <p:spPr>
          <a:xfrm>
            <a:off x="1172348" y="3604696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7" name="실적 머리"/>
          <p:cNvSpPr>
            <a:spLocks noGrp="1"/>
          </p:cNvSpPr>
          <p:nvPr>
            <p:ph type="body" sz="quarter" idx="55"/>
          </p:nvPr>
        </p:nvSpPr>
        <p:spPr>
          <a:xfrm>
            <a:off x="2749210" y="361565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8" name="태그"/>
          <p:cNvSpPr/>
          <p:nvPr/>
        </p:nvSpPr>
        <p:spPr>
          <a:xfrm>
            <a:off x="2793037" y="386765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6"/>
          </p:nvPr>
        </p:nvSpPr>
        <p:spPr>
          <a:xfrm>
            <a:off x="2793037" y="386765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80" name="칩 줄 글"/>
          <p:cNvSpPr>
            <a:spLocks noGrp="1"/>
          </p:cNvSpPr>
          <p:nvPr>
            <p:ph type="body" sz="quarter" idx="57"/>
          </p:nvPr>
        </p:nvSpPr>
        <p:spPr>
          <a:xfrm>
            <a:off x="3155009" y="384573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1" name="태그"/>
          <p:cNvSpPr/>
          <p:nvPr/>
        </p:nvSpPr>
        <p:spPr>
          <a:xfrm>
            <a:off x="2793037" y="409773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8"/>
          </p:nvPr>
        </p:nvSpPr>
        <p:spPr>
          <a:xfrm>
            <a:off x="2793037" y="409773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3" name="칩 줄 글"/>
          <p:cNvSpPr>
            <a:spLocks noGrp="1"/>
          </p:cNvSpPr>
          <p:nvPr>
            <p:ph type="body" sz="quarter" idx="59"/>
          </p:nvPr>
        </p:nvSpPr>
        <p:spPr>
          <a:xfrm>
            <a:off x="3155009" y="407582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4" name="성과 머리"/>
          <p:cNvSpPr/>
          <p:nvPr/>
        </p:nvSpPr>
        <p:spPr>
          <a:xfrm>
            <a:off x="5192734" y="363756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성과 머리"/>
          <p:cNvSpPr>
            <a:spLocks noGrp="1"/>
          </p:cNvSpPr>
          <p:nvPr>
            <p:ph type="body" sz="quarter" idx="60"/>
          </p:nvPr>
        </p:nvSpPr>
        <p:spPr>
          <a:xfrm>
            <a:off x="5192734" y="363756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6" name="성과 글"/>
          <p:cNvSpPr>
            <a:spLocks noGrp="1"/>
          </p:cNvSpPr>
          <p:nvPr>
            <p:ph type="body" sz="quarter" idx="61"/>
          </p:nvPr>
        </p:nvSpPr>
        <p:spPr>
          <a:xfrm>
            <a:off x="5192734" y="3878609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7" name="Connector 63"/>
          <p:cNvCxnSpPr/>
          <p:nvPr/>
        </p:nvCxnSpPr>
        <p:spPr>
          <a:xfrm>
            <a:off x="2738254" y="3637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8" name="Connector 64"/>
          <p:cNvCxnSpPr/>
          <p:nvPr/>
        </p:nvCxnSpPr>
        <p:spPr>
          <a:xfrm>
            <a:off x="5159864" y="3637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84617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4617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868087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868087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171696" y="1900957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723130" y="245707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1" name="Connector 21"/>
          <p:cNvCxnSpPr/>
          <p:nvPr/>
        </p:nvCxnSpPr>
        <p:spPr>
          <a:xfrm>
            <a:off x="723130" y="24570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2" name="배너 글"/>
          <p:cNvSpPr>
            <a:spLocks noGrp="1"/>
          </p:cNvSpPr>
          <p:nvPr>
            <p:ph type="body" sz="quarter" idx="30"/>
          </p:nvPr>
        </p:nvSpPr>
        <p:spPr>
          <a:xfrm>
            <a:off x="723130" y="25118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829600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84603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84603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8679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8679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31158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1158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1158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347652" y="3137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3137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3" name="머리칸"/>
          <p:cNvSpPr/>
          <p:nvPr/>
        </p:nvSpPr>
        <p:spPr>
          <a:xfrm>
            <a:off x="4171696" y="3137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3137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378835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378835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34117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5" name="태그칩"/>
          <p:cNvSpPr/>
          <p:nvPr/>
        </p:nvSpPr>
        <p:spPr>
          <a:xfrm>
            <a:off x="490098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0098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28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722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722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284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35217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51652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51652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187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187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187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187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187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5843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5843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16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20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20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18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391318" y="931304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391318" y="777913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74451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74451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38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38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38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38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38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 txBox="1"/>
          <p:nvPr/>
        </p:nvSpPr>
        <p:spPr>
          <a:xfrm>
            <a:off x="1358609" y="1638000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2" name="칸 본문"/>
          <p:cNvSpPr txBox="1"/>
          <p:nvPr/>
        </p:nvSpPr>
        <p:spPr>
          <a:xfrm>
            <a:off x="3241304" y="1638000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3" name="Connector 20"/>
          <p:cNvCxnSpPr/>
          <p:nvPr/>
        </p:nvCxnSpPr>
        <p:spPr>
          <a:xfrm flipV="1">
            <a:off x="3230348" y="1648957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5124000" y="1638000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5" name="Connector 22"/>
          <p:cNvCxnSpPr/>
          <p:nvPr/>
        </p:nvCxnSpPr>
        <p:spPr>
          <a:xfrm flipV="1">
            <a:off x="5113043" y="1648957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1765409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65409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1765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178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8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1" name="머리칸"/>
          <p:cNvSpPr/>
          <p:nvPr/>
        </p:nvSpPr>
        <p:spPr>
          <a:xfrm>
            <a:off x="3230348" y="178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8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3" name="머리칸"/>
          <p:cNvSpPr/>
          <p:nvPr/>
        </p:nvSpPr>
        <p:spPr>
          <a:xfrm>
            <a:off x="5113043" y="178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8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28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28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3230348" y="2061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28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49" name="Connector 32"/>
          <p:cNvCxnSpPr/>
          <p:nvPr/>
        </p:nvCxnSpPr>
        <p:spPr>
          <a:xfrm>
            <a:off x="5113043" y="2061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899409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899409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230348" y="2932278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899409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113043" y="2932278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228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266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266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24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60441" y="920348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60441" y="766957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90706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0706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45818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5818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038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038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985435" y="178325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단계"/>
          <p:cNvSpPr/>
          <p:nvPr/>
        </p:nvSpPr>
        <p:spPr>
          <a:xfrm>
            <a:off x="1161391" y="19859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19859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5" name="단계"/>
          <p:cNvSpPr/>
          <p:nvPr/>
        </p:nvSpPr>
        <p:spPr>
          <a:xfrm>
            <a:off x="3044087" y="19859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19859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4926783" y="19859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19859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044086" y="19859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4926782" y="19859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23794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23794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270817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23794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270817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5611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5611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25940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0213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0596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0596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0377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4" name="태그칩"/>
          <p:cNvSpPr/>
          <p:nvPr/>
        </p:nvSpPr>
        <p:spPr>
          <a:xfrm>
            <a:off x="51107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1107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태그칩"/>
          <p:cNvSpPr/>
          <p:nvPr/>
        </p:nvSpPr>
        <p:spPr>
          <a:xfrm>
            <a:off x="5661907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61907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7668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7668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7996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2385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385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6" name="핵심성과 박스"/>
          <p:cNvSpPr/>
          <p:nvPr/>
        </p:nvSpPr>
        <p:spPr>
          <a:xfrm>
            <a:off x="723130" y="27145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7529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529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309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314826" y="920348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314826" y="766957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5" name="태그칩"/>
          <p:cNvSpPr/>
          <p:nvPr/>
        </p:nvSpPr>
        <p:spPr>
          <a:xfrm>
            <a:off x="44575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4575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00863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00863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태그칩"/>
          <p:cNvSpPr/>
          <p:nvPr/>
        </p:nvSpPr>
        <p:spPr>
          <a:xfrm>
            <a:off x="577929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77929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051826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4929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4929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51481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51481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54768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51481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54768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709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1147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1147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0709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77722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941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243798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243798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2624243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4" name="머리칸"/>
          <p:cNvSpPr/>
          <p:nvPr/>
        </p:nvSpPr>
        <p:spPr>
          <a:xfrm>
            <a:off x="1161391" y="24160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4160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24160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4160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657113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2657113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2689983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3117287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668144" y="328163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1"/>
          </p:nvPr>
        </p:nvSpPr>
        <p:spPr>
          <a:xfrm>
            <a:off x="668144" y="328163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3467896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5" name="레일 삼각형"/>
          <p:cNvSpPr/>
          <p:nvPr/>
        </p:nvSpPr>
        <p:spPr>
          <a:xfrm>
            <a:off x="547826" y="3117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머리칸"/>
          <p:cNvSpPr/>
          <p:nvPr/>
        </p:nvSpPr>
        <p:spPr>
          <a:xfrm>
            <a:off x="1161391" y="31392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1392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8" name="머리칸"/>
          <p:cNvSpPr/>
          <p:nvPr/>
        </p:nvSpPr>
        <p:spPr>
          <a:xfrm>
            <a:off x="3985435" y="31392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1392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3802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33802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4131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4004765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668144" y="416911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668144" y="416911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4355374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547826" y="4004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머리칸"/>
          <p:cNvSpPr/>
          <p:nvPr/>
        </p:nvSpPr>
        <p:spPr>
          <a:xfrm>
            <a:off x="1161391" y="40266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9"/>
          </p:nvPr>
        </p:nvSpPr>
        <p:spPr>
          <a:xfrm>
            <a:off x="1161391" y="40266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70" name="머리칸"/>
          <p:cNvSpPr/>
          <p:nvPr/>
        </p:nvSpPr>
        <p:spPr>
          <a:xfrm>
            <a:off x="3985435" y="40266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50"/>
          </p:nvPr>
        </p:nvSpPr>
        <p:spPr>
          <a:xfrm>
            <a:off x="3985435" y="40266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26772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2"/>
          </p:nvPr>
        </p:nvSpPr>
        <p:spPr>
          <a:xfrm>
            <a:off x="3996391" y="426772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985435" y="4300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핵심성과 박스"/>
          <p:cNvSpPr/>
          <p:nvPr/>
        </p:nvSpPr>
        <p:spPr>
          <a:xfrm>
            <a:off x="536870" y="4889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569739" y="4927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4927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4906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0127" y="931304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0127" y="777913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498256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8256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34363" y="920348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34363" y="766957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5" name="태그칩"/>
          <p:cNvSpPr/>
          <p:nvPr/>
        </p:nvSpPr>
        <p:spPr>
          <a:xfrm>
            <a:off x="5158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58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태그칩"/>
          <p:cNvSpPr/>
          <p:nvPr/>
        </p:nvSpPr>
        <p:spPr>
          <a:xfrm>
            <a:off x="592935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92935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9" name="표 외곽"/>
          <p:cNvSpPr/>
          <p:nvPr/>
        </p:nvSpPr>
        <p:spPr>
          <a:xfrm>
            <a:off x="536870" y="1821600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1838035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838035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2" name="배너"/>
          <p:cNvSpPr/>
          <p:nvPr/>
        </p:nvSpPr>
        <p:spPr>
          <a:xfrm>
            <a:off x="1161391" y="18599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4" name="머리칸"/>
          <p:cNvSpPr/>
          <p:nvPr/>
        </p:nvSpPr>
        <p:spPr>
          <a:xfrm>
            <a:off x="1161391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3365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3365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3694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3365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3694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2678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3062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3062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2842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4" name="태그칩"/>
          <p:cNvSpPr/>
          <p:nvPr/>
        </p:nvSpPr>
        <p:spPr>
          <a:xfrm>
            <a:off x="491027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1027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32557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48991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18928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18928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079078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18709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3" name="머리칸"/>
          <p:cNvSpPr/>
          <p:nvPr/>
        </p:nvSpPr>
        <p:spPr>
          <a:xfrm>
            <a:off x="3230348" y="18709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8709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5" name="머리칸"/>
          <p:cNvSpPr/>
          <p:nvPr/>
        </p:nvSpPr>
        <p:spPr>
          <a:xfrm>
            <a:off x="5113043" y="18709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8709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1194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11194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4481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11194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4481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736470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 태그"/>
          <p:cNvSpPr/>
          <p:nvPr/>
        </p:nvSpPr>
        <p:spPr>
          <a:xfrm>
            <a:off x="744637" y="29008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레일 태그"/>
          <p:cNvSpPr>
            <a:spLocks noGrp="1"/>
          </p:cNvSpPr>
          <p:nvPr>
            <p:ph type="body" sz="quarter" idx="37"/>
          </p:nvPr>
        </p:nvSpPr>
        <p:spPr>
          <a:xfrm>
            <a:off x="744637" y="29008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38"/>
          </p:nvPr>
        </p:nvSpPr>
        <p:spPr>
          <a:xfrm>
            <a:off x="734087" y="3087078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734086" y="27364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배너"/>
          <p:cNvSpPr/>
          <p:nvPr/>
        </p:nvSpPr>
        <p:spPr>
          <a:xfrm>
            <a:off x="1347652" y="2758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2758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2993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2993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1" name="머리칸"/>
          <p:cNvSpPr/>
          <p:nvPr/>
        </p:nvSpPr>
        <p:spPr>
          <a:xfrm>
            <a:off x="3230348" y="2993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2993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3" name="머리칸"/>
          <p:cNvSpPr/>
          <p:nvPr/>
        </p:nvSpPr>
        <p:spPr>
          <a:xfrm>
            <a:off x="5113043" y="2993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2993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23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23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3230348" y="326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23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5113043" y="326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7047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90333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390333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389238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4" name="틀"/>
          <p:cNvSpPr/>
          <p:nvPr/>
        </p:nvSpPr>
        <p:spPr>
          <a:xfrm>
            <a:off x="723130" y="44605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성과 라벨"/>
          <p:cNvSpPr/>
          <p:nvPr/>
        </p:nvSpPr>
        <p:spPr>
          <a:xfrm>
            <a:off x="734087" y="44715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6" name="성과 라벨"/>
          <p:cNvSpPr>
            <a:spLocks noGrp="1"/>
          </p:cNvSpPr>
          <p:nvPr>
            <p:ph type="body" sz="quarter" idx="48"/>
          </p:nvPr>
        </p:nvSpPr>
        <p:spPr>
          <a:xfrm>
            <a:off x="734087" y="44715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7" name="성과 띠"/>
          <p:cNvSpPr/>
          <p:nvPr/>
        </p:nvSpPr>
        <p:spPr>
          <a:xfrm>
            <a:off x="1358609" y="44934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성과 띠"/>
          <p:cNvSpPr>
            <a:spLocks noGrp="1"/>
          </p:cNvSpPr>
          <p:nvPr>
            <p:ph type="body" sz="quarter" idx="49"/>
          </p:nvPr>
        </p:nvSpPr>
        <p:spPr>
          <a:xfrm>
            <a:off x="1358609" y="44934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69" name="카드"/>
          <p:cNvSpPr/>
          <p:nvPr/>
        </p:nvSpPr>
        <p:spPr>
          <a:xfrm>
            <a:off x="1358609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1380522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1" name="막대"/>
          <p:cNvSpPr/>
          <p:nvPr/>
        </p:nvSpPr>
        <p:spPr>
          <a:xfrm>
            <a:off x="1435304" y="5232209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1347652" y="50569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1347652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막대"/>
          <p:cNvSpPr/>
          <p:nvPr/>
        </p:nvSpPr>
        <p:spPr>
          <a:xfrm>
            <a:off x="1684870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597217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597217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7" name="막대"/>
          <p:cNvSpPr/>
          <p:nvPr/>
        </p:nvSpPr>
        <p:spPr>
          <a:xfrm>
            <a:off x="1934435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846783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846783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0" name="카드"/>
          <p:cNvSpPr/>
          <p:nvPr/>
        </p:nvSpPr>
        <p:spPr>
          <a:xfrm>
            <a:off x="2304522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326435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2" name="막대"/>
          <p:cNvSpPr/>
          <p:nvPr/>
        </p:nvSpPr>
        <p:spPr>
          <a:xfrm>
            <a:off x="2381217" y="5235730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293565" y="5060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293565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5" name="막대"/>
          <p:cNvSpPr/>
          <p:nvPr/>
        </p:nvSpPr>
        <p:spPr>
          <a:xfrm>
            <a:off x="2630783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543130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543130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2880348" y="5178209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2792696" y="50029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2792696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3250435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3272348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3" name="막대"/>
          <p:cNvSpPr/>
          <p:nvPr/>
        </p:nvSpPr>
        <p:spPr>
          <a:xfrm>
            <a:off x="3327130" y="524942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239478" y="50741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239478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3576696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3489043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3489043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9" name="막대"/>
          <p:cNvSpPr/>
          <p:nvPr/>
        </p:nvSpPr>
        <p:spPr>
          <a:xfrm>
            <a:off x="3826261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9"/>
          </p:nvPr>
        </p:nvSpPr>
        <p:spPr>
          <a:xfrm>
            <a:off x="3738609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70"/>
          </p:nvPr>
        </p:nvSpPr>
        <p:spPr>
          <a:xfrm>
            <a:off x="3738609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2" name="카드"/>
          <p:cNvSpPr/>
          <p:nvPr/>
        </p:nvSpPr>
        <p:spPr>
          <a:xfrm>
            <a:off x="4196348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카드 문구"/>
          <p:cNvSpPr>
            <a:spLocks noGrp="1"/>
          </p:cNvSpPr>
          <p:nvPr>
            <p:ph type="body" sz="quarter" idx="71"/>
          </p:nvPr>
        </p:nvSpPr>
        <p:spPr>
          <a:xfrm>
            <a:off x="4218261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4" name="막대"/>
          <p:cNvSpPr/>
          <p:nvPr/>
        </p:nvSpPr>
        <p:spPr>
          <a:xfrm>
            <a:off x="4273043" y="5211078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4185391" y="503577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4185391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7" name="막대"/>
          <p:cNvSpPr/>
          <p:nvPr/>
        </p:nvSpPr>
        <p:spPr>
          <a:xfrm>
            <a:off x="4522609" y="5186426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4434957" y="50111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4434957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0" name="막대"/>
          <p:cNvSpPr/>
          <p:nvPr/>
        </p:nvSpPr>
        <p:spPr>
          <a:xfrm>
            <a:off x="4772174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값"/>
          <p:cNvSpPr>
            <a:spLocks noGrp="1"/>
          </p:cNvSpPr>
          <p:nvPr>
            <p:ph type="body" sz="quarter" idx="76"/>
          </p:nvPr>
        </p:nvSpPr>
        <p:spPr>
          <a:xfrm>
            <a:off x="4684522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2" name="연도"/>
          <p:cNvSpPr>
            <a:spLocks noGrp="1"/>
          </p:cNvSpPr>
          <p:nvPr>
            <p:ph type="body" sz="quarter" idx="77"/>
          </p:nvPr>
        </p:nvSpPr>
        <p:spPr>
          <a:xfrm>
            <a:off x="4684522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3" name="카드"/>
          <p:cNvSpPr/>
          <p:nvPr/>
        </p:nvSpPr>
        <p:spPr>
          <a:xfrm>
            <a:off x="5142261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카드 문구"/>
          <p:cNvSpPr>
            <a:spLocks noGrp="1"/>
          </p:cNvSpPr>
          <p:nvPr>
            <p:ph type="body" sz="quarter" idx="78"/>
          </p:nvPr>
        </p:nvSpPr>
        <p:spPr>
          <a:xfrm>
            <a:off x="5164174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5" name="막대"/>
          <p:cNvSpPr/>
          <p:nvPr/>
        </p:nvSpPr>
        <p:spPr>
          <a:xfrm>
            <a:off x="5218957" y="5230800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9"/>
          </p:nvPr>
        </p:nvSpPr>
        <p:spPr>
          <a:xfrm>
            <a:off x="5131304" y="50554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80"/>
          </p:nvPr>
        </p:nvSpPr>
        <p:spPr>
          <a:xfrm>
            <a:off x="5131304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8" name="막대"/>
          <p:cNvSpPr/>
          <p:nvPr/>
        </p:nvSpPr>
        <p:spPr>
          <a:xfrm>
            <a:off x="5468522" y="5239017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값"/>
          <p:cNvSpPr>
            <a:spLocks noGrp="1"/>
          </p:cNvSpPr>
          <p:nvPr>
            <p:ph type="body" sz="quarter" idx="81"/>
          </p:nvPr>
        </p:nvSpPr>
        <p:spPr>
          <a:xfrm>
            <a:off x="5380870" y="50637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0" name="연도"/>
          <p:cNvSpPr>
            <a:spLocks noGrp="1"/>
          </p:cNvSpPr>
          <p:nvPr>
            <p:ph type="body" sz="quarter" idx="82"/>
          </p:nvPr>
        </p:nvSpPr>
        <p:spPr>
          <a:xfrm>
            <a:off x="5380870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1" name="막대"/>
          <p:cNvSpPr/>
          <p:nvPr/>
        </p:nvSpPr>
        <p:spPr>
          <a:xfrm>
            <a:off x="5718087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값"/>
          <p:cNvSpPr>
            <a:spLocks noGrp="1"/>
          </p:cNvSpPr>
          <p:nvPr>
            <p:ph type="body" sz="quarter" idx="83"/>
          </p:nvPr>
        </p:nvSpPr>
        <p:spPr>
          <a:xfrm>
            <a:off x="5630435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3" name="연도"/>
          <p:cNvSpPr>
            <a:spLocks noGrp="1"/>
          </p:cNvSpPr>
          <p:nvPr>
            <p:ph type="body" sz="quarter" idx="84"/>
          </p:nvPr>
        </p:nvSpPr>
        <p:spPr>
          <a:xfrm>
            <a:off x="5630435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4" name="카드"/>
          <p:cNvSpPr/>
          <p:nvPr/>
        </p:nvSpPr>
        <p:spPr>
          <a:xfrm>
            <a:off x="6088174" y="4734470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85"/>
          </p:nvPr>
        </p:nvSpPr>
        <p:spPr>
          <a:xfrm>
            <a:off x="6110087" y="4745426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6" name="막대"/>
          <p:cNvSpPr/>
          <p:nvPr/>
        </p:nvSpPr>
        <p:spPr>
          <a:xfrm>
            <a:off x="6164870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86"/>
          </p:nvPr>
        </p:nvSpPr>
        <p:spPr>
          <a:xfrm>
            <a:off x="6077217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87"/>
          </p:nvPr>
        </p:nvSpPr>
        <p:spPr>
          <a:xfrm>
            <a:off x="6077217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9" name="막대"/>
          <p:cNvSpPr/>
          <p:nvPr/>
        </p:nvSpPr>
        <p:spPr>
          <a:xfrm>
            <a:off x="6414435" y="5161774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88"/>
          </p:nvPr>
        </p:nvSpPr>
        <p:spPr>
          <a:xfrm>
            <a:off x="6326783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9"/>
          </p:nvPr>
        </p:nvSpPr>
        <p:spPr>
          <a:xfrm>
            <a:off x="6326783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2" name="막대"/>
          <p:cNvSpPr/>
          <p:nvPr/>
        </p:nvSpPr>
        <p:spPr>
          <a:xfrm>
            <a:off x="6664000" y="5161774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90"/>
          </p:nvPr>
        </p:nvSpPr>
        <p:spPr>
          <a:xfrm>
            <a:off x="6576348" y="4986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91"/>
          </p:nvPr>
        </p:nvSpPr>
        <p:spPr>
          <a:xfrm>
            <a:off x="6576348" y="533707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캡션 띠"/>
          <p:cNvSpPr/>
          <p:nvPr/>
        </p:nvSpPr>
        <p:spPr>
          <a:xfrm>
            <a:off x="536869" y="155034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865565" y="159417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5"/>
          </p:nvPr>
        </p:nvSpPr>
        <p:spPr>
          <a:xfrm>
            <a:off x="865565" y="159417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26"/>
          </p:nvPr>
        </p:nvSpPr>
        <p:spPr>
          <a:xfrm>
            <a:off x="1359219" y="155034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1" name="태그칩"/>
          <p:cNvSpPr/>
          <p:nvPr/>
        </p:nvSpPr>
        <p:spPr>
          <a:xfrm>
            <a:off x="462653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2653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19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19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태그칩"/>
          <p:cNvSpPr/>
          <p:nvPr/>
        </p:nvSpPr>
        <p:spPr>
          <a:xfrm>
            <a:off x="592462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92462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386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386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900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900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900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347652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8" name="머리칸"/>
          <p:cNvSpPr/>
          <p:nvPr/>
        </p:nvSpPr>
        <p:spPr>
          <a:xfrm>
            <a:off x="4171696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63913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163913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4171696" y="2196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52783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52783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5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2974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974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8" name="머리칸"/>
          <p:cNvSpPr/>
          <p:nvPr/>
        </p:nvSpPr>
        <p:spPr>
          <a:xfrm>
            <a:off x="4171696" y="2974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974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21573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21573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2" name="Connector 33"/>
          <p:cNvCxnSpPr/>
          <p:nvPr/>
        </p:nvCxnSpPr>
        <p:spPr>
          <a:xfrm>
            <a:off x="4171696" y="3248609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3617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17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128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128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879043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9043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42000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42000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74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배너"/>
          <p:cNvSpPr/>
          <p:nvPr/>
        </p:nvSpPr>
        <p:spPr>
          <a:xfrm>
            <a:off x="1161391" y="292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92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8" name="핵심성과 박스"/>
          <p:cNvSpPr/>
          <p:nvPr/>
        </p:nvSpPr>
        <p:spPr>
          <a:xfrm>
            <a:off x="536870" y="3254087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286957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28695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276000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21420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218582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051826" y="218582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655249" y="214200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2448783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2465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465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487130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487130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4171696" y="252000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3276000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276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3276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3297913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6" name="캡션 띠"/>
          <p:cNvSpPr/>
          <p:nvPr/>
        </p:nvSpPr>
        <p:spPr>
          <a:xfrm>
            <a:off x="723130" y="38895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051826" y="393339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393339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9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388956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0" name="표 외곽"/>
          <p:cNvSpPr/>
          <p:nvPr/>
        </p:nvSpPr>
        <p:spPr>
          <a:xfrm>
            <a:off x="723130" y="4196348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4212783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4212783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4234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4234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5" name="단계"/>
          <p:cNvSpPr/>
          <p:nvPr/>
        </p:nvSpPr>
        <p:spPr>
          <a:xfrm>
            <a:off x="2759674" y="4234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2759674" y="4234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4234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4234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49" name="단계"/>
          <p:cNvSpPr/>
          <p:nvPr/>
        </p:nvSpPr>
        <p:spPr>
          <a:xfrm>
            <a:off x="5583717" y="4234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5583717" y="4234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1" name="단계 삼각형"/>
          <p:cNvSpPr/>
          <p:nvPr/>
        </p:nvSpPr>
        <p:spPr>
          <a:xfrm>
            <a:off x="2759673" y="423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4171695" y="423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583717" y="423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 txBox="1"/>
          <p:nvPr/>
        </p:nvSpPr>
        <p:spPr>
          <a:xfrm>
            <a:off x="1358609" y="4486696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5" name="칸 본문"/>
          <p:cNvSpPr txBox="1"/>
          <p:nvPr/>
        </p:nvSpPr>
        <p:spPr>
          <a:xfrm>
            <a:off x="2770630" y="4486696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6" name="Connector 40"/>
          <p:cNvCxnSpPr/>
          <p:nvPr/>
        </p:nvCxnSpPr>
        <p:spPr>
          <a:xfrm flipV="1">
            <a:off x="2759674" y="4497652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 txBox="1"/>
          <p:nvPr/>
        </p:nvSpPr>
        <p:spPr>
          <a:xfrm>
            <a:off x="4182652" y="4486696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8" name="Connector 42"/>
          <p:cNvCxnSpPr/>
          <p:nvPr/>
        </p:nvCxnSpPr>
        <p:spPr>
          <a:xfrm flipV="1">
            <a:off x="4171696" y="4497652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 txBox="1"/>
          <p:nvPr/>
        </p:nvSpPr>
        <p:spPr>
          <a:xfrm>
            <a:off x="5594674" y="4486696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0" name="Connector 44"/>
          <p:cNvCxnSpPr/>
          <p:nvPr/>
        </p:nvCxnSpPr>
        <p:spPr>
          <a:xfrm flipV="1">
            <a:off x="5583717" y="4497652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4552435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552435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4552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74348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2"/>
          </p:nvPr>
        </p:nvSpPr>
        <p:spPr>
          <a:xfrm>
            <a:off x="2770630" y="4574348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2759674" y="4607217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574348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171696" y="4607217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4"/>
          </p:nvPr>
        </p:nvSpPr>
        <p:spPr>
          <a:xfrm>
            <a:off x="5594674" y="4574348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0" name="Connector 53"/>
          <p:cNvCxnSpPr/>
          <p:nvPr/>
        </p:nvCxnSpPr>
        <p:spPr>
          <a:xfrm>
            <a:off x="5583717" y="4607217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538522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5538522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538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태그"/>
          <p:cNvSpPr/>
          <p:nvPr/>
        </p:nvSpPr>
        <p:spPr>
          <a:xfrm>
            <a:off x="1347652" y="5582348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5582348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6" name="태그 설명"/>
          <p:cNvSpPr>
            <a:spLocks noGrp="1"/>
          </p:cNvSpPr>
          <p:nvPr>
            <p:ph type="body" sz="quarter" idx="47"/>
          </p:nvPr>
        </p:nvSpPr>
        <p:spPr>
          <a:xfrm>
            <a:off x="2020120" y="5571391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7" name="태그"/>
          <p:cNvSpPr/>
          <p:nvPr/>
        </p:nvSpPr>
        <p:spPr>
          <a:xfrm>
            <a:off x="1347652" y="5779565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5779565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79" name="태그 설명"/>
          <p:cNvSpPr>
            <a:spLocks noGrp="1"/>
          </p:cNvSpPr>
          <p:nvPr>
            <p:ph type="body" sz="quarter" idx="49"/>
          </p:nvPr>
        </p:nvSpPr>
        <p:spPr>
          <a:xfrm>
            <a:off x="2020120" y="5768609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0" name="태그"/>
          <p:cNvSpPr/>
          <p:nvPr/>
        </p:nvSpPr>
        <p:spPr>
          <a:xfrm>
            <a:off x="1347652" y="597678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97678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1"/>
          </p:nvPr>
        </p:nvSpPr>
        <p:spPr>
          <a:xfrm>
            <a:off x="2020120" y="5965826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6174000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6174000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3"/>
          </p:nvPr>
        </p:nvSpPr>
        <p:spPr>
          <a:xfrm>
            <a:off x="2020120" y="6163043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6371217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4"/>
          </p:nvPr>
        </p:nvSpPr>
        <p:spPr>
          <a:xfrm>
            <a:off x="1347652" y="6371217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5"/>
          </p:nvPr>
        </p:nvSpPr>
        <p:spPr>
          <a:xfrm>
            <a:off x="2020120" y="6360261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89" name="핵심성과 박스"/>
          <p:cNvSpPr/>
          <p:nvPr/>
        </p:nvSpPr>
        <p:spPr>
          <a:xfrm>
            <a:off x="723130" y="66780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핵심성과 라벨"/>
          <p:cNvSpPr/>
          <p:nvPr/>
        </p:nvSpPr>
        <p:spPr>
          <a:xfrm>
            <a:off x="756000" y="67108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756000" y="67108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2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66999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
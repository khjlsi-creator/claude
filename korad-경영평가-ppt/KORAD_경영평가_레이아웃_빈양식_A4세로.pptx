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1985169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180986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1939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764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476174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2837739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266243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2894087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27187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28991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509043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509043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2979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2979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2979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2760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517043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138231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39629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5718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122335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394703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
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구조 확인용 예시 문구이며 KORAD 실적이 아닙니다.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표지 바탕"/>
          <p:cNvSpPr/>
          <p:nvPr/>
        </p:nvSpPr>
        <p:spPr>
          <a:xfrm>
            <a:off x="540000" y="360000"/>
            <a:ext cx="6480000" cy="9972000"/>
          </a:xfrm>
          <a:prstGeom prst="rect">
            <a:avLst/>
          </a:prstGeom>
          <a:solidFill>
            <a:srgbClr val="E6F4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3" name="표지 일러스트" descr="표지 일러스트"/>
          <p:cNvPicPr>
            <a:picLocks noChangeAspect="1"/>
          </p:cNvPicPr>
          <p:nvPr/>
        </p:nvPicPr>
        <p:blipFill>
          <a:blip r:embed="rId2"/>
          <a:srcRect l="32472" t="0" r="0" b="0"/>
          <a:stretch>
            <a:fillRect/>
          </a:stretch>
        </p:blipFill>
        <p:spPr>
          <a:xfrm>
            <a:off x="540000" y="4932000"/>
            <a:ext cx="6480000" cy="5400000"/>
          </a:xfrm>
          <a:prstGeom prst="rect">
            <a:avLst/>
          </a:prstGeom>
        </p:spPr>
      </p:pic>
      <p:pic>
        <p:nvPicPr>
          <p:cNvPr id="4" name="KORAD CI" descr="KORAD CI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6000" y="648000"/>
            <a:ext cx="1944000" cy="360404"/>
          </a:xfrm>
          <a:prstGeom prst="rect">
            <a:avLst/>
          </a:prstGeom>
        </p:spPr>
      </p:pic>
      <p:sp>
        <p:nvSpPr>
          <p:cNvPr id="5" name="표지 제목"/>
          <p:cNvSpPr>
            <a:spLocks noGrp="1"/>
          </p:cNvSpPr>
          <p:nvPr>
            <p:ph type="ctrTitle"/>
          </p:nvPr>
        </p:nvSpPr>
        <p:spPr>
          <a:xfrm>
            <a:off x="756000" y="2808000"/>
            <a:ext cx="6048000" cy="2016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제목</a:t>
            </a:r>
          </a:p>
        </p:txBody>
      </p:sp>
      <p:sp>
        <p:nvSpPr>
          <p:cNvPr id="6" name="표지 부제"/>
          <p:cNvSpPr>
            <a:spLocks noGrp="1"/>
          </p:cNvSpPr>
          <p:nvPr>
            <p:ph type="subTitle" idx="1"/>
          </p:nvPr>
        </p:nvSpPr>
        <p:spPr>
          <a:xfrm>
            <a:off x="756000" y="4968000"/>
            <a:ext cx="6048000" cy="792000"/>
          </a:xfr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표지 부제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지면-짝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지면-홀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1 장 제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장 제목 띠"/>
          <p:cNvSpPr/>
          <p:nvPr/>
        </p:nvSpPr>
        <p:spPr>
          <a:xfrm>
            <a:off x="536870" y="766957"/>
            <a:ext cx="6300000" cy="421826"/>
          </a:xfrm>
          <a:prstGeom prst="rect">
            <a:avLst/>
          </a:prstGeom>
          <a:solidFill>
            <a:srgbClr val="FFFF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CI 칸"/>
          <p:cNvSpPr/>
          <p:nvPr/>
        </p:nvSpPr>
        <p:spPr>
          <a:xfrm>
            <a:off x="5401565" y="772435"/>
            <a:ext cx="1429826" cy="41087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장 제목"/>
          <p:cNvSpPr>
            <a:spLocks noGrp="1"/>
          </p:cNvSpPr>
          <p:nvPr>
            <p:ph type="body" sz="quarter" idx="20"/>
          </p:nvPr>
        </p:nvSpPr>
        <p:spPr>
          <a:xfrm>
            <a:off x="810783" y="777913"/>
            <a:ext cx="4590783" cy="399913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800" b="1" spc="-9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  <p:pic>
        <p:nvPicPr>
          <p:cNvPr id="13" name="KORAD CI" descr="korad-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8522" y="870213"/>
            <a:ext cx="1161391" cy="2153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2 평가내용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평가내용 라벨"/>
          <p:cNvSpPr/>
          <p:nvPr/>
        </p:nvSpPr>
        <p:spPr>
          <a:xfrm>
            <a:off x="723130" y="777913"/>
            <a:ext cx="975130" cy="597130"/>
          </a:xfrm>
          <a:prstGeom prst="rect">
            <a:avLst/>
          </a:prstGeom>
          <a:solidFill>
            <a:srgbClr val="DEEEFF"/>
          </a:solidFill>
          <a:ln w="28575">
            <a:solidFill>
              <a:srgbClr val="0051BC"/>
            </a:solidFill>
          </a:ln>
          <a:effectLst/>
        </p:spPr>
        <p:txBody>
          <a:bodyPr rtlCol="0" anchor="ctr" lIns="10800" rIns="10800" tIns="10800" bIns="10800" wrap="square"/>
          <a:lstStyle/>
          <a:p/>
        </p:txBody>
      </p:sp>
      <p:sp>
        <p:nvSpPr>
          <p:cNvPr id="10" name="평가내용 라벨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975130" cy="597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10800" bIns="108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평가내용 제목 박스"/>
          <p:cNvSpPr/>
          <p:nvPr/>
        </p:nvSpPr>
        <p:spPr>
          <a:xfrm>
            <a:off x="1709217" y="788870"/>
            <a:ext cx="5313913" cy="575217"/>
          </a:xfrm>
          <a:prstGeom prst="rect">
            <a:avLst/>
          </a:prstGeom>
          <a:solidFill>
            <a:srgbClr val="FFFFFF"/>
          </a:solidFill>
          <a:ln w="19050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평가내용 제목"/>
          <p:cNvSpPr>
            <a:spLocks noGrp="1"/>
          </p:cNvSpPr>
          <p:nvPr>
            <p:ph type="body" sz="quarter" idx="21"/>
          </p:nvPr>
        </p:nvSpPr>
        <p:spPr>
          <a:xfrm>
            <a:off x="1818783" y="799826"/>
            <a:ext cx="5127652" cy="553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400" b="1" spc="-7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  <p:sp>
        <p:nvSpPr>
          <p:cNvPr id="13" name="점"/>
          <p:cNvSpPr/>
          <p:nvPr/>
        </p:nvSpPr>
        <p:spPr>
          <a:xfrm>
            <a:off x="1057304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점"/>
          <p:cNvSpPr/>
          <p:nvPr/>
        </p:nvSpPr>
        <p:spPr>
          <a:xfrm>
            <a:off x="1134000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점"/>
          <p:cNvSpPr/>
          <p:nvPr/>
        </p:nvSpPr>
        <p:spPr>
          <a:xfrm>
            <a:off x="1210696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점"/>
          <p:cNvSpPr/>
          <p:nvPr/>
        </p:nvSpPr>
        <p:spPr>
          <a:xfrm>
            <a:off x="1287391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점"/>
          <p:cNvSpPr/>
          <p:nvPr/>
        </p:nvSpPr>
        <p:spPr>
          <a:xfrm>
            <a:off x="1364087" y="1314783"/>
            <a:ext cx="27391" cy="27391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3 번호 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번호 띠"/>
          <p:cNvSpPr/>
          <p:nvPr/>
        </p:nvSpPr>
        <p:spPr>
          <a:xfrm>
            <a:off x="536870" y="766957"/>
            <a:ext cx="6300000" cy="306783"/>
          </a:xfrm>
          <a:prstGeom prst="rect">
            <a:avLst/>
          </a:prstGeom>
          <a:gradFill rotWithShape="1">
            <a:gsLst>
              <a:gs pos="0">
                <a:srgbClr val="DEEEFF"/>
              </a:gs>
              <a:gs pos="100000">
                <a:srgbClr val="FFFFFF"/>
              </a:gs>
            </a:gsLst>
            <a:lin scaled="0" ang="0"/>
          </a:gradFill>
          <a:ln w="9525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번호 탭"/>
          <p:cNvSpPr/>
          <p:nvPr/>
        </p:nvSpPr>
        <p:spPr>
          <a:xfrm>
            <a:off x="558782" y="788869"/>
            <a:ext cx="471131" cy="262957"/>
          </a:xfrm>
          <a:custGeom>
            <a:avLst/>
            <a:gdLst/>
            <a:ahLst/>
            <a:cxnLst/>
            <a:rect l="l" t="t" r="r" b="b"/>
            <a:pathLst>
              <a:path w="471131" h="262957">
                <a:moveTo>
                  <a:pt x="0" y="0"/>
                </a:moveTo>
                <a:lnTo>
                  <a:pt x="394435" y="0"/>
                </a:lnTo>
                <a:lnTo>
                  <a:pt x="471131" y="262957"/>
                </a:lnTo>
                <a:lnTo>
                  <a:pt x="0" y="262957"/>
                </a:lnTo>
                <a:close/>
              </a:path>
            </a:pathLst>
          </a:custGeom>
          <a:gradFill rotWithShape="1">
            <a:gsLst>
              <a:gs pos="0">
                <a:srgbClr val="002060"/>
              </a:gs>
              <a:gs pos="100000">
                <a:srgbClr val="008EFF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번호 탭 빗면"/>
          <p:cNvSpPr/>
          <p:nvPr/>
        </p:nvSpPr>
        <p:spPr>
          <a:xfrm>
            <a:off x="953217" y="788869"/>
            <a:ext cx="142435" cy="262957"/>
          </a:xfrm>
          <a:custGeom>
            <a:avLst/>
            <a:gdLst/>
            <a:ahLst/>
            <a:cxnLst/>
            <a:rect l="l" t="t" r="r" b="b"/>
            <a:pathLst>
              <a:path w="142435" h="262957">
                <a:moveTo>
                  <a:pt x="0" y="0"/>
                </a:moveTo>
                <a:lnTo>
                  <a:pt x="65739" y="0"/>
                </a:lnTo>
                <a:lnTo>
                  <a:pt x="142435" y="262957"/>
                </a:lnTo>
                <a:lnTo>
                  <a:pt x="76696" y="26295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번호"/>
          <p:cNvSpPr>
            <a:spLocks noGrp="1"/>
          </p:cNvSpPr>
          <p:nvPr>
            <p:ph type="body" sz="quarter" idx="20"/>
          </p:nvPr>
        </p:nvSpPr>
        <p:spPr>
          <a:xfrm>
            <a:off x="558783" y="766957"/>
            <a:ext cx="383478" cy="30678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200" b="1" spc="-11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4" name="번호 띠 제목"/>
          <p:cNvSpPr>
            <a:spLocks noGrp="1"/>
          </p:cNvSpPr>
          <p:nvPr>
            <p:ph type="body" sz="quarter" idx="21"/>
          </p:nvPr>
        </p:nvSpPr>
        <p:spPr>
          <a:xfrm>
            <a:off x="1183304" y="788870"/>
            <a:ext cx="5587826" cy="262957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500" b="1" spc="-7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4 소제목 + 태그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형광 밑줄"/>
          <p:cNvSpPr/>
          <p:nvPr/>
        </p:nvSpPr>
        <p:spPr>
          <a:xfrm>
            <a:off x="723130" y="931304"/>
            <a:ext cx="3107267" cy="43826"/>
          </a:xfrm>
          <a:prstGeom prst="rect">
            <a:avLst/>
          </a:prstGeom>
          <a:solidFill>
            <a:srgbClr val="29FFBD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소제목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6300000" cy="241043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200" b="1" spc="-6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5 사다리 · 환경분석 → 시사점 → 협력체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9973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771183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571009"/>
            <a:ext cx="580696" cy="640957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571009"/>
            <a:ext cx="580696" cy="64095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571008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태그"/>
          <p:cNvSpPr/>
          <p:nvPr/>
        </p:nvSpPr>
        <p:spPr>
          <a:xfrm>
            <a:off x="1161391" y="1614835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태그"/>
          <p:cNvSpPr>
            <a:spLocks noGrp="1"/>
          </p:cNvSpPr>
          <p:nvPr>
            <p:ph type="body" sz="quarter" idx="26"/>
          </p:nvPr>
        </p:nvSpPr>
        <p:spPr>
          <a:xfrm>
            <a:off x="1161391" y="1614835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25" name="태그 설명"/>
          <p:cNvSpPr>
            <a:spLocks noGrp="1"/>
          </p:cNvSpPr>
          <p:nvPr>
            <p:ph type="body" sz="quarter" idx="27"/>
          </p:nvPr>
        </p:nvSpPr>
        <p:spPr>
          <a:xfrm>
            <a:off x="2145304" y="1603878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26" name="태그"/>
          <p:cNvSpPr/>
          <p:nvPr/>
        </p:nvSpPr>
        <p:spPr>
          <a:xfrm>
            <a:off x="1161391" y="1812052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812052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145304" y="1801096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9" name="태그"/>
          <p:cNvSpPr/>
          <p:nvPr/>
        </p:nvSpPr>
        <p:spPr>
          <a:xfrm>
            <a:off x="1161391" y="2009270"/>
            <a:ext cx="94008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161391" y="2009270"/>
            <a:ext cx="94008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145304" y="1998313"/>
            <a:ext cx="466417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32" name="레일"/>
          <p:cNvSpPr/>
          <p:nvPr/>
        </p:nvSpPr>
        <p:spPr>
          <a:xfrm>
            <a:off x="547826" y="2228400"/>
            <a:ext cx="580696" cy="621861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2"/>
          </p:nvPr>
        </p:nvSpPr>
        <p:spPr>
          <a:xfrm>
            <a:off x="547826" y="2228400"/>
            <a:ext cx="580696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28400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"/>
          <p:cNvSpPr/>
          <p:nvPr/>
        </p:nvSpPr>
        <p:spPr>
          <a:xfrm>
            <a:off x="1161391" y="2250313"/>
            <a:ext cx="1882696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3"/>
          </p:nvPr>
        </p:nvSpPr>
        <p:spPr>
          <a:xfrm>
            <a:off x="1161391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37" name="단계"/>
          <p:cNvSpPr/>
          <p:nvPr/>
        </p:nvSpPr>
        <p:spPr>
          <a:xfrm>
            <a:off x="3044087" y="2250313"/>
            <a:ext cx="1882696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4"/>
          </p:nvPr>
        </p:nvSpPr>
        <p:spPr>
          <a:xfrm>
            <a:off x="3044087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39" name="단계"/>
          <p:cNvSpPr/>
          <p:nvPr/>
        </p:nvSpPr>
        <p:spPr>
          <a:xfrm>
            <a:off x="4926783" y="2250313"/>
            <a:ext cx="1882696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5"/>
          </p:nvPr>
        </p:nvSpPr>
        <p:spPr>
          <a:xfrm>
            <a:off x="4926783" y="2250313"/>
            <a:ext cx="1882696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3044086" y="2250313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4926782" y="2250313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5023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5351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6 사다리 · 현황 → 이해관계 → 추진노력 + 성과 사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4716783" cy="197248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406487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765704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8" name="머리칸"/>
          <p:cNvSpPr/>
          <p:nvPr/>
        </p:nvSpPr>
        <p:spPr>
          <a:xfrm>
            <a:off x="3380087" y="1202557"/>
            <a:ext cx="2016000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3380087" y="1202557"/>
            <a:ext cx="2016000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3391043" y="1443600"/>
            <a:ext cx="2010522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3380087" y="1476470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96278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96278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9627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단계"/>
          <p:cNvSpPr/>
          <p:nvPr/>
        </p:nvSpPr>
        <p:spPr>
          <a:xfrm>
            <a:off x="1347652" y="1984696"/>
            <a:ext cx="1016217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1347652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28" name="단계"/>
          <p:cNvSpPr/>
          <p:nvPr/>
        </p:nvSpPr>
        <p:spPr>
          <a:xfrm>
            <a:off x="2363870" y="1984696"/>
            <a:ext cx="1016217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2363870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30" name="단계"/>
          <p:cNvSpPr/>
          <p:nvPr/>
        </p:nvSpPr>
        <p:spPr>
          <a:xfrm>
            <a:off x="3380087" y="1984696"/>
            <a:ext cx="1016217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1" name="단계"/>
          <p:cNvSpPr>
            <a:spLocks noGrp="1"/>
          </p:cNvSpPr>
          <p:nvPr>
            <p:ph type="body" sz="quarter" idx="30"/>
          </p:nvPr>
        </p:nvSpPr>
        <p:spPr>
          <a:xfrm>
            <a:off x="3380087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32" name="단계"/>
          <p:cNvSpPr/>
          <p:nvPr/>
        </p:nvSpPr>
        <p:spPr>
          <a:xfrm>
            <a:off x="4396304" y="1984696"/>
            <a:ext cx="1016217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3" name="단계"/>
          <p:cNvSpPr>
            <a:spLocks noGrp="1"/>
          </p:cNvSpPr>
          <p:nvPr>
            <p:ph type="body" sz="quarter" idx="31"/>
          </p:nvPr>
        </p:nvSpPr>
        <p:spPr>
          <a:xfrm>
            <a:off x="4396304" y="1984696"/>
            <a:ext cx="1016217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34" name="단계 삼각형"/>
          <p:cNvSpPr/>
          <p:nvPr/>
        </p:nvSpPr>
        <p:spPr>
          <a:xfrm>
            <a:off x="2363869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단계 삼각형"/>
          <p:cNvSpPr/>
          <p:nvPr/>
        </p:nvSpPr>
        <p:spPr>
          <a:xfrm>
            <a:off x="3380086" y="1984695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단계 삼각형"/>
          <p:cNvSpPr/>
          <p:nvPr/>
        </p:nvSpPr>
        <p:spPr>
          <a:xfrm>
            <a:off x="4396304" y="1984695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4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2"/>
          </p:nvPr>
        </p:nvSpPr>
        <p:spPr>
          <a:xfrm>
            <a:off x="1358609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2374826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cxnSp>
        <p:nvCxnSpPr>
          <p:cNvPr id="39" name="Connector 24"/>
          <p:cNvCxnSpPr/>
          <p:nvPr/>
        </p:nvCxnSpPr>
        <p:spPr>
          <a:xfrm>
            <a:off x="2363870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칸 본문"/>
          <p:cNvSpPr>
            <a:spLocks noGrp="1"/>
          </p:cNvSpPr>
          <p:nvPr>
            <p:ph type="body" sz="quarter" idx="34"/>
          </p:nvPr>
        </p:nvSpPr>
        <p:spPr>
          <a:xfrm>
            <a:off x="3391043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cxnSp>
        <p:nvCxnSpPr>
          <p:cNvPr id="41" name="Connector 26"/>
          <p:cNvCxnSpPr/>
          <p:nvPr/>
        </p:nvCxnSpPr>
        <p:spPr>
          <a:xfrm>
            <a:off x="3380087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4407261" y="2236696"/>
            <a:ext cx="994304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cxnSp>
        <p:nvCxnSpPr>
          <p:cNvPr id="43" name="Connector 28"/>
          <p:cNvCxnSpPr/>
          <p:nvPr/>
        </p:nvCxnSpPr>
        <p:spPr>
          <a:xfrm>
            <a:off x="4396304" y="2269565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4" name="성과 화살표"/>
          <p:cNvSpPr/>
          <p:nvPr/>
        </p:nvSpPr>
        <p:spPr>
          <a:xfrm>
            <a:off x="5467304" y="1621721"/>
            <a:ext cx="142435" cy="284870"/>
          </a:xfrm>
          <a:custGeom>
            <a:avLst/>
            <a:gdLst/>
            <a:ahLst/>
            <a:cxnLst/>
            <a:rect l="l" t="t" r="r" b="b"/>
            <a:pathLst>
              <a:path w="142435" h="284870">
                <a:moveTo>
                  <a:pt x="0" y="0"/>
                </a:moveTo>
                <a:lnTo>
                  <a:pt x="0" y="284870"/>
                </a:lnTo>
                <a:lnTo>
                  <a:pt x="142435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성과 패널 머리"/>
          <p:cNvSpPr/>
          <p:nvPr/>
        </p:nvSpPr>
        <p:spPr>
          <a:xfrm>
            <a:off x="5637130" y="777913"/>
            <a:ext cx="1386000" cy="241043"/>
          </a:xfrm>
          <a:prstGeom prst="rect">
            <a:avLst/>
          </a:prstGeom>
          <a:solidFill>
            <a:srgbClr val="008C6B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46" name="성과 패널 머리"/>
          <p:cNvSpPr>
            <a:spLocks noGrp="1"/>
          </p:cNvSpPr>
          <p:nvPr>
            <p:ph type="body" sz="quarter" idx="36"/>
          </p:nvPr>
        </p:nvSpPr>
        <p:spPr>
          <a:xfrm>
            <a:off x="5637130" y="777913"/>
            <a:ext cx="1386000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47" name="성과 패널"/>
          <p:cNvSpPr/>
          <p:nvPr/>
        </p:nvSpPr>
        <p:spPr>
          <a:xfrm>
            <a:off x="5637130" y="1029913"/>
            <a:ext cx="1386000" cy="1720487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8" name="성과 패널 본문"/>
          <p:cNvSpPr>
            <a:spLocks noGrp="1"/>
          </p:cNvSpPr>
          <p:nvPr>
            <p:ph type="body" sz="quarter" idx="37"/>
          </p:nvPr>
        </p:nvSpPr>
        <p:spPr>
          <a:xfrm>
            <a:off x="5659043" y="1051826"/>
            <a:ext cx="1342174" cy="1676661"/>
          </a:xfrm>
          <a:prstGeom prst="rect">
            <a:avLst/>
          </a:prstGeom>
          <a:noFill/>
          <a:ln>
            <a:noFill/>
          </a:ln>
        </p:spPr>
        <p:txBody>
          <a:bodyPr wrap="square" lIns="54000" tIns="18000" rIns="36000" bIns="180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7 사다리 · 단계 추진(그간의 노력 → 상세화 → 선임 추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047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25" name="머리칸"/>
          <p:cNvSpPr/>
          <p:nvPr/>
        </p:nvSpPr>
        <p:spPr>
          <a:xfrm>
            <a:off x="3985435" y="1427165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985435" y="1427165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996391" y="1668209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985435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771183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7711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단계"/>
          <p:cNvSpPr/>
          <p:nvPr/>
        </p:nvSpPr>
        <p:spPr>
          <a:xfrm>
            <a:off x="1161391" y="2049026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4" name="단계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35" name="단계"/>
          <p:cNvSpPr/>
          <p:nvPr/>
        </p:nvSpPr>
        <p:spPr>
          <a:xfrm>
            <a:off x="2573413" y="2049026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6" name="단계"/>
          <p:cNvSpPr>
            <a:spLocks noGrp="1"/>
          </p:cNvSpPr>
          <p:nvPr>
            <p:ph type="body" sz="quarter" idx="32"/>
          </p:nvPr>
        </p:nvSpPr>
        <p:spPr>
          <a:xfrm>
            <a:off x="2573413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37" name="단계"/>
          <p:cNvSpPr/>
          <p:nvPr/>
        </p:nvSpPr>
        <p:spPr>
          <a:xfrm>
            <a:off x="3985435" y="2049026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38" name="단계"/>
          <p:cNvSpPr>
            <a:spLocks noGrp="1"/>
          </p:cNvSpPr>
          <p:nvPr>
            <p:ph type="body" sz="quarter" idx="33"/>
          </p:nvPr>
        </p:nvSpPr>
        <p:spPr>
          <a:xfrm>
            <a:off x="3985435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39" name="단계"/>
          <p:cNvSpPr/>
          <p:nvPr/>
        </p:nvSpPr>
        <p:spPr>
          <a:xfrm>
            <a:off x="5397457" y="2049026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40" name="단계"/>
          <p:cNvSpPr>
            <a:spLocks noGrp="1"/>
          </p:cNvSpPr>
          <p:nvPr>
            <p:ph type="body" sz="quarter" idx="34"/>
          </p:nvPr>
        </p:nvSpPr>
        <p:spPr>
          <a:xfrm>
            <a:off x="5397457" y="2049026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41" name="단계 삼각형"/>
          <p:cNvSpPr/>
          <p:nvPr/>
        </p:nvSpPr>
        <p:spPr>
          <a:xfrm>
            <a:off x="2573413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단계 삼각형"/>
          <p:cNvSpPr/>
          <p:nvPr/>
        </p:nvSpPr>
        <p:spPr>
          <a:xfrm>
            <a:off x="3985434" y="2049026"/>
            <a:ext cx="109566" cy="230087"/>
          </a:xfrm>
          <a:custGeom>
            <a:avLst/>
            <a:gdLst/>
            <a:ahLst/>
            <a:cxnLst/>
            <a:rect l="l" t="t" r="r" b="b"/>
            <a:pathLst>
              <a:path w="109566" h="230087">
                <a:moveTo>
                  <a:pt x="0" y="0"/>
                </a:moveTo>
                <a:lnTo>
                  <a:pt x="109566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단계 삼각형"/>
          <p:cNvSpPr/>
          <p:nvPr/>
        </p:nvSpPr>
        <p:spPr>
          <a:xfrm>
            <a:off x="5397456" y="2049026"/>
            <a:ext cx="109565" cy="230087"/>
          </a:xfrm>
          <a:custGeom>
            <a:avLst/>
            <a:gdLst/>
            <a:ahLst/>
            <a:cxnLst/>
            <a:rect l="l" t="t" r="r" b="b"/>
            <a:pathLst>
              <a:path w="109565" h="230087">
                <a:moveTo>
                  <a:pt x="0" y="0"/>
                </a:moveTo>
                <a:lnTo>
                  <a:pt x="109565" y="115043"/>
                </a:lnTo>
                <a:lnTo>
                  <a:pt x="0" y="230087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5"/>
          </p:nvPr>
        </p:nvSpPr>
        <p:spPr>
          <a:xfrm>
            <a:off x="1172348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45" name="칸 본문"/>
          <p:cNvSpPr>
            <a:spLocks noGrp="1"/>
          </p:cNvSpPr>
          <p:nvPr>
            <p:ph type="body" sz="quarter" idx="36"/>
          </p:nvPr>
        </p:nvSpPr>
        <p:spPr>
          <a:xfrm>
            <a:off x="2584370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cxnSp>
        <p:nvCxnSpPr>
          <p:cNvPr id="46" name="Connector 31"/>
          <p:cNvCxnSpPr/>
          <p:nvPr/>
        </p:nvCxnSpPr>
        <p:spPr>
          <a:xfrm>
            <a:off x="2573413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3996391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cxnSp>
        <p:nvCxnSpPr>
          <p:cNvPr id="48" name="Connector 33"/>
          <p:cNvCxnSpPr/>
          <p:nvPr/>
        </p:nvCxnSpPr>
        <p:spPr>
          <a:xfrm>
            <a:off x="3985435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9" name="칸 본문"/>
          <p:cNvSpPr>
            <a:spLocks noGrp="1"/>
          </p:cNvSpPr>
          <p:nvPr>
            <p:ph type="body" sz="quarter" idx="38"/>
          </p:nvPr>
        </p:nvSpPr>
        <p:spPr>
          <a:xfrm>
            <a:off x="5408413" y="2301026"/>
            <a:ext cx="1390109" cy="4917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  <p:cxnSp>
        <p:nvCxnSpPr>
          <p:cNvPr id="50" name="Connector 35"/>
          <p:cNvCxnSpPr/>
          <p:nvPr/>
        </p:nvCxnSpPr>
        <p:spPr>
          <a:xfrm>
            <a:off x="5397457" y="2333896"/>
            <a:ext cx="0" cy="4260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08 사다리 · 수준진단 → 공감대 형성 → 시사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484765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369861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369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180643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8064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5" name="레일 삼각형"/>
          <p:cNvSpPr/>
          <p:nvPr/>
        </p:nvSpPr>
        <p:spPr>
          <a:xfrm>
            <a:off x="734086" y="1180643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머리칸"/>
          <p:cNvSpPr/>
          <p:nvPr/>
        </p:nvSpPr>
        <p:spPr>
          <a:xfrm>
            <a:off x="1347652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1347652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8" name="머리칸"/>
          <p:cNvSpPr/>
          <p:nvPr/>
        </p:nvSpPr>
        <p:spPr>
          <a:xfrm>
            <a:off x="4171696" y="1202557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4"/>
          </p:nvPr>
        </p:nvSpPr>
        <p:spPr>
          <a:xfrm>
            <a:off x="4171696" y="1202557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5"/>
          </p:nvPr>
        </p:nvSpPr>
        <p:spPr>
          <a:xfrm>
            <a:off x="1358609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6"/>
          </p:nvPr>
        </p:nvSpPr>
        <p:spPr>
          <a:xfrm>
            <a:off x="4182652" y="1443600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cxnSp>
        <p:nvCxnSpPr>
          <p:cNvPr id="22" name="Connector 12"/>
          <p:cNvCxnSpPr/>
          <p:nvPr/>
        </p:nvCxnSpPr>
        <p:spPr>
          <a:xfrm>
            <a:off x="4171696" y="1476470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3" name="레일"/>
          <p:cNvSpPr/>
          <p:nvPr/>
        </p:nvSpPr>
        <p:spPr>
          <a:xfrm>
            <a:off x="734087" y="1802504"/>
            <a:ext cx="580696" cy="443739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4" name="레일"/>
          <p:cNvSpPr>
            <a:spLocks noGrp="1"/>
          </p:cNvSpPr>
          <p:nvPr>
            <p:ph type="body" sz="quarter" idx="27"/>
          </p:nvPr>
        </p:nvSpPr>
        <p:spPr>
          <a:xfrm>
            <a:off x="734087" y="1802504"/>
            <a:ext cx="580696" cy="4437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25" name="레일 삼각형"/>
          <p:cNvSpPr/>
          <p:nvPr/>
        </p:nvSpPr>
        <p:spPr>
          <a:xfrm>
            <a:off x="734086" y="1802504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태그"/>
          <p:cNvSpPr/>
          <p:nvPr/>
        </p:nvSpPr>
        <p:spPr>
          <a:xfrm>
            <a:off x="1347652" y="1846330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347652" y="1846330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2470605" y="1835374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29" name="태그"/>
          <p:cNvSpPr/>
          <p:nvPr/>
        </p:nvSpPr>
        <p:spPr>
          <a:xfrm>
            <a:off x="1347652" y="2043548"/>
            <a:ext cx="1079127" cy="17530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태그"/>
          <p:cNvSpPr>
            <a:spLocks noGrp="1"/>
          </p:cNvSpPr>
          <p:nvPr>
            <p:ph type="body" sz="quarter" idx="30"/>
          </p:nvPr>
        </p:nvSpPr>
        <p:spPr>
          <a:xfrm>
            <a:off x="1347652" y="2043548"/>
            <a:ext cx="1079127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31" name="태그 설명"/>
          <p:cNvSpPr>
            <a:spLocks noGrp="1"/>
          </p:cNvSpPr>
          <p:nvPr>
            <p:ph type="body" sz="quarter" idx="31"/>
          </p:nvPr>
        </p:nvSpPr>
        <p:spPr>
          <a:xfrm>
            <a:off x="2470605" y="2032591"/>
            <a:ext cx="4525134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09 사다리 · 공감대 → 선언(사진) → 확산(배너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4941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985435" y="805304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985435" y="805304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996391" y="1046348"/>
            <a:ext cx="280213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985435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8162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레일 태그"/>
          <p:cNvSpPr/>
          <p:nvPr/>
        </p:nvSpPr>
        <p:spPr>
          <a:xfrm>
            <a:off x="668144" y="1569600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22" name="레일 태그"/>
          <p:cNvSpPr>
            <a:spLocks noGrp="1"/>
          </p:cNvSpPr>
          <p:nvPr>
            <p:ph type="body" sz="quarter" idx="25"/>
          </p:nvPr>
        </p:nvSpPr>
        <p:spPr>
          <a:xfrm>
            <a:off x="668144" y="1569600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26"/>
          </p:nvPr>
        </p:nvSpPr>
        <p:spPr>
          <a:xfrm>
            <a:off x="547826" y="1755861"/>
            <a:ext cx="580696" cy="443739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24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머리칸"/>
          <p:cNvSpPr/>
          <p:nvPr/>
        </p:nvSpPr>
        <p:spPr>
          <a:xfrm>
            <a:off x="1161391" y="1427165"/>
            <a:ext cx="4519565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1161391" y="1427165"/>
            <a:ext cx="4519565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4514087" cy="5478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8" name="사진 칸"/>
          <p:cNvSpPr/>
          <p:nvPr/>
        </p:nvSpPr>
        <p:spPr>
          <a:xfrm>
            <a:off x="5730261" y="1432643"/>
            <a:ext cx="1079217" cy="777913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29" name="사진 칸"/>
          <p:cNvSpPr>
            <a:spLocks noGrp="1"/>
          </p:cNvSpPr>
          <p:nvPr>
            <p:ph type="body" sz="quarter" idx="29"/>
          </p:nvPr>
        </p:nvSpPr>
        <p:spPr>
          <a:xfrm>
            <a:off x="5730261" y="1432643"/>
            <a:ext cx="1079217" cy="77791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30" name="레일"/>
          <p:cNvSpPr/>
          <p:nvPr/>
        </p:nvSpPr>
        <p:spPr>
          <a:xfrm>
            <a:off x="547826" y="2237948"/>
            <a:ext cx="580696" cy="1006748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1" name="레일 태그"/>
          <p:cNvSpPr/>
          <p:nvPr/>
        </p:nvSpPr>
        <p:spPr>
          <a:xfrm>
            <a:off x="668144" y="2402296"/>
            <a:ext cx="340059" cy="18626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7200" rIns="7200" tIns="0" bIns="0" wrap="square"/>
          <a:lstStyle/>
          <a:p/>
        </p:txBody>
      </p:sp>
      <p:sp>
        <p:nvSpPr>
          <p:cNvPr id="32" name="레일 태그"/>
          <p:cNvSpPr>
            <a:spLocks noGrp="1"/>
          </p:cNvSpPr>
          <p:nvPr>
            <p:ph type="body" sz="quarter" idx="30"/>
          </p:nvPr>
        </p:nvSpPr>
        <p:spPr>
          <a:xfrm>
            <a:off x="668144" y="2402296"/>
            <a:ext cx="340059" cy="1862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7200" rIns="7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33" name="레일 라벨"/>
          <p:cNvSpPr>
            <a:spLocks noGrp="1"/>
          </p:cNvSpPr>
          <p:nvPr>
            <p:ph type="body" sz="quarter" idx="31"/>
          </p:nvPr>
        </p:nvSpPr>
        <p:spPr>
          <a:xfrm>
            <a:off x="547826" y="2588557"/>
            <a:ext cx="580696" cy="634226"/>
          </a:xfrm>
          <a:prstGeom prst="rect">
            <a:avLst/>
          </a:prstGeom>
          <a:noFill/>
          <a:ln>
            <a:noFill/>
          </a:ln>
        </p:spPr>
        <p:txBody>
          <a:bodyPr wrap="square" lIns="10800" tIns="0" rIns="10800" bIns="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34" name="레일 삼각형"/>
          <p:cNvSpPr/>
          <p:nvPr/>
        </p:nvSpPr>
        <p:spPr>
          <a:xfrm>
            <a:off x="547826" y="2237947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배너"/>
          <p:cNvSpPr/>
          <p:nvPr/>
        </p:nvSpPr>
        <p:spPr>
          <a:xfrm>
            <a:off x="1161391" y="2259861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6" name="배너"/>
          <p:cNvSpPr>
            <a:spLocks noGrp="1"/>
          </p:cNvSpPr>
          <p:nvPr>
            <p:ph type="body" sz="quarter" idx="32"/>
          </p:nvPr>
        </p:nvSpPr>
        <p:spPr>
          <a:xfrm>
            <a:off x="1161391" y="2259861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37" name="머리칸"/>
          <p:cNvSpPr/>
          <p:nvPr/>
        </p:nvSpPr>
        <p:spPr>
          <a:xfrm>
            <a:off x="1161391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8" name="머리칸"/>
          <p:cNvSpPr>
            <a:spLocks noGrp="1"/>
          </p:cNvSpPr>
          <p:nvPr>
            <p:ph type="body" sz="quarter" idx="33"/>
          </p:nvPr>
        </p:nvSpPr>
        <p:spPr>
          <a:xfrm>
            <a:off x="1161391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39" name="머리칸"/>
          <p:cNvSpPr/>
          <p:nvPr/>
        </p:nvSpPr>
        <p:spPr>
          <a:xfrm>
            <a:off x="3044087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0" name="머리칸"/>
          <p:cNvSpPr>
            <a:spLocks noGrp="1"/>
          </p:cNvSpPr>
          <p:nvPr>
            <p:ph type="body" sz="quarter" idx="34"/>
          </p:nvPr>
        </p:nvSpPr>
        <p:spPr>
          <a:xfrm>
            <a:off x="3044087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41" name="머리칸"/>
          <p:cNvSpPr/>
          <p:nvPr/>
        </p:nvSpPr>
        <p:spPr>
          <a:xfrm>
            <a:off x="4926783" y="2495426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2" name="머리칸"/>
          <p:cNvSpPr>
            <a:spLocks noGrp="1"/>
          </p:cNvSpPr>
          <p:nvPr>
            <p:ph type="body" sz="quarter" idx="35"/>
          </p:nvPr>
        </p:nvSpPr>
        <p:spPr>
          <a:xfrm>
            <a:off x="4926783" y="2495426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1172348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44" name="칸 본문"/>
          <p:cNvSpPr>
            <a:spLocks noGrp="1"/>
          </p:cNvSpPr>
          <p:nvPr>
            <p:ph type="body" sz="quarter" idx="37"/>
          </p:nvPr>
        </p:nvSpPr>
        <p:spPr>
          <a:xfrm>
            <a:off x="3055043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cxnSp>
        <p:nvCxnSpPr>
          <p:cNvPr id="45" name="Connector 30"/>
          <p:cNvCxnSpPr/>
          <p:nvPr/>
        </p:nvCxnSpPr>
        <p:spPr>
          <a:xfrm>
            <a:off x="3044087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6" name="칸 본문"/>
          <p:cNvSpPr>
            <a:spLocks noGrp="1"/>
          </p:cNvSpPr>
          <p:nvPr>
            <p:ph type="body" sz="quarter" idx="38"/>
          </p:nvPr>
        </p:nvSpPr>
        <p:spPr>
          <a:xfrm>
            <a:off x="4937739" y="2736470"/>
            <a:ext cx="1860783" cy="502748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  <p:cxnSp>
        <p:nvCxnSpPr>
          <p:cNvPr id="47" name="Connector 32"/>
          <p:cNvCxnSpPr/>
          <p:nvPr/>
        </p:nvCxnSpPr>
        <p:spPr>
          <a:xfrm>
            <a:off x="4926783" y="2769339"/>
            <a:ext cx="0" cy="437009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0 사다리 · 이해관계 → 의견조율 → 협약체결(인라인 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266822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9" name="레일"/>
          <p:cNvSpPr/>
          <p:nvPr/>
        </p:nvSpPr>
        <p:spPr>
          <a:xfrm>
            <a:off x="734087" y="1421687"/>
            <a:ext cx="580696" cy="9314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421687"/>
            <a:ext cx="580696" cy="9314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21" name="레일 삼각형"/>
          <p:cNvSpPr/>
          <p:nvPr/>
        </p:nvSpPr>
        <p:spPr>
          <a:xfrm>
            <a:off x="734086" y="1421686"/>
            <a:ext cx="580696" cy="131479"/>
          </a:xfrm>
          <a:custGeom>
            <a:avLst/>
            <a:gdLst/>
            <a:ahLst/>
            <a:cxnLst/>
            <a:rect l="l" t="t" r="r" b="b"/>
            <a:pathLst>
              <a:path w="580696" h="131479">
                <a:moveTo>
                  <a:pt x="0" y="0"/>
                </a:moveTo>
                <a:lnTo>
                  <a:pt x="580696" y="0"/>
                </a:lnTo>
                <a:lnTo>
                  <a:pt x="290348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단계"/>
          <p:cNvSpPr/>
          <p:nvPr/>
        </p:nvSpPr>
        <p:spPr>
          <a:xfrm>
            <a:off x="1347652" y="1443600"/>
            <a:ext cx="1412022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3" name="단계"/>
          <p:cNvSpPr>
            <a:spLocks noGrp="1"/>
          </p:cNvSpPr>
          <p:nvPr>
            <p:ph type="body" sz="quarter" idx="26"/>
          </p:nvPr>
        </p:nvSpPr>
        <p:spPr>
          <a:xfrm>
            <a:off x="1347652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24" name="단계"/>
          <p:cNvSpPr/>
          <p:nvPr/>
        </p:nvSpPr>
        <p:spPr>
          <a:xfrm>
            <a:off x="2759674" y="1443600"/>
            <a:ext cx="1412022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5" name="단계"/>
          <p:cNvSpPr>
            <a:spLocks noGrp="1"/>
          </p:cNvSpPr>
          <p:nvPr>
            <p:ph type="body" sz="quarter" idx="27"/>
          </p:nvPr>
        </p:nvSpPr>
        <p:spPr>
          <a:xfrm>
            <a:off x="2759674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26" name="단계"/>
          <p:cNvSpPr/>
          <p:nvPr/>
        </p:nvSpPr>
        <p:spPr>
          <a:xfrm>
            <a:off x="4171696" y="1443600"/>
            <a:ext cx="1412022" cy="230087"/>
          </a:xfrm>
          <a:prstGeom prst="rect">
            <a:avLst/>
          </a:prstGeom>
          <a:solidFill>
            <a:srgbClr val="30C2FF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7" name="단계"/>
          <p:cNvSpPr>
            <a:spLocks noGrp="1"/>
          </p:cNvSpPr>
          <p:nvPr>
            <p:ph type="body" sz="quarter" idx="28"/>
          </p:nvPr>
        </p:nvSpPr>
        <p:spPr>
          <a:xfrm>
            <a:off x="4171696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28" name="단계"/>
          <p:cNvSpPr/>
          <p:nvPr/>
        </p:nvSpPr>
        <p:spPr>
          <a:xfrm>
            <a:off x="5583717" y="1443600"/>
            <a:ext cx="1412022" cy="230087"/>
          </a:xfrm>
          <a:prstGeom prst="rect">
            <a:avLst/>
          </a:prstGeom>
          <a:solidFill>
            <a:srgbClr val="0051BC"/>
          </a:solidFill>
          <a:ln>
            <a:noFill/>
          </a:ln>
          <a:effectLst/>
        </p:spPr>
        <p:txBody>
          <a:bodyPr rtlCol="0" anchor="ctr" lIns="86400" rIns="86400" tIns="0" bIns="0" wrap="square"/>
          <a:lstStyle/>
          <a:p/>
        </p:txBody>
      </p:sp>
      <p:sp>
        <p:nvSpPr>
          <p:cNvPr id="29" name="단계"/>
          <p:cNvSpPr>
            <a:spLocks noGrp="1"/>
          </p:cNvSpPr>
          <p:nvPr>
            <p:ph type="body" sz="quarter" idx="29"/>
          </p:nvPr>
        </p:nvSpPr>
        <p:spPr>
          <a:xfrm>
            <a:off x="5583717" y="1443600"/>
            <a:ext cx="1412022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86400" rIns="864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30" name="단계 삼각형"/>
          <p:cNvSpPr/>
          <p:nvPr/>
        </p:nvSpPr>
        <p:spPr>
          <a:xfrm>
            <a:off x="2759673" y="1443600"/>
            <a:ext cx="109566" cy="230086"/>
          </a:xfrm>
          <a:custGeom>
            <a:avLst/>
            <a:gdLst/>
            <a:ahLst/>
            <a:cxnLst/>
            <a:rect l="l" t="t" r="r" b="b"/>
            <a:pathLst>
              <a:path w="109566" h="230086">
                <a:moveTo>
                  <a:pt x="0" y="0"/>
                </a:moveTo>
                <a:lnTo>
                  <a:pt x="109566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DEEE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단계 삼각형"/>
          <p:cNvSpPr/>
          <p:nvPr/>
        </p:nvSpPr>
        <p:spPr>
          <a:xfrm>
            <a:off x="4171695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BDE0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단계 삼각형"/>
          <p:cNvSpPr/>
          <p:nvPr/>
        </p:nvSpPr>
        <p:spPr>
          <a:xfrm>
            <a:off x="5583717" y="1443600"/>
            <a:ext cx="109565" cy="230086"/>
          </a:xfrm>
          <a:custGeom>
            <a:avLst/>
            <a:gdLst/>
            <a:ahLst/>
            <a:cxnLst/>
            <a:rect l="l" t="t" r="r" b="b"/>
            <a:pathLst>
              <a:path w="109565" h="230086">
                <a:moveTo>
                  <a:pt x="0" y="0"/>
                </a:moveTo>
                <a:lnTo>
                  <a:pt x="109565" y="115043"/>
                </a:lnTo>
                <a:lnTo>
                  <a:pt x="0" y="230086"/>
                </a:lnTo>
                <a:close/>
              </a:path>
            </a:pathLst>
          </a:custGeom>
          <a:solidFill>
            <a:srgbClr val="30C2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0"/>
          </p:nvPr>
        </p:nvSpPr>
        <p:spPr>
          <a:xfrm>
            <a:off x="1358609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2770630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cxnSp>
        <p:nvCxnSpPr>
          <p:cNvPr id="35" name="Connector 21"/>
          <p:cNvCxnSpPr/>
          <p:nvPr/>
        </p:nvCxnSpPr>
        <p:spPr>
          <a:xfrm>
            <a:off x="2759674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6" name="칸 본문"/>
          <p:cNvSpPr>
            <a:spLocks noGrp="1"/>
          </p:cNvSpPr>
          <p:nvPr>
            <p:ph type="body" sz="quarter" idx="32"/>
          </p:nvPr>
        </p:nvSpPr>
        <p:spPr>
          <a:xfrm>
            <a:off x="4182652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cxnSp>
        <p:nvCxnSpPr>
          <p:cNvPr id="37" name="Connector 23"/>
          <p:cNvCxnSpPr/>
          <p:nvPr/>
        </p:nvCxnSpPr>
        <p:spPr>
          <a:xfrm>
            <a:off x="4171696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5594674" y="1695600"/>
            <a:ext cx="1390109" cy="6520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cxnSp>
        <p:nvCxnSpPr>
          <p:cNvPr id="39" name="Connector 25"/>
          <p:cNvCxnSpPr/>
          <p:nvPr/>
        </p:nvCxnSpPr>
        <p:spPr>
          <a:xfrm>
            <a:off x="5583717" y="1728470"/>
            <a:ext cx="0" cy="5863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0" name="레일"/>
          <p:cNvSpPr/>
          <p:nvPr/>
        </p:nvSpPr>
        <p:spPr>
          <a:xfrm>
            <a:off x="734087" y="2369583"/>
            <a:ext cx="580696" cy="1060122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69583"/>
            <a:ext cx="580696" cy="1060122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42" name="레일 삼각형"/>
          <p:cNvSpPr/>
          <p:nvPr/>
        </p:nvSpPr>
        <p:spPr>
          <a:xfrm>
            <a:off x="734086" y="2369582"/>
            <a:ext cx="580696" cy="131478"/>
          </a:xfrm>
          <a:custGeom>
            <a:avLst/>
            <a:gdLst/>
            <a:ahLst/>
            <a:cxnLst/>
            <a:rect l="l" t="t" r="r" b="b"/>
            <a:pathLst>
              <a:path w="580696" h="131478">
                <a:moveTo>
                  <a:pt x="0" y="0"/>
                </a:moveTo>
                <a:lnTo>
                  <a:pt x="580696" y="0"/>
                </a:lnTo>
                <a:lnTo>
                  <a:pt x="290348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머리칸"/>
          <p:cNvSpPr/>
          <p:nvPr/>
        </p:nvSpPr>
        <p:spPr>
          <a:xfrm>
            <a:off x="1347652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4" name="머리칸"/>
          <p:cNvSpPr>
            <a:spLocks noGrp="1"/>
          </p:cNvSpPr>
          <p:nvPr>
            <p:ph type="body" sz="quarter" idx="35"/>
          </p:nvPr>
        </p:nvSpPr>
        <p:spPr>
          <a:xfrm>
            <a:off x="1347652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45" name="머리칸"/>
          <p:cNvSpPr/>
          <p:nvPr/>
        </p:nvSpPr>
        <p:spPr>
          <a:xfrm>
            <a:off x="4171696" y="2391496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46" name="머리칸"/>
          <p:cNvSpPr>
            <a:spLocks noGrp="1"/>
          </p:cNvSpPr>
          <p:nvPr>
            <p:ph type="body" sz="quarter" idx="36"/>
          </p:nvPr>
        </p:nvSpPr>
        <p:spPr>
          <a:xfrm>
            <a:off x="4171696" y="2391496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47" name="칸 본문"/>
          <p:cNvSpPr>
            <a:spLocks noGrp="1"/>
          </p:cNvSpPr>
          <p:nvPr>
            <p:ph type="body" sz="quarter" idx="37"/>
          </p:nvPr>
        </p:nvSpPr>
        <p:spPr>
          <a:xfrm>
            <a:off x="1358609" y="2632539"/>
            <a:ext cx="2802130" cy="1876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sp>
        <p:nvSpPr>
          <p:cNvPr id="48" name="칸 본문"/>
          <p:cNvSpPr>
            <a:spLocks noGrp="1"/>
          </p:cNvSpPr>
          <p:nvPr>
            <p:ph type="body" sz="quarter" idx="38"/>
          </p:nvPr>
        </p:nvSpPr>
        <p:spPr>
          <a:xfrm>
            <a:off x="1358609" y="3269426"/>
            <a:ext cx="2802130" cy="15480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49" name="칸 본문"/>
          <p:cNvSpPr>
            <a:spLocks noGrp="1"/>
          </p:cNvSpPr>
          <p:nvPr>
            <p:ph type="body" sz="quarter" idx="39"/>
          </p:nvPr>
        </p:nvSpPr>
        <p:spPr>
          <a:xfrm>
            <a:off x="4182652" y="2632539"/>
            <a:ext cx="2802130" cy="791687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  <p:cxnSp>
        <p:nvCxnSpPr>
          <p:cNvPr id="50" name="Connector 34"/>
          <p:cNvCxnSpPr/>
          <p:nvPr/>
        </p:nvCxnSpPr>
        <p:spPr>
          <a:xfrm>
            <a:off x="4171696" y="2665409"/>
            <a:ext cx="0" cy="725948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1 사다리 · 이해관계 → 교섭(사진 열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5297478" cy="1882017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605426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13" name="머리칸"/>
          <p:cNvSpPr/>
          <p:nvPr/>
        </p:nvSpPr>
        <p:spPr>
          <a:xfrm>
            <a:off x="1161391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4" name="머리칸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5" name="머리칸"/>
          <p:cNvSpPr/>
          <p:nvPr/>
        </p:nvSpPr>
        <p:spPr>
          <a:xfrm>
            <a:off x="3484174" y="805304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3484174" y="805304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3"/>
          </p:nvPr>
        </p:nvSpPr>
        <p:spPr>
          <a:xfrm>
            <a:off x="1172348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3495130" y="1046348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cxnSp>
        <p:nvCxnSpPr>
          <p:cNvPr id="19" name="Connector 12"/>
          <p:cNvCxnSpPr/>
          <p:nvPr/>
        </p:nvCxnSpPr>
        <p:spPr>
          <a:xfrm>
            <a:off x="3484174" y="1079217"/>
            <a:ext cx="0" cy="271253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0" name="레일"/>
          <p:cNvSpPr/>
          <p:nvPr/>
        </p:nvSpPr>
        <p:spPr>
          <a:xfrm>
            <a:off x="547826" y="1405252"/>
            <a:ext cx="580696" cy="60542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1" name="레일"/>
          <p:cNvSpPr>
            <a:spLocks noGrp="1"/>
          </p:cNvSpPr>
          <p:nvPr>
            <p:ph type="body" sz="quarter" idx="25"/>
          </p:nvPr>
        </p:nvSpPr>
        <p:spPr>
          <a:xfrm>
            <a:off x="547826" y="1405252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22" name="레일 삼각형"/>
          <p:cNvSpPr/>
          <p:nvPr/>
        </p:nvSpPr>
        <p:spPr>
          <a:xfrm>
            <a:off x="547826" y="1405252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머리칸"/>
          <p:cNvSpPr/>
          <p:nvPr/>
        </p:nvSpPr>
        <p:spPr>
          <a:xfrm>
            <a:off x="1161391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6"/>
          </p:nvPr>
        </p:nvSpPr>
        <p:spPr>
          <a:xfrm>
            <a:off x="1161391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25" name="머리칸"/>
          <p:cNvSpPr/>
          <p:nvPr/>
        </p:nvSpPr>
        <p:spPr>
          <a:xfrm>
            <a:off x="3484174" y="1427165"/>
            <a:ext cx="2306348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7"/>
          </p:nvPr>
        </p:nvSpPr>
        <p:spPr>
          <a:xfrm>
            <a:off x="3484174" y="1427165"/>
            <a:ext cx="2306348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1172348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29"/>
          </p:nvPr>
        </p:nvSpPr>
        <p:spPr>
          <a:xfrm>
            <a:off x="3495130" y="1668209"/>
            <a:ext cx="2300870" cy="3369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cxnSp>
        <p:nvCxnSpPr>
          <p:cNvPr id="29" name="Connector 19"/>
          <p:cNvCxnSpPr/>
          <p:nvPr/>
        </p:nvCxnSpPr>
        <p:spPr>
          <a:xfrm>
            <a:off x="3484174" y="1701078"/>
            <a:ext cx="0" cy="271252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레일"/>
          <p:cNvSpPr/>
          <p:nvPr/>
        </p:nvSpPr>
        <p:spPr>
          <a:xfrm>
            <a:off x="547826" y="2027113"/>
            <a:ext cx="580696" cy="605426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27113"/>
            <a:ext cx="580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32" name="레일 삼각형"/>
          <p:cNvSpPr/>
          <p:nvPr/>
        </p:nvSpPr>
        <p:spPr>
          <a:xfrm>
            <a:off x="547826" y="2027113"/>
            <a:ext cx="580695" cy="131478"/>
          </a:xfrm>
          <a:custGeom>
            <a:avLst/>
            <a:gdLst/>
            <a:ahLst/>
            <a:cxnLst/>
            <a:rect l="l" t="t" r="r" b="b"/>
            <a:pathLst>
              <a:path w="580695" h="131478">
                <a:moveTo>
                  <a:pt x="0" y="0"/>
                </a:moveTo>
                <a:lnTo>
                  <a:pt x="580695" y="0"/>
                </a:lnTo>
                <a:lnTo>
                  <a:pt x="290347" y="131478"/>
                </a:lnTo>
                <a:close/>
              </a:path>
            </a:pathLst>
          </a:custGeom>
          <a:solidFill>
            <a:srgbClr val="00B0B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배너"/>
          <p:cNvSpPr/>
          <p:nvPr/>
        </p:nvSpPr>
        <p:spPr>
          <a:xfrm>
            <a:off x="1161391" y="2049026"/>
            <a:ext cx="4645565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4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2049026"/>
            <a:ext cx="4645565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35" name="본문"/>
          <p:cNvSpPr>
            <a:spLocks noGrp="1"/>
          </p:cNvSpPr>
          <p:nvPr>
            <p:ph type="body" sz="quarter" idx="32"/>
          </p:nvPr>
        </p:nvSpPr>
        <p:spPr>
          <a:xfrm>
            <a:off x="1161391" y="2284591"/>
            <a:ext cx="4645565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36" name="사진 칸"/>
          <p:cNvSpPr/>
          <p:nvPr/>
        </p:nvSpPr>
        <p:spPr>
          <a:xfrm>
            <a:off x="5878174" y="783391"/>
            <a:ext cx="958696" cy="1227287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7" name="사진 칸"/>
          <p:cNvSpPr>
            <a:spLocks noGrp="1"/>
          </p:cNvSpPr>
          <p:nvPr>
            <p:ph type="body" sz="quarter" idx="33"/>
          </p:nvPr>
        </p:nvSpPr>
        <p:spPr>
          <a:xfrm>
            <a:off x="5878174" y="783391"/>
            <a:ext cx="958696" cy="12272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38" name="사진 칸"/>
          <p:cNvSpPr/>
          <p:nvPr/>
        </p:nvSpPr>
        <p:spPr>
          <a:xfrm>
            <a:off x="5878174" y="2027113"/>
            <a:ext cx="958696" cy="605426"/>
          </a:xfrm>
          <a:prstGeom prst="rect">
            <a:avLst/>
          </a:prstGeom>
          <a:solidFill>
            <a:srgbClr val="DEEE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9" name="사진 칸"/>
          <p:cNvSpPr>
            <a:spLocks noGrp="1"/>
          </p:cNvSpPr>
          <p:nvPr>
            <p:ph type="body" sz="quarter" idx="34"/>
          </p:nvPr>
        </p:nvSpPr>
        <p:spPr>
          <a:xfrm>
            <a:off x="5878174" y="2027113"/>
            <a:ext cx="958696" cy="60542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2 사다리 · 현황 · 문제점 · 노사 공동노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1338261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13" name="레일"/>
          <p:cNvSpPr/>
          <p:nvPr/>
        </p:nvSpPr>
        <p:spPr>
          <a:xfrm>
            <a:off x="734087" y="1064191"/>
            <a:ext cx="580696" cy="25340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064191"/>
            <a:ext cx="580696" cy="2534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15" name="본문"/>
          <p:cNvSpPr>
            <a:spLocks noGrp="1"/>
          </p:cNvSpPr>
          <p:nvPr>
            <p:ph type="body" sz="quarter" idx="23"/>
          </p:nvPr>
        </p:nvSpPr>
        <p:spPr>
          <a:xfrm>
            <a:off x="1347652" y="1086104"/>
            <a:ext cx="5648087" cy="182191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16" name="레일"/>
          <p:cNvSpPr/>
          <p:nvPr/>
        </p:nvSpPr>
        <p:spPr>
          <a:xfrm>
            <a:off x="734087" y="1334035"/>
            <a:ext cx="580696" cy="765704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4"/>
          </p:nvPr>
        </p:nvSpPr>
        <p:spPr>
          <a:xfrm>
            <a:off x="734087" y="1334035"/>
            <a:ext cx="580696" cy="7657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8" name="머리칸"/>
          <p:cNvSpPr/>
          <p:nvPr/>
        </p:nvSpPr>
        <p:spPr>
          <a:xfrm>
            <a:off x="1347652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9" name="머리칸"/>
          <p:cNvSpPr>
            <a:spLocks noGrp="1"/>
          </p:cNvSpPr>
          <p:nvPr>
            <p:ph type="body" sz="quarter" idx="25"/>
          </p:nvPr>
        </p:nvSpPr>
        <p:spPr>
          <a:xfrm>
            <a:off x="1347652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20" name="머리칸"/>
          <p:cNvSpPr/>
          <p:nvPr/>
        </p:nvSpPr>
        <p:spPr>
          <a:xfrm>
            <a:off x="3230348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1" name="머리칸"/>
          <p:cNvSpPr>
            <a:spLocks noGrp="1"/>
          </p:cNvSpPr>
          <p:nvPr>
            <p:ph type="body" sz="quarter" idx="26"/>
          </p:nvPr>
        </p:nvSpPr>
        <p:spPr>
          <a:xfrm>
            <a:off x="3230348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22" name="머리칸"/>
          <p:cNvSpPr/>
          <p:nvPr/>
        </p:nvSpPr>
        <p:spPr>
          <a:xfrm>
            <a:off x="5113043" y="1355948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3" name="머리칸"/>
          <p:cNvSpPr>
            <a:spLocks noGrp="1"/>
          </p:cNvSpPr>
          <p:nvPr>
            <p:ph type="body" sz="quarter" idx="27"/>
          </p:nvPr>
        </p:nvSpPr>
        <p:spPr>
          <a:xfrm>
            <a:off x="5113043" y="1355948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28"/>
          </p:nvPr>
        </p:nvSpPr>
        <p:spPr>
          <a:xfrm>
            <a:off x="1358609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29"/>
          </p:nvPr>
        </p:nvSpPr>
        <p:spPr>
          <a:xfrm>
            <a:off x="3241304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cxnSp>
        <p:nvCxnSpPr>
          <p:cNvPr id="26" name="Connector 14"/>
          <p:cNvCxnSpPr/>
          <p:nvPr/>
        </p:nvCxnSpPr>
        <p:spPr>
          <a:xfrm>
            <a:off x="3230348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7" name="칸 본문"/>
          <p:cNvSpPr>
            <a:spLocks noGrp="1"/>
          </p:cNvSpPr>
          <p:nvPr>
            <p:ph type="body" sz="quarter" idx="30"/>
          </p:nvPr>
        </p:nvSpPr>
        <p:spPr>
          <a:xfrm>
            <a:off x="5124000" y="1596991"/>
            <a:ext cx="1860783" cy="4972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629861"/>
            <a:ext cx="0" cy="4315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3 사다리 · 협의체 참여 · 외부역량 활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표 외곽"/>
          <p:cNvSpPr/>
          <p:nvPr/>
        </p:nvSpPr>
        <p:spPr>
          <a:xfrm>
            <a:off x="536870" y="766957"/>
            <a:ext cx="6300000" cy="22133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83391"/>
            <a:ext cx="580696" cy="1082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8339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13" name="배너"/>
          <p:cNvSpPr/>
          <p:nvPr/>
        </p:nvSpPr>
        <p:spPr>
          <a:xfrm>
            <a:off x="1161391" y="80530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배너"/>
          <p:cNvSpPr>
            <a:spLocks noGrp="1"/>
          </p:cNvSpPr>
          <p:nvPr>
            <p:ph type="body" sz="quarter" idx="21"/>
          </p:nvPr>
        </p:nvSpPr>
        <p:spPr>
          <a:xfrm>
            <a:off x="1161391" y="80530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5" name="머리칸"/>
          <p:cNvSpPr/>
          <p:nvPr/>
        </p:nvSpPr>
        <p:spPr>
          <a:xfrm>
            <a:off x="1161391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6" name="머리칸"/>
          <p:cNvSpPr>
            <a:spLocks noGrp="1"/>
          </p:cNvSpPr>
          <p:nvPr>
            <p:ph type="body" sz="quarter" idx="22"/>
          </p:nvPr>
        </p:nvSpPr>
        <p:spPr>
          <a:xfrm>
            <a:off x="1161391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7" name="머리칸"/>
          <p:cNvSpPr/>
          <p:nvPr/>
        </p:nvSpPr>
        <p:spPr>
          <a:xfrm>
            <a:off x="3044087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3044087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9" name="머리칸"/>
          <p:cNvSpPr/>
          <p:nvPr/>
        </p:nvSpPr>
        <p:spPr>
          <a:xfrm>
            <a:off x="4926783" y="1040870"/>
            <a:ext cx="186626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4926783" y="1040870"/>
            <a:ext cx="186626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72348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055043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cxnSp>
        <p:nvCxnSpPr>
          <p:cNvPr id="23" name="Connector 14"/>
          <p:cNvCxnSpPr/>
          <p:nvPr/>
        </p:nvCxnSpPr>
        <p:spPr>
          <a:xfrm>
            <a:off x="3044087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칸 본문"/>
          <p:cNvSpPr>
            <a:spLocks noGrp="1"/>
          </p:cNvSpPr>
          <p:nvPr>
            <p:ph type="body" sz="quarter" idx="27"/>
          </p:nvPr>
        </p:nvSpPr>
        <p:spPr>
          <a:xfrm>
            <a:off x="4937739" y="1281913"/>
            <a:ext cx="1860783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cxnSp>
        <p:nvCxnSpPr>
          <p:cNvPr id="25" name="Connector 16"/>
          <p:cNvCxnSpPr/>
          <p:nvPr/>
        </p:nvCxnSpPr>
        <p:spPr>
          <a:xfrm>
            <a:off x="4926783" y="1314783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6" name="태그"/>
          <p:cNvSpPr/>
          <p:nvPr/>
        </p:nvSpPr>
        <p:spPr>
          <a:xfrm>
            <a:off x="1161391" y="166273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7" name="태그"/>
          <p:cNvSpPr>
            <a:spLocks noGrp="1"/>
          </p:cNvSpPr>
          <p:nvPr>
            <p:ph type="body" sz="quarter" idx="28"/>
          </p:nvPr>
        </p:nvSpPr>
        <p:spPr>
          <a:xfrm>
            <a:off x="1161391" y="166273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28" name="태그 설명"/>
          <p:cNvSpPr>
            <a:spLocks noGrp="1"/>
          </p:cNvSpPr>
          <p:nvPr>
            <p:ph type="body" sz="quarter" idx="29"/>
          </p:nvPr>
        </p:nvSpPr>
        <p:spPr>
          <a:xfrm>
            <a:off x="1786727" y="1651774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9" name="레일"/>
          <p:cNvSpPr/>
          <p:nvPr/>
        </p:nvSpPr>
        <p:spPr>
          <a:xfrm>
            <a:off x="547826" y="1881861"/>
            <a:ext cx="580696" cy="1082035"/>
          </a:xfrm>
          <a:prstGeom prst="rect">
            <a:avLst/>
          </a:prstGeom>
          <a:pattFill prst="trellis">
            <a:fgClr>
              <a:srgbClr val="0A6BE6"/>
            </a:fgClr>
            <a:bgClr>
              <a:srgbClr val="0051BC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0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1881861"/>
            <a:ext cx="580696" cy="1082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31" name="레일 삼각형"/>
          <p:cNvSpPr/>
          <p:nvPr/>
        </p:nvSpPr>
        <p:spPr>
          <a:xfrm>
            <a:off x="547826" y="1881860"/>
            <a:ext cx="580695" cy="131479"/>
          </a:xfrm>
          <a:custGeom>
            <a:avLst/>
            <a:gdLst/>
            <a:ahLst/>
            <a:cxnLst/>
            <a:rect l="l" t="t" r="r" b="b"/>
            <a:pathLst>
              <a:path w="580695" h="131479">
                <a:moveTo>
                  <a:pt x="0" y="0"/>
                </a:moveTo>
                <a:lnTo>
                  <a:pt x="580695" y="0"/>
                </a:lnTo>
                <a:lnTo>
                  <a:pt x="290347" y="131479"/>
                </a:lnTo>
                <a:close/>
              </a:path>
            </a:pathLst>
          </a:custGeom>
          <a:solidFill>
            <a:srgbClr val="0080E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배너"/>
          <p:cNvSpPr/>
          <p:nvPr/>
        </p:nvSpPr>
        <p:spPr>
          <a:xfrm>
            <a:off x="1161391" y="1903774"/>
            <a:ext cx="5648087" cy="208174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33" name="배너"/>
          <p:cNvSpPr>
            <a:spLocks noGrp="1"/>
          </p:cNvSpPr>
          <p:nvPr>
            <p:ph type="body" sz="quarter" idx="31"/>
          </p:nvPr>
        </p:nvSpPr>
        <p:spPr>
          <a:xfrm>
            <a:off x="1161391" y="1903774"/>
            <a:ext cx="5648087" cy="20817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34" name="머리칸"/>
          <p:cNvSpPr/>
          <p:nvPr/>
        </p:nvSpPr>
        <p:spPr>
          <a:xfrm>
            <a:off x="1161391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2"/>
          </p:nvPr>
        </p:nvSpPr>
        <p:spPr>
          <a:xfrm>
            <a:off x="1161391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36" name="머리칸"/>
          <p:cNvSpPr/>
          <p:nvPr/>
        </p:nvSpPr>
        <p:spPr>
          <a:xfrm>
            <a:off x="3985435" y="2139339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3"/>
          </p:nvPr>
        </p:nvSpPr>
        <p:spPr>
          <a:xfrm>
            <a:off x="3985435" y="2139339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4"/>
          </p:nvPr>
        </p:nvSpPr>
        <p:spPr>
          <a:xfrm>
            <a:off x="1172348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5"/>
          </p:nvPr>
        </p:nvSpPr>
        <p:spPr>
          <a:xfrm>
            <a:off x="3996391" y="2380383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cxnSp>
        <p:nvCxnSpPr>
          <p:cNvPr id="40" name="Connector 26"/>
          <p:cNvCxnSpPr/>
          <p:nvPr/>
        </p:nvCxnSpPr>
        <p:spPr>
          <a:xfrm>
            <a:off x="3985435" y="2413252"/>
            <a:ext cx="0" cy="276731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태그"/>
          <p:cNvSpPr/>
          <p:nvPr/>
        </p:nvSpPr>
        <p:spPr>
          <a:xfrm>
            <a:off x="1161391" y="2761200"/>
            <a:ext cx="581509" cy="175304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2" name="태그"/>
          <p:cNvSpPr>
            <a:spLocks noGrp="1"/>
          </p:cNvSpPr>
          <p:nvPr>
            <p:ph type="body" sz="quarter" idx="36"/>
          </p:nvPr>
        </p:nvSpPr>
        <p:spPr>
          <a:xfrm>
            <a:off x="1161391" y="2761200"/>
            <a:ext cx="581509" cy="1753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43" name="태그 설명"/>
          <p:cNvSpPr>
            <a:spLocks noGrp="1"/>
          </p:cNvSpPr>
          <p:nvPr>
            <p:ph type="body" sz="quarter" idx="37"/>
          </p:nvPr>
        </p:nvSpPr>
        <p:spPr>
          <a:xfrm>
            <a:off x="1786727" y="2750243"/>
            <a:ext cx="5022751" cy="197217"/>
          </a:xfrm>
          <a:prstGeom prst="rect">
            <a:avLst/>
          </a:prstGeom>
          <a:noFill/>
          <a:ln>
            <a:noFill/>
          </a:ln>
        </p:spPr>
        <p:txBody>
          <a:bodyPr wrap="square" lIns="21600" tIns="0" rIns="1080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4 사다리 · 추진성과 레일(그린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표 외곽"/>
          <p:cNvSpPr/>
          <p:nvPr/>
        </p:nvSpPr>
        <p:spPr>
          <a:xfrm>
            <a:off x="723130" y="777913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94348"/>
            <a:ext cx="580696" cy="610904"/>
          </a:xfrm>
          <a:prstGeom prst="rect">
            <a:avLst/>
          </a:prstGeom>
          <a:pattFill prst="trellis">
            <a:fgClr>
              <a:srgbClr val="00A4A8"/>
            </a:fgClr>
            <a:bgClr>
              <a:srgbClr val="008C6B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94348"/>
            <a:ext cx="580696" cy="610904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머리칸"/>
          <p:cNvSpPr/>
          <p:nvPr/>
        </p:nvSpPr>
        <p:spPr>
          <a:xfrm>
            <a:off x="1347652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47652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14" name="머리칸"/>
          <p:cNvSpPr/>
          <p:nvPr/>
        </p:nvSpPr>
        <p:spPr>
          <a:xfrm>
            <a:off x="4171696" y="816261"/>
            <a:ext cx="2807609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4171696" y="816261"/>
            <a:ext cx="2807609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3"/>
          </p:nvPr>
        </p:nvSpPr>
        <p:spPr>
          <a:xfrm>
            <a:off x="1358609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24"/>
          </p:nvPr>
        </p:nvSpPr>
        <p:spPr>
          <a:xfrm>
            <a:off x="4182652" y="1057304"/>
            <a:ext cx="2802130" cy="342470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  <p:cxnSp>
        <p:nvCxnSpPr>
          <p:cNvPr id="18" name="Connector 9"/>
          <p:cNvCxnSpPr/>
          <p:nvPr/>
        </p:nvCxnSpPr>
        <p:spPr>
          <a:xfrm>
            <a:off x="4171696" y="1090174"/>
            <a:ext cx="0" cy="27673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5 행 · 추진 체계 5행(목표·방향·과제·채널·지표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3" name="강조 바"/>
          <p:cNvSpPr/>
          <p:nvPr/>
        </p:nvSpPr>
        <p:spPr>
          <a:xfrm>
            <a:off x="1172348" y="799826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강조 바 글"/>
          <p:cNvSpPr>
            <a:spLocks noGrp="1"/>
          </p:cNvSpPr>
          <p:nvPr>
            <p:ph type="body" sz="quarter" idx="21"/>
          </p:nvPr>
        </p:nvSpPr>
        <p:spPr>
          <a:xfrm>
            <a:off x="1172348" y="799826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5" name="라벨 박스"/>
          <p:cNvSpPr/>
          <p:nvPr/>
        </p:nvSpPr>
        <p:spPr>
          <a:xfrm>
            <a:off x="536870" y="111208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레일"/>
          <p:cNvSpPr/>
          <p:nvPr/>
        </p:nvSpPr>
        <p:spPr>
          <a:xfrm>
            <a:off x="547826" y="112304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7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8" name="가운데 글"/>
          <p:cNvSpPr>
            <a:spLocks noGrp="1"/>
          </p:cNvSpPr>
          <p:nvPr>
            <p:ph type="body" sz="quarter" idx="23"/>
          </p:nvPr>
        </p:nvSpPr>
        <p:spPr>
          <a:xfrm>
            <a:off x="1172348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9" name="가운데 글"/>
          <p:cNvSpPr>
            <a:spLocks noGrp="1"/>
          </p:cNvSpPr>
          <p:nvPr>
            <p:ph type="body" sz="quarter" idx="24"/>
          </p:nvPr>
        </p:nvSpPr>
        <p:spPr>
          <a:xfrm>
            <a:off x="3049565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cxnSp>
        <p:nvCxnSpPr>
          <p:cNvPr id="20" name="Connector 14"/>
          <p:cNvCxnSpPr/>
          <p:nvPr/>
        </p:nvCxnSpPr>
        <p:spPr>
          <a:xfrm>
            <a:off x="3049565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1" name="가운데 글"/>
          <p:cNvSpPr>
            <a:spLocks noGrp="1"/>
          </p:cNvSpPr>
          <p:nvPr>
            <p:ph type="body" sz="quarter" idx="25"/>
          </p:nvPr>
        </p:nvSpPr>
        <p:spPr>
          <a:xfrm>
            <a:off x="4926783" y="1128522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cxnSp>
        <p:nvCxnSpPr>
          <p:cNvPr id="22" name="Connector 16"/>
          <p:cNvCxnSpPr/>
          <p:nvPr/>
        </p:nvCxnSpPr>
        <p:spPr>
          <a:xfrm>
            <a:off x="4926783" y="1166870"/>
            <a:ext cx="0" cy="180782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23" name="라벨 박스"/>
          <p:cNvSpPr/>
          <p:nvPr/>
        </p:nvSpPr>
        <p:spPr>
          <a:xfrm>
            <a:off x="536870" y="1457217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4" name="레일"/>
          <p:cNvSpPr/>
          <p:nvPr/>
        </p:nvSpPr>
        <p:spPr>
          <a:xfrm>
            <a:off x="547826" y="1468174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5" name="레일"/>
          <p:cNvSpPr>
            <a:spLocks noGrp="1"/>
          </p:cNvSpPr>
          <p:nvPr>
            <p:ph type="body" sz="quarter" idx="26"/>
          </p:nvPr>
        </p:nvSpPr>
        <p:spPr>
          <a:xfrm>
            <a:off x="547826" y="1468174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27"/>
          </p:nvPr>
        </p:nvSpPr>
        <p:spPr>
          <a:xfrm>
            <a:off x="1183304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8"/>
          </p:nvPr>
        </p:nvSpPr>
        <p:spPr>
          <a:xfrm>
            <a:off x="3060522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cxnSp>
        <p:nvCxnSpPr>
          <p:cNvPr id="28" name="Connector 21"/>
          <p:cNvCxnSpPr/>
          <p:nvPr/>
        </p:nvCxnSpPr>
        <p:spPr>
          <a:xfrm>
            <a:off x="3049565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칸 본문"/>
          <p:cNvSpPr>
            <a:spLocks noGrp="1"/>
          </p:cNvSpPr>
          <p:nvPr>
            <p:ph type="body" sz="quarter" idx="29"/>
          </p:nvPr>
        </p:nvSpPr>
        <p:spPr>
          <a:xfrm>
            <a:off x="4937739" y="1473652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cxnSp>
        <p:nvCxnSpPr>
          <p:cNvPr id="30" name="Connector 23"/>
          <p:cNvCxnSpPr/>
          <p:nvPr/>
        </p:nvCxnSpPr>
        <p:spPr>
          <a:xfrm>
            <a:off x="4926783" y="1506522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1" name="라벨 박스"/>
          <p:cNvSpPr/>
          <p:nvPr/>
        </p:nvSpPr>
        <p:spPr>
          <a:xfrm>
            <a:off x="536870" y="2058574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2" name="레일"/>
          <p:cNvSpPr/>
          <p:nvPr/>
        </p:nvSpPr>
        <p:spPr>
          <a:xfrm>
            <a:off x="547826" y="2069530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3" name="레일"/>
          <p:cNvSpPr>
            <a:spLocks noGrp="1"/>
          </p:cNvSpPr>
          <p:nvPr>
            <p:ph type="body" sz="quarter" idx="30"/>
          </p:nvPr>
        </p:nvSpPr>
        <p:spPr>
          <a:xfrm>
            <a:off x="547826" y="2069530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1"/>
          </p:nvPr>
        </p:nvSpPr>
        <p:spPr>
          <a:xfrm>
            <a:off x="1183304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2"/>
          </p:nvPr>
        </p:nvSpPr>
        <p:spPr>
          <a:xfrm>
            <a:off x="3060522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cxnSp>
        <p:nvCxnSpPr>
          <p:cNvPr id="36" name="Connector 28"/>
          <p:cNvCxnSpPr/>
          <p:nvPr/>
        </p:nvCxnSpPr>
        <p:spPr>
          <a:xfrm>
            <a:off x="3049565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7" name="칸 본문"/>
          <p:cNvSpPr>
            <a:spLocks noGrp="1"/>
          </p:cNvSpPr>
          <p:nvPr>
            <p:ph type="body" sz="quarter" idx="33"/>
          </p:nvPr>
        </p:nvSpPr>
        <p:spPr>
          <a:xfrm>
            <a:off x="4937739" y="2075009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cxnSp>
        <p:nvCxnSpPr>
          <p:cNvPr id="38" name="Connector 30"/>
          <p:cNvCxnSpPr/>
          <p:nvPr/>
        </p:nvCxnSpPr>
        <p:spPr>
          <a:xfrm>
            <a:off x="4926783" y="2107878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라벨 박스"/>
          <p:cNvSpPr/>
          <p:nvPr/>
        </p:nvSpPr>
        <p:spPr>
          <a:xfrm>
            <a:off x="536870" y="2499652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0" name="레일"/>
          <p:cNvSpPr/>
          <p:nvPr/>
        </p:nvSpPr>
        <p:spPr>
          <a:xfrm>
            <a:off x="547826" y="251060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1" name="레일"/>
          <p:cNvSpPr>
            <a:spLocks noGrp="1"/>
          </p:cNvSpPr>
          <p:nvPr>
            <p:ph type="body" sz="quarter" idx="34"/>
          </p:nvPr>
        </p:nvSpPr>
        <p:spPr>
          <a:xfrm>
            <a:off x="547826" y="251060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42" name="칸 본문"/>
          <p:cNvSpPr>
            <a:spLocks noGrp="1"/>
          </p:cNvSpPr>
          <p:nvPr>
            <p:ph type="body" sz="quarter" idx="35"/>
          </p:nvPr>
        </p:nvSpPr>
        <p:spPr>
          <a:xfrm>
            <a:off x="1183304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43" name="칸 본문"/>
          <p:cNvSpPr>
            <a:spLocks noGrp="1"/>
          </p:cNvSpPr>
          <p:nvPr>
            <p:ph type="body" sz="quarter" idx="36"/>
          </p:nvPr>
        </p:nvSpPr>
        <p:spPr>
          <a:xfrm>
            <a:off x="3060522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cxnSp>
        <p:nvCxnSpPr>
          <p:cNvPr id="44" name="Connector 35"/>
          <p:cNvCxnSpPr/>
          <p:nvPr/>
        </p:nvCxnSpPr>
        <p:spPr>
          <a:xfrm>
            <a:off x="3049565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5" name="칸 본문"/>
          <p:cNvSpPr>
            <a:spLocks noGrp="1"/>
          </p:cNvSpPr>
          <p:nvPr>
            <p:ph type="body" sz="quarter" idx="37"/>
          </p:nvPr>
        </p:nvSpPr>
        <p:spPr>
          <a:xfrm>
            <a:off x="4937739" y="251608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  <p:cxnSp>
        <p:nvCxnSpPr>
          <p:cNvPr id="46" name="Connector 37"/>
          <p:cNvCxnSpPr/>
          <p:nvPr/>
        </p:nvCxnSpPr>
        <p:spPr>
          <a:xfrm>
            <a:off x="4926783" y="2548957"/>
            <a:ext cx="0" cy="287686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6 행 · 점검(추진배경·방법·항목·결과) + 주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12" name="본문"/>
          <p:cNvSpPr>
            <a:spLocks noGrp="1"/>
          </p:cNvSpPr>
          <p:nvPr>
            <p:ph type="body" sz="quarter" idx="21"/>
          </p:nvPr>
        </p:nvSpPr>
        <p:spPr>
          <a:xfrm>
            <a:off x="1358609" y="79434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13" name="라벨 박스"/>
          <p:cNvSpPr/>
          <p:nvPr/>
        </p:nvSpPr>
        <p:spPr>
          <a:xfrm>
            <a:off x="723130" y="1123043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레일"/>
          <p:cNvSpPr/>
          <p:nvPr/>
        </p:nvSpPr>
        <p:spPr>
          <a:xfrm>
            <a:off x="734087" y="1134000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5" name="레일"/>
          <p:cNvSpPr>
            <a:spLocks noGrp="1"/>
          </p:cNvSpPr>
          <p:nvPr>
            <p:ph type="body" sz="quarter" idx="22"/>
          </p:nvPr>
        </p:nvSpPr>
        <p:spPr>
          <a:xfrm>
            <a:off x="734087" y="1134000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3"/>
          </p:nvPr>
        </p:nvSpPr>
        <p:spPr>
          <a:xfrm>
            <a:off x="1358609" y="1139478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7" name="주석"/>
          <p:cNvSpPr>
            <a:spLocks noGrp="1"/>
          </p:cNvSpPr>
          <p:nvPr>
            <p:ph type="body" sz="quarter" idx="24"/>
          </p:nvPr>
        </p:nvSpPr>
        <p:spPr>
          <a:xfrm>
            <a:off x="2366609" y="1446261"/>
            <a:ext cx="4656522" cy="175304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3B4951"/>
                </a:solidFill>
                <a:latin typeface="Pretendard"/>
                <a:ea typeface="Pretendard"/>
              </a:defRPr>
            </a:lvl1pPr>
          </a:lstStyle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8" name="라벨 박스"/>
          <p:cNvSpPr/>
          <p:nvPr/>
        </p:nvSpPr>
        <p:spPr>
          <a:xfrm>
            <a:off x="723130" y="1676348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레일"/>
          <p:cNvSpPr/>
          <p:nvPr/>
        </p:nvSpPr>
        <p:spPr>
          <a:xfrm>
            <a:off x="734087" y="1687304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0" name="레일"/>
          <p:cNvSpPr>
            <a:spLocks noGrp="1"/>
          </p:cNvSpPr>
          <p:nvPr>
            <p:ph type="body" sz="quarter" idx="25"/>
          </p:nvPr>
        </p:nvSpPr>
        <p:spPr>
          <a:xfrm>
            <a:off x="734087" y="1687304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21" name="머리칸"/>
          <p:cNvSpPr/>
          <p:nvPr/>
        </p:nvSpPr>
        <p:spPr>
          <a:xfrm>
            <a:off x="1358609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2" name="머리칸"/>
          <p:cNvSpPr>
            <a:spLocks noGrp="1"/>
          </p:cNvSpPr>
          <p:nvPr>
            <p:ph type="body" sz="quarter" idx="26"/>
          </p:nvPr>
        </p:nvSpPr>
        <p:spPr>
          <a:xfrm>
            <a:off x="1358609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23" name="머리칸"/>
          <p:cNvSpPr/>
          <p:nvPr/>
        </p:nvSpPr>
        <p:spPr>
          <a:xfrm>
            <a:off x="3235826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4" name="머리칸"/>
          <p:cNvSpPr>
            <a:spLocks noGrp="1"/>
          </p:cNvSpPr>
          <p:nvPr>
            <p:ph type="body" sz="quarter" idx="27"/>
          </p:nvPr>
        </p:nvSpPr>
        <p:spPr>
          <a:xfrm>
            <a:off x="3235826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25" name="머리칸"/>
          <p:cNvSpPr/>
          <p:nvPr/>
        </p:nvSpPr>
        <p:spPr>
          <a:xfrm>
            <a:off x="5113043" y="1703739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6" name="머리칸"/>
          <p:cNvSpPr>
            <a:spLocks noGrp="1"/>
          </p:cNvSpPr>
          <p:nvPr>
            <p:ph type="body" sz="quarter" idx="28"/>
          </p:nvPr>
        </p:nvSpPr>
        <p:spPr>
          <a:xfrm>
            <a:off x="5113043" y="1703739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29"/>
          </p:nvPr>
        </p:nvSpPr>
        <p:spPr>
          <a:xfrm>
            <a:off x="1369565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0"/>
          </p:nvPr>
        </p:nvSpPr>
        <p:spPr>
          <a:xfrm>
            <a:off x="3246783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cxnSp>
        <p:nvCxnSpPr>
          <p:cNvPr id="29" name="Connector 17"/>
          <p:cNvCxnSpPr/>
          <p:nvPr/>
        </p:nvCxnSpPr>
        <p:spPr>
          <a:xfrm>
            <a:off x="3235826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0" name="칸 본문"/>
          <p:cNvSpPr>
            <a:spLocks noGrp="1"/>
          </p:cNvSpPr>
          <p:nvPr>
            <p:ph type="body" sz="quarter" idx="31"/>
          </p:nvPr>
        </p:nvSpPr>
        <p:spPr>
          <a:xfrm>
            <a:off x="5124000" y="1944783"/>
            <a:ext cx="1855304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cxnSp>
        <p:nvCxnSpPr>
          <p:cNvPr id="31" name="Connector 19"/>
          <p:cNvCxnSpPr/>
          <p:nvPr/>
        </p:nvCxnSpPr>
        <p:spPr>
          <a:xfrm>
            <a:off x="5113043" y="1977652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2" name="라벨 박스"/>
          <p:cNvSpPr/>
          <p:nvPr/>
        </p:nvSpPr>
        <p:spPr>
          <a:xfrm>
            <a:off x="723130" y="2380383"/>
            <a:ext cx="6300000" cy="386296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3" name="레일"/>
          <p:cNvSpPr/>
          <p:nvPr/>
        </p:nvSpPr>
        <p:spPr>
          <a:xfrm>
            <a:off x="734087" y="2391339"/>
            <a:ext cx="591652" cy="364383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4" name="레일"/>
          <p:cNvSpPr>
            <a:spLocks noGrp="1"/>
          </p:cNvSpPr>
          <p:nvPr>
            <p:ph type="body" sz="quarter" idx="32"/>
          </p:nvPr>
        </p:nvSpPr>
        <p:spPr>
          <a:xfrm>
            <a:off x="734087" y="2391339"/>
            <a:ext cx="591652" cy="36438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3"/>
          </p:nvPr>
        </p:nvSpPr>
        <p:spPr>
          <a:xfrm>
            <a:off x="1369565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36" name="칸 본문"/>
          <p:cNvSpPr>
            <a:spLocks noGrp="1"/>
          </p:cNvSpPr>
          <p:nvPr>
            <p:ph type="body" sz="quarter" idx="34"/>
          </p:nvPr>
        </p:nvSpPr>
        <p:spPr>
          <a:xfrm>
            <a:off x="3246783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cxnSp>
        <p:nvCxnSpPr>
          <p:cNvPr id="37" name="Connector 24"/>
          <p:cNvCxnSpPr/>
          <p:nvPr/>
        </p:nvCxnSpPr>
        <p:spPr>
          <a:xfrm>
            <a:off x="3235826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8" name="칸 본문"/>
          <p:cNvSpPr>
            <a:spLocks noGrp="1"/>
          </p:cNvSpPr>
          <p:nvPr>
            <p:ph type="body" sz="quarter" idx="35"/>
          </p:nvPr>
        </p:nvSpPr>
        <p:spPr>
          <a:xfrm>
            <a:off x="5124000" y="2396817"/>
            <a:ext cx="1855304" cy="353426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  <p:cxnSp>
        <p:nvCxnSpPr>
          <p:cNvPr id="39" name="Connector 26"/>
          <p:cNvCxnSpPr/>
          <p:nvPr/>
        </p:nvCxnSpPr>
        <p:spPr>
          <a:xfrm>
            <a:off x="5113043" y="2429687"/>
            <a:ext cx="0" cy="287687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7 행 · 비전 · 환경 · 목표 · 방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라벨 박스"/>
          <p:cNvSpPr/>
          <p:nvPr/>
        </p:nvSpPr>
        <p:spPr>
          <a:xfrm>
            <a:off x="536870" y="766957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레일"/>
          <p:cNvSpPr/>
          <p:nvPr/>
        </p:nvSpPr>
        <p:spPr>
          <a:xfrm>
            <a:off x="547826" y="777913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2" name="레일"/>
          <p:cNvSpPr>
            <a:spLocks noGrp="1"/>
          </p:cNvSpPr>
          <p:nvPr>
            <p:ph type="body" sz="quarter" idx="20"/>
          </p:nvPr>
        </p:nvSpPr>
        <p:spPr>
          <a:xfrm>
            <a:off x="547826" y="777913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1"/>
          </p:nvPr>
        </p:nvSpPr>
        <p:spPr>
          <a:xfrm>
            <a:off x="1172348" y="783391"/>
            <a:ext cx="5631652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4" name="라벨 박스"/>
          <p:cNvSpPr/>
          <p:nvPr/>
        </p:nvSpPr>
        <p:spPr>
          <a:xfrm>
            <a:off x="536870" y="1112087"/>
            <a:ext cx="6300000" cy="649252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레일"/>
          <p:cNvSpPr/>
          <p:nvPr/>
        </p:nvSpPr>
        <p:spPr>
          <a:xfrm>
            <a:off x="547826" y="1123043"/>
            <a:ext cx="591652" cy="627339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6" name="레일"/>
          <p:cNvSpPr>
            <a:spLocks noGrp="1"/>
          </p:cNvSpPr>
          <p:nvPr>
            <p:ph type="body" sz="quarter" idx="22"/>
          </p:nvPr>
        </p:nvSpPr>
        <p:spPr>
          <a:xfrm>
            <a:off x="547826" y="1123043"/>
            <a:ext cx="591652" cy="627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7" name="머리칸"/>
          <p:cNvSpPr/>
          <p:nvPr/>
        </p:nvSpPr>
        <p:spPr>
          <a:xfrm>
            <a:off x="1172348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8" name="머리칸"/>
          <p:cNvSpPr>
            <a:spLocks noGrp="1"/>
          </p:cNvSpPr>
          <p:nvPr>
            <p:ph type="body" sz="quarter" idx="23"/>
          </p:nvPr>
        </p:nvSpPr>
        <p:spPr>
          <a:xfrm>
            <a:off x="1172348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9" name="머리칸"/>
          <p:cNvSpPr/>
          <p:nvPr/>
        </p:nvSpPr>
        <p:spPr>
          <a:xfrm>
            <a:off x="3988174" y="1139478"/>
            <a:ext cx="2799391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20" name="머리칸"/>
          <p:cNvSpPr>
            <a:spLocks noGrp="1"/>
          </p:cNvSpPr>
          <p:nvPr>
            <p:ph type="body" sz="quarter" idx="24"/>
          </p:nvPr>
        </p:nvSpPr>
        <p:spPr>
          <a:xfrm>
            <a:off x="3988174" y="1139478"/>
            <a:ext cx="2799391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5"/>
          </p:nvPr>
        </p:nvSpPr>
        <p:spPr>
          <a:xfrm>
            <a:off x="1183304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22" name="칸 본문"/>
          <p:cNvSpPr>
            <a:spLocks noGrp="1"/>
          </p:cNvSpPr>
          <p:nvPr>
            <p:ph type="body" sz="quarter" idx="26"/>
          </p:nvPr>
        </p:nvSpPr>
        <p:spPr>
          <a:xfrm>
            <a:off x="3999130" y="1380522"/>
            <a:ext cx="2793913" cy="36438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cxnSp>
        <p:nvCxnSpPr>
          <p:cNvPr id="23" name="Connector 15"/>
          <p:cNvCxnSpPr/>
          <p:nvPr/>
        </p:nvCxnSpPr>
        <p:spPr>
          <a:xfrm>
            <a:off x="3988174" y="1413391"/>
            <a:ext cx="0" cy="298644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4" name="라벨 박스"/>
          <p:cNvSpPr/>
          <p:nvPr/>
        </p:nvSpPr>
        <p:spPr>
          <a:xfrm>
            <a:off x="536870" y="1816122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레일"/>
          <p:cNvSpPr/>
          <p:nvPr/>
        </p:nvSpPr>
        <p:spPr>
          <a:xfrm>
            <a:off x="547826" y="1827078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47826" y="1827078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7" name="강조 바"/>
          <p:cNvSpPr/>
          <p:nvPr/>
        </p:nvSpPr>
        <p:spPr>
          <a:xfrm>
            <a:off x="1172348" y="1848991"/>
            <a:ext cx="5631652" cy="224609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8" name="강조 바 글"/>
          <p:cNvSpPr>
            <a:spLocks noGrp="1"/>
          </p:cNvSpPr>
          <p:nvPr>
            <p:ph type="body" sz="quarter" idx="28"/>
          </p:nvPr>
        </p:nvSpPr>
        <p:spPr>
          <a:xfrm>
            <a:off x="1172348" y="1848991"/>
            <a:ext cx="5631652" cy="224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9" name="라벨 박스"/>
          <p:cNvSpPr/>
          <p:nvPr/>
        </p:nvSpPr>
        <p:spPr>
          <a:xfrm>
            <a:off x="536870" y="2161252"/>
            <a:ext cx="6300000" cy="6437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547826" y="2172209"/>
            <a:ext cx="591652" cy="6218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29"/>
          </p:nvPr>
        </p:nvSpPr>
        <p:spPr>
          <a:xfrm>
            <a:off x="547826" y="2172209"/>
            <a:ext cx="591652" cy="6218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32" name="머리칸"/>
          <p:cNvSpPr/>
          <p:nvPr/>
        </p:nvSpPr>
        <p:spPr>
          <a:xfrm>
            <a:off x="1172348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3" name="머리칸"/>
          <p:cNvSpPr>
            <a:spLocks noGrp="1"/>
          </p:cNvSpPr>
          <p:nvPr>
            <p:ph type="body" sz="quarter" idx="30"/>
          </p:nvPr>
        </p:nvSpPr>
        <p:spPr>
          <a:xfrm>
            <a:off x="1172348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34" name="머리칸"/>
          <p:cNvSpPr/>
          <p:nvPr/>
        </p:nvSpPr>
        <p:spPr>
          <a:xfrm>
            <a:off x="3049565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5" name="머리칸"/>
          <p:cNvSpPr>
            <a:spLocks noGrp="1"/>
          </p:cNvSpPr>
          <p:nvPr>
            <p:ph type="body" sz="quarter" idx="31"/>
          </p:nvPr>
        </p:nvSpPr>
        <p:spPr>
          <a:xfrm>
            <a:off x="3049565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36" name="머리칸"/>
          <p:cNvSpPr/>
          <p:nvPr/>
        </p:nvSpPr>
        <p:spPr>
          <a:xfrm>
            <a:off x="4926783" y="2188643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37" name="머리칸"/>
          <p:cNvSpPr>
            <a:spLocks noGrp="1"/>
          </p:cNvSpPr>
          <p:nvPr>
            <p:ph type="body" sz="quarter" idx="32"/>
          </p:nvPr>
        </p:nvSpPr>
        <p:spPr>
          <a:xfrm>
            <a:off x="4926783" y="2188643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38" name="칸 본문"/>
          <p:cNvSpPr>
            <a:spLocks noGrp="1"/>
          </p:cNvSpPr>
          <p:nvPr>
            <p:ph type="body" sz="quarter" idx="33"/>
          </p:nvPr>
        </p:nvSpPr>
        <p:spPr>
          <a:xfrm>
            <a:off x="1183304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39" name="칸 본문"/>
          <p:cNvSpPr>
            <a:spLocks noGrp="1"/>
          </p:cNvSpPr>
          <p:nvPr>
            <p:ph type="body" sz="quarter" idx="34"/>
          </p:nvPr>
        </p:nvSpPr>
        <p:spPr>
          <a:xfrm>
            <a:off x="3060522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cxnSp>
        <p:nvCxnSpPr>
          <p:cNvPr id="40" name="Connector 27"/>
          <p:cNvCxnSpPr/>
          <p:nvPr/>
        </p:nvCxnSpPr>
        <p:spPr>
          <a:xfrm>
            <a:off x="3049565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1" name="칸 본문"/>
          <p:cNvSpPr>
            <a:spLocks noGrp="1"/>
          </p:cNvSpPr>
          <p:nvPr>
            <p:ph type="body" sz="quarter" idx="35"/>
          </p:nvPr>
        </p:nvSpPr>
        <p:spPr>
          <a:xfrm>
            <a:off x="4937739" y="2429687"/>
            <a:ext cx="1855304" cy="3589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926783" y="2462557"/>
            <a:ext cx="0" cy="2931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18 행 · 환경분석 + 칸 안 라벨 소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라벨 박스"/>
          <p:cNvSpPr/>
          <p:nvPr/>
        </p:nvSpPr>
        <p:spPr>
          <a:xfrm>
            <a:off x="723130" y="777913"/>
            <a:ext cx="6300000" cy="1124609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레일"/>
          <p:cNvSpPr/>
          <p:nvPr/>
        </p:nvSpPr>
        <p:spPr>
          <a:xfrm>
            <a:off x="734087" y="788870"/>
            <a:ext cx="591652" cy="1102696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1" name="레일"/>
          <p:cNvSpPr>
            <a:spLocks noGrp="1"/>
          </p:cNvSpPr>
          <p:nvPr>
            <p:ph type="body" sz="quarter" idx="20"/>
          </p:nvPr>
        </p:nvSpPr>
        <p:spPr>
          <a:xfrm>
            <a:off x="734087" y="788870"/>
            <a:ext cx="591652" cy="1102696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/>
          <p:nvPr/>
        </p:nvSpPr>
        <p:spPr>
          <a:xfrm>
            <a:off x="1358609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3" name="머리칸"/>
          <p:cNvSpPr>
            <a:spLocks noGrp="1"/>
          </p:cNvSpPr>
          <p:nvPr>
            <p:ph type="body" sz="quarter" idx="21"/>
          </p:nvPr>
        </p:nvSpPr>
        <p:spPr>
          <a:xfrm>
            <a:off x="1358609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4" name="머리칸"/>
          <p:cNvSpPr/>
          <p:nvPr/>
        </p:nvSpPr>
        <p:spPr>
          <a:xfrm>
            <a:off x="3235826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5" name="머리칸"/>
          <p:cNvSpPr>
            <a:spLocks noGrp="1"/>
          </p:cNvSpPr>
          <p:nvPr>
            <p:ph type="body" sz="quarter" idx="22"/>
          </p:nvPr>
        </p:nvSpPr>
        <p:spPr>
          <a:xfrm>
            <a:off x="3235826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16" name="머리칸"/>
          <p:cNvSpPr/>
          <p:nvPr/>
        </p:nvSpPr>
        <p:spPr>
          <a:xfrm>
            <a:off x="5113043" y="805304"/>
            <a:ext cx="1860783" cy="230087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1600" rIns="21600" tIns="3600" bIns="3600" wrap="square"/>
          <a:lstStyle/>
          <a:p/>
        </p:txBody>
      </p:sp>
      <p:sp>
        <p:nvSpPr>
          <p:cNvPr id="17" name="머리칸"/>
          <p:cNvSpPr>
            <a:spLocks noGrp="1"/>
          </p:cNvSpPr>
          <p:nvPr>
            <p:ph type="body" sz="quarter" idx="23"/>
          </p:nvPr>
        </p:nvSpPr>
        <p:spPr>
          <a:xfrm>
            <a:off x="5113043" y="805304"/>
            <a:ext cx="186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1600" rIns="21600" tIns="3600" bIns="36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4"/>
          </p:nvPr>
        </p:nvSpPr>
        <p:spPr>
          <a:xfrm>
            <a:off x="1369565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5"/>
          </p:nvPr>
        </p:nvSpPr>
        <p:spPr>
          <a:xfrm>
            <a:off x="3246783" y="1046348"/>
            <a:ext cx="1855304" cy="839739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cxnSp>
        <p:nvCxnSpPr>
          <p:cNvPr id="20" name="Connector 10"/>
          <p:cNvCxnSpPr/>
          <p:nvPr/>
        </p:nvCxnSpPr>
        <p:spPr>
          <a:xfrm>
            <a:off x="3235826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134957" y="1057304"/>
            <a:ext cx="525913" cy="3260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6"/>
          </p:nvPr>
        </p:nvSpPr>
        <p:spPr>
          <a:xfrm>
            <a:off x="5134957" y="1057304"/>
            <a:ext cx="525913" cy="3260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23" name="소행 본문"/>
          <p:cNvSpPr>
            <a:spLocks noGrp="1"/>
          </p:cNvSpPr>
          <p:nvPr>
            <p:ph type="body" sz="quarter" idx="27"/>
          </p:nvPr>
        </p:nvSpPr>
        <p:spPr>
          <a:xfrm>
            <a:off x="5682783" y="1057304"/>
            <a:ext cx="1296522" cy="3260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cxnSp>
        <p:nvCxnSpPr>
          <p:cNvPr id="24" name="Connector 13"/>
          <p:cNvCxnSpPr/>
          <p:nvPr/>
        </p:nvCxnSpPr>
        <p:spPr>
          <a:xfrm>
            <a:off x="5134957" y="1394296"/>
            <a:ext cx="1833391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134957" y="1399774"/>
            <a:ext cx="525913" cy="480835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8"/>
          </p:nvPr>
        </p:nvSpPr>
        <p:spPr>
          <a:xfrm>
            <a:off x="5134957" y="1399774"/>
            <a:ext cx="525913" cy="4808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7" name="소행 본문"/>
          <p:cNvSpPr>
            <a:spLocks noGrp="1"/>
          </p:cNvSpPr>
          <p:nvPr>
            <p:ph type="body" sz="quarter" idx="29"/>
          </p:nvPr>
        </p:nvSpPr>
        <p:spPr>
          <a:xfrm>
            <a:off x="5682783" y="1399774"/>
            <a:ext cx="1296522" cy="480835"/>
          </a:xfrm>
          <a:prstGeom prst="rect">
            <a:avLst/>
          </a:prstGeom>
          <a:noFill/>
          <a:ln>
            <a:noFill/>
          </a:ln>
        </p:spPr>
        <p:txBody>
          <a:bodyPr wrap="square" lIns="432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cxnSp>
        <p:nvCxnSpPr>
          <p:cNvPr id="28" name="Connector 16"/>
          <p:cNvCxnSpPr/>
          <p:nvPr/>
        </p:nvCxnSpPr>
        <p:spPr>
          <a:xfrm>
            <a:off x="5113043" y="1079217"/>
            <a:ext cx="0" cy="77400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9" name="라벨 박스"/>
          <p:cNvSpPr/>
          <p:nvPr/>
        </p:nvSpPr>
        <p:spPr>
          <a:xfrm>
            <a:off x="723130" y="1957304"/>
            <a:ext cx="6300000" cy="290348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0" name="레일"/>
          <p:cNvSpPr/>
          <p:nvPr/>
        </p:nvSpPr>
        <p:spPr>
          <a:xfrm>
            <a:off x="734087" y="1968261"/>
            <a:ext cx="591652" cy="268435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1" name="레일"/>
          <p:cNvSpPr>
            <a:spLocks noGrp="1"/>
          </p:cNvSpPr>
          <p:nvPr>
            <p:ph type="body" sz="quarter" idx="30"/>
          </p:nvPr>
        </p:nvSpPr>
        <p:spPr>
          <a:xfrm>
            <a:off x="734087" y="1968261"/>
            <a:ext cx="591652" cy="268435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32" name="가운데 글"/>
          <p:cNvSpPr>
            <a:spLocks noGrp="1"/>
          </p:cNvSpPr>
          <p:nvPr>
            <p:ph type="body" sz="quarter" idx="31"/>
          </p:nvPr>
        </p:nvSpPr>
        <p:spPr>
          <a:xfrm>
            <a:off x="1358609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33" name="가운데 글"/>
          <p:cNvSpPr>
            <a:spLocks noGrp="1"/>
          </p:cNvSpPr>
          <p:nvPr>
            <p:ph type="body" sz="quarter" idx="32"/>
          </p:nvPr>
        </p:nvSpPr>
        <p:spPr>
          <a:xfrm>
            <a:off x="3235826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cxnSp>
        <p:nvCxnSpPr>
          <p:cNvPr id="34" name="Connector 21"/>
          <p:cNvCxnSpPr/>
          <p:nvPr/>
        </p:nvCxnSpPr>
        <p:spPr>
          <a:xfrm>
            <a:off x="3235826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5" name="가운데 글"/>
          <p:cNvSpPr>
            <a:spLocks noGrp="1"/>
          </p:cNvSpPr>
          <p:nvPr>
            <p:ph type="body" sz="quarter" idx="33"/>
          </p:nvPr>
        </p:nvSpPr>
        <p:spPr>
          <a:xfrm>
            <a:off x="5113043" y="1973739"/>
            <a:ext cx="1877217" cy="257478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cxnSp>
        <p:nvCxnSpPr>
          <p:cNvPr id="36" name="Connector 23"/>
          <p:cNvCxnSpPr/>
          <p:nvPr/>
        </p:nvCxnSpPr>
        <p:spPr>
          <a:xfrm>
            <a:off x="5113043" y="2012087"/>
            <a:ext cx="0" cy="180783"/>
          </a:xfrm>
          <a:prstGeom prst="line">
            <a:avLst/>
          </a:prstGeom>
          <a:ln w="6350">
            <a:solidFill>
              <a:srgbClr val="BDE0FF"/>
            </a:solidFill>
          </a:ln>
        </p:spPr>
      </p:cxnSp>
      <p:sp>
        <p:nvSpPr>
          <p:cNvPr id="37" name="라벨 박스"/>
          <p:cNvSpPr/>
          <p:nvPr/>
        </p:nvSpPr>
        <p:spPr>
          <a:xfrm>
            <a:off x="723130" y="2302435"/>
            <a:ext cx="6300000" cy="546574"/>
          </a:xfrm>
          <a:prstGeom prst="rect">
            <a:avLst/>
          </a:prstGeom>
          <a:solidFill>
            <a:srgbClr val="FFFFFF"/>
          </a:solidFill>
          <a:ln w="9525">
            <a:solidFill>
              <a:srgbClr val="008E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8" name="레일"/>
          <p:cNvSpPr/>
          <p:nvPr/>
        </p:nvSpPr>
        <p:spPr>
          <a:xfrm>
            <a:off x="734087" y="2313391"/>
            <a:ext cx="591652" cy="524661"/>
          </a:xfrm>
          <a:prstGeom prst="rect">
            <a:avLst/>
          </a:prstGeom>
          <a:pattFill prst="trellis">
            <a:fgClr>
              <a:srgbClr val="00BEC2"/>
            </a:fgClr>
            <a:bgClr>
              <a:srgbClr val="00B0B4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9" name="레일"/>
          <p:cNvSpPr>
            <a:spLocks noGrp="1"/>
          </p:cNvSpPr>
          <p:nvPr>
            <p:ph type="body" sz="quarter" idx="34"/>
          </p:nvPr>
        </p:nvSpPr>
        <p:spPr>
          <a:xfrm>
            <a:off x="734087" y="2313391"/>
            <a:ext cx="591652" cy="524661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40" name="칸 본문"/>
          <p:cNvSpPr>
            <a:spLocks noGrp="1"/>
          </p:cNvSpPr>
          <p:nvPr>
            <p:ph type="body" sz="quarter" idx="35"/>
          </p:nvPr>
        </p:nvSpPr>
        <p:spPr>
          <a:xfrm>
            <a:off x="1369565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41" name="칸 본문"/>
          <p:cNvSpPr>
            <a:spLocks noGrp="1"/>
          </p:cNvSpPr>
          <p:nvPr>
            <p:ph type="body" sz="quarter" idx="36"/>
          </p:nvPr>
        </p:nvSpPr>
        <p:spPr>
          <a:xfrm>
            <a:off x="3246783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cxnSp>
        <p:nvCxnSpPr>
          <p:cNvPr id="42" name="Connector 28"/>
          <p:cNvCxnSpPr/>
          <p:nvPr/>
        </p:nvCxnSpPr>
        <p:spPr>
          <a:xfrm>
            <a:off x="3235826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칸 본문"/>
          <p:cNvSpPr>
            <a:spLocks noGrp="1"/>
          </p:cNvSpPr>
          <p:nvPr>
            <p:ph type="body" sz="quarter" idx="37"/>
          </p:nvPr>
        </p:nvSpPr>
        <p:spPr>
          <a:xfrm>
            <a:off x="5124000" y="2318870"/>
            <a:ext cx="1855304" cy="513704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  <p:cxnSp>
        <p:nvCxnSpPr>
          <p:cNvPr id="44" name="Connector 30"/>
          <p:cNvCxnSpPr/>
          <p:nvPr/>
        </p:nvCxnSpPr>
        <p:spPr>
          <a:xfrm>
            <a:off x="5113043" y="2351739"/>
            <a:ext cx="0" cy="447965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19 두 갈래 패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패널 외곽"/>
          <p:cNvSpPr/>
          <p:nvPr/>
        </p:nvSpPr>
        <p:spPr>
          <a:xfrm>
            <a:off x="536870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패널 머리"/>
          <p:cNvSpPr/>
          <p:nvPr/>
        </p:nvSpPr>
        <p:spPr>
          <a:xfrm>
            <a:off x="536870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12" name="패널 머리"/>
          <p:cNvSpPr>
            <a:spLocks noGrp="1"/>
          </p:cNvSpPr>
          <p:nvPr>
            <p:ph type="body" sz="quarter" idx="20"/>
          </p:nvPr>
        </p:nvSpPr>
        <p:spPr>
          <a:xfrm>
            <a:off x="536870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13" name="레일"/>
          <p:cNvSpPr/>
          <p:nvPr/>
        </p:nvSpPr>
        <p:spPr>
          <a:xfrm>
            <a:off x="569739" y="1040870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4" name="레일"/>
          <p:cNvSpPr>
            <a:spLocks noGrp="1"/>
          </p:cNvSpPr>
          <p:nvPr>
            <p:ph type="body" sz="quarter" idx="21"/>
          </p:nvPr>
        </p:nvSpPr>
        <p:spPr>
          <a:xfrm>
            <a:off x="569739" y="1040870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5" name="패널 본문"/>
          <p:cNvSpPr>
            <a:spLocks noGrp="1"/>
          </p:cNvSpPr>
          <p:nvPr>
            <p:ph type="body" sz="quarter" idx="22"/>
          </p:nvPr>
        </p:nvSpPr>
        <p:spPr>
          <a:xfrm>
            <a:off x="1243565" y="1029913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cxnSp>
        <p:nvCxnSpPr>
          <p:cNvPr id="16" name="Connector 10"/>
          <p:cNvCxnSpPr/>
          <p:nvPr/>
        </p:nvCxnSpPr>
        <p:spPr>
          <a:xfrm>
            <a:off x="1243565" y="1427165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17" name="레일"/>
          <p:cNvSpPr/>
          <p:nvPr/>
        </p:nvSpPr>
        <p:spPr>
          <a:xfrm>
            <a:off x="569739" y="1438122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18" name="레일"/>
          <p:cNvSpPr>
            <a:spLocks noGrp="1"/>
          </p:cNvSpPr>
          <p:nvPr>
            <p:ph type="body" sz="quarter" idx="23"/>
          </p:nvPr>
        </p:nvSpPr>
        <p:spPr>
          <a:xfrm>
            <a:off x="569739" y="1438122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4"/>
          </p:nvPr>
        </p:nvSpPr>
        <p:spPr>
          <a:xfrm>
            <a:off x="1243565" y="1427165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cxnSp>
        <p:nvCxnSpPr>
          <p:cNvPr id="20" name="Connector 13"/>
          <p:cNvCxnSpPr/>
          <p:nvPr/>
        </p:nvCxnSpPr>
        <p:spPr>
          <a:xfrm>
            <a:off x="1243565" y="1824417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1" name="레일"/>
          <p:cNvSpPr/>
          <p:nvPr/>
        </p:nvSpPr>
        <p:spPr>
          <a:xfrm>
            <a:off x="569739" y="1835374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2" name="레일"/>
          <p:cNvSpPr>
            <a:spLocks noGrp="1"/>
          </p:cNvSpPr>
          <p:nvPr>
            <p:ph type="body" sz="quarter" idx="25"/>
          </p:nvPr>
        </p:nvSpPr>
        <p:spPr>
          <a:xfrm>
            <a:off x="569739" y="1835374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26"/>
          </p:nvPr>
        </p:nvSpPr>
        <p:spPr>
          <a:xfrm>
            <a:off x="1243565" y="1824417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cxnSp>
        <p:nvCxnSpPr>
          <p:cNvPr id="24" name="Connector 16"/>
          <p:cNvCxnSpPr/>
          <p:nvPr/>
        </p:nvCxnSpPr>
        <p:spPr>
          <a:xfrm>
            <a:off x="1243565" y="2221670"/>
            <a:ext cx="2363870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25" name="레일"/>
          <p:cNvSpPr/>
          <p:nvPr/>
        </p:nvSpPr>
        <p:spPr>
          <a:xfrm>
            <a:off x="569739" y="2232626"/>
            <a:ext cx="630000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26" name="레일"/>
          <p:cNvSpPr>
            <a:spLocks noGrp="1"/>
          </p:cNvSpPr>
          <p:nvPr>
            <p:ph type="body" sz="quarter" idx="27"/>
          </p:nvPr>
        </p:nvSpPr>
        <p:spPr>
          <a:xfrm>
            <a:off x="569739" y="2232626"/>
            <a:ext cx="630000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27" name="패널 본문"/>
          <p:cNvSpPr>
            <a:spLocks noGrp="1"/>
          </p:cNvSpPr>
          <p:nvPr>
            <p:ph type="body" sz="quarter" idx="28"/>
          </p:nvPr>
        </p:nvSpPr>
        <p:spPr>
          <a:xfrm>
            <a:off x="1243565" y="2221670"/>
            <a:ext cx="2385783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8" name="패널 외곽"/>
          <p:cNvSpPr/>
          <p:nvPr/>
        </p:nvSpPr>
        <p:spPr>
          <a:xfrm>
            <a:off x="3711522" y="766957"/>
            <a:ext cx="3125348" cy="1873878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9" name="패널 머리"/>
          <p:cNvSpPr/>
          <p:nvPr/>
        </p:nvSpPr>
        <p:spPr>
          <a:xfrm>
            <a:off x="3711522" y="766957"/>
            <a:ext cx="3125348" cy="241043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0" rIns="0" tIns="0" bIns="0" wrap="square"/>
          <a:lstStyle/>
          <a:p/>
        </p:txBody>
      </p:sp>
      <p:sp>
        <p:nvSpPr>
          <p:cNvPr id="30" name="패널 머리"/>
          <p:cNvSpPr>
            <a:spLocks noGrp="1"/>
          </p:cNvSpPr>
          <p:nvPr>
            <p:ph type="body" sz="quarter" idx="29"/>
          </p:nvPr>
        </p:nvSpPr>
        <p:spPr>
          <a:xfrm>
            <a:off x="3711522" y="766957"/>
            <a:ext cx="3125348" cy="241043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0" rIns="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31" name="레일"/>
          <p:cNvSpPr/>
          <p:nvPr/>
        </p:nvSpPr>
        <p:spPr>
          <a:xfrm>
            <a:off x="3744391" y="1040870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2" name="레일"/>
          <p:cNvSpPr>
            <a:spLocks noGrp="1"/>
          </p:cNvSpPr>
          <p:nvPr>
            <p:ph type="body" sz="quarter" idx="30"/>
          </p:nvPr>
        </p:nvSpPr>
        <p:spPr>
          <a:xfrm>
            <a:off x="3744391" y="1040870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33" name="패널 본문"/>
          <p:cNvSpPr>
            <a:spLocks noGrp="1"/>
          </p:cNvSpPr>
          <p:nvPr>
            <p:ph type="body" sz="quarter" idx="31"/>
          </p:nvPr>
        </p:nvSpPr>
        <p:spPr>
          <a:xfrm>
            <a:off x="4599000" y="1029913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cxnSp>
        <p:nvCxnSpPr>
          <p:cNvPr id="34" name="Connector 23"/>
          <p:cNvCxnSpPr/>
          <p:nvPr/>
        </p:nvCxnSpPr>
        <p:spPr>
          <a:xfrm>
            <a:off x="4599000" y="1427165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5" name="레일"/>
          <p:cNvSpPr/>
          <p:nvPr/>
        </p:nvSpPr>
        <p:spPr>
          <a:xfrm>
            <a:off x="3744391" y="1438122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36" name="레일"/>
          <p:cNvSpPr>
            <a:spLocks noGrp="1"/>
          </p:cNvSpPr>
          <p:nvPr>
            <p:ph type="body" sz="quarter" idx="32"/>
          </p:nvPr>
        </p:nvSpPr>
        <p:spPr>
          <a:xfrm>
            <a:off x="3744391" y="1438122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7" name="패널 본문"/>
          <p:cNvSpPr>
            <a:spLocks noGrp="1"/>
          </p:cNvSpPr>
          <p:nvPr>
            <p:ph type="body" sz="quarter" idx="33"/>
          </p:nvPr>
        </p:nvSpPr>
        <p:spPr>
          <a:xfrm>
            <a:off x="4599000" y="1427165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cxnSp>
        <p:nvCxnSpPr>
          <p:cNvPr id="38" name="Connector 26"/>
          <p:cNvCxnSpPr/>
          <p:nvPr/>
        </p:nvCxnSpPr>
        <p:spPr>
          <a:xfrm>
            <a:off x="4599000" y="1824417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39" name="레일"/>
          <p:cNvSpPr/>
          <p:nvPr/>
        </p:nvSpPr>
        <p:spPr>
          <a:xfrm>
            <a:off x="3744391" y="1835374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0" name="레일"/>
          <p:cNvSpPr>
            <a:spLocks noGrp="1"/>
          </p:cNvSpPr>
          <p:nvPr>
            <p:ph type="body" sz="quarter" idx="34"/>
          </p:nvPr>
        </p:nvSpPr>
        <p:spPr>
          <a:xfrm>
            <a:off x="3744391" y="1835374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41" name="패널 본문"/>
          <p:cNvSpPr>
            <a:spLocks noGrp="1"/>
          </p:cNvSpPr>
          <p:nvPr>
            <p:ph type="body" sz="quarter" idx="35"/>
          </p:nvPr>
        </p:nvSpPr>
        <p:spPr>
          <a:xfrm>
            <a:off x="4599000" y="1824417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cxnSp>
        <p:nvCxnSpPr>
          <p:cNvPr id="42" name="Connector 29"/>
          <p:cNvCxnSpPr/>
          <p:nvPr/>
        </p:nvCxnSpPr>
        <p:spPr>
          <a:xfrm>
            <a:off x="4599000" y="2221670"/>
            <a:ext cx="2183087" cy="0"/>
          </a:xfrm>
          <a:prstGeom prst="line">
            <a:avLst/>
          </a:prstGeom>
          <a:ln w="9525">
            <a:solidFill>
              <a:srgbClr val="BDE0FF"/>
            </a:solidFill>
          </a:ln>
        </p:spPr>
      </p:cxnSp>
      <p:sp>
        <p:nvSpPr>
          <p:cNvPr id="43" name="레일"/>
          <p:cNvSpPr/>
          <p:nvPr/>
        </p:nvSpPr>
        <p:spPr>
          <a:xfrm>
            <a:off x="3744391" y="2232626"/>
            <a:ext cx="810783" cy="375339"/>
          </a:xfrm>
          <a:prstGeom prst="rect">
            <a:avLst/>
          </a:prstGeom>
          <a:pattFill prst="trellis">
            <a:fgClr>
              <a:srgbClr val="0990FF"/>
            </a:fgClr>
            <a:bgClr>
              <a:srgbClr val="0080EA"/>
            </a:bgClr>
          </a:pattFill>
          <a:ln>
            <a:noFill/>
          </a:ln>
          <a:effectLst/>
        </p:spPr>
        <p:txBody>
          <a:bodyPr rtlCol="0" anchor="ctr" lIns="10800" rIns="10800" tIns="0" bIns="0" wrap="square"/>
          <a:lstStyle/>
          <a:p/>
        </p:txBody>
      </p:sp>
      <p:sp>
        <p:nvSpPr>
          <p:cNvPr id="44" name="레일"/>
          <p:cNvSpPr>
            <a:spLocks noGrp="1"/>
          </p:cNvSpPr>
          <p:nvPr>
            <p:ph type="body" sz="quarter" idx="36"/>
          </p:nvPr>
        </p:nvSpPr>
        <p:spPr>
          <a:xfrm>
            <a:off x="3744391" y="2232626"/>
            <a:ext cx="810783" cy="37533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10800" rIns="108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45" name="패널 본문"/>
          <p:cNvSpPr>
            <a:spLocks noGrp="1"/>
          </p:cNvSpPr>
          <p:nvPr>
            <p:ph type="body" sz="quarter" idx="37"/>
          </p:nvPr>
        </p:nvSpPr>
        <p:spPr>
          <a:xfrm>
            <a:off x="4599000" y="2221670"/>
            <a:ext cx="2205000" cy="397252"/>
          </a:xfrm>
          <a:prstGeom prst="rect">
            <a:avLst/>
          </a:prstGeom>
          <a:noFill/>
          <a:ln>
            <a:noFill/>
          </a:ln>
        </p:spPr>
        <p:txBody>
          <a:bodyPr wrap="square" lIns="43200" tIns="10800" rIns="18000" bIns="108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0 3분할 패널 + 요약 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패널 외곽"/>
          <p:cNvSpPr/>
          <p:nvPr/>
        </p:nvSpPr>
        <p:spPr>
          <a:xfrm>
            <a:off x="723130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패널 머리"/>
          <p:cNvSpPr/>
          <p:nvPr/>
        </p:nvSpPr>
        <p:spPr>
          <a:xfrm>
            <a:off x="723130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1" name="패널 머리"/>
          <p:cNvSpPr>
            <a:spLocks noGrp="1"/>
          </p:cNvSpPr>
          <p:nvPr>
            <p:ph type="body" sz="quarter" idx="20"/>
          </p:nvPr>
        </p:nvSpPr>
        <p:spPr>
          <a:xfrm>
            <a:off x="723130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12" name="패널 본문"/>
          <p:cNvSpPr>
            <a:spLocks noGrp="1"/>
          </p:cNvSpPr>
          <p:nvPr>
            <p:ph type="body" sz="quarter" idx="21"/>
          </p:nvPr>
        </p:nvSpPr>
        <p:spPr>
          <a:xfrm>
            <a:off x="745043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13" name="요약 바"/>
          <p:cNvSpPr/>
          <p:nvPr/>
        </p:nvSpPr>
        <p:spPr>
          <a:xfrm>
            <a:off x="745043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4" name="요약 바"/>
          <p:cNvSpPr>
            <a:spLocks noGrp="1"/>
          </p:cNvSpPr>
          <p:nvPr>
            <p:ph type="body" sz="quarter" idx="22"/>
          </p:nvPr>
        </p:nvSpPr>
        <p:spPr>
          <a:xfrm>
            <a:off x="745043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15" name="패널 외곽"/>
          <p:cNvSpPr/>
          <p:nvPr/>
        </p:nvSpPr>
        <p:spPr>
          <a:xfrm>
            <a:off x="2837739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패널 머리"/>
          <p:cNvSpPr/>
          <p:nvPr/>
        </p:nvSpPr>
        <p:spPr>
          <a:xfrm>
            <a:off x="2837739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7" name="패널 머리"/>
          <p:cNvSpPr>
            <a:spLocks noGrp="1"/>
          </p:cNvSpPr>
          <p:nvPr>
            <p:ph type="body" sz="quarter" idx="23"/>
          </p:nvPr>
        </p:nvSpPr>
        <p:spPr>
          <a:xfrm>
            <a:off x="2837739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8" name="패널 본문"/>
          <p:cNvSpPr>
            <a:spLocks noGrp="1"/>
          </p:cNvSpPr>
          <p:nvPr>
            <p:ph type="body" sz="quarter" idx="24"/>
          </p:nvPr>
        </p:nvSpPr>
        <p:spPr>
          <a:xfrm>
            <a:off x="2859652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9" name="요약 바"/>
          <p:cNvSpPr/>
          <p:nvPr/>
        </p:nvSpPr>
        <p:spPr>
          <a:xfrm>
            <a:off x="2859652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0" name="요약 바"/>
          <p:cNvSpPr>
            <a:spLocks noGrp="1"/>
          </p:cNvSpPr>
          <p:nvPr>
            <p:ph type="body" sz="quarter" idx="25"/>
          </p:nvPr>
        </p:nvSpPr>
        <p:spPr>
          <a:xfrm>
            <a:off x="2859652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21" name="패널 외곽"/>
          <p:cNvSpPr/>
          <p:nvPr/>
        </p:nvSpPr>
        <p:spPr>
          <a:xfrm>
            <a:off x="4952348" y="777913"/>
            <a:ext cx="2070783" cy="990313"/>
          </a:xfrm>
          <a:prstGeom prst="rect">
            <a:avLst/>
          </a:prstGeom>
          <a:solidFill>
            <a:srgbClr val="FFFFFF"/>
          </a:solidFill>
          <a:ln w="12700">
            <a:solidFill>
              <a:srgbClr val="BDE0FF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2" name="패널 머리"/>
          <p:cNvSpPr/>
          <p:nvPr/>
        </p:nvSpPr>
        <p:spPr>
          <a:xfrm>
            <a:off x="4952348" y="777913"/>
            <a:ext cx="2070783" cy="230087"/>
          </a:xfrm>
          <a:prstGeom prst="rect">
            <a:avLst/>
          </a:prstGeom>
          <a:solidFill>
            <a:srgbClr val="BDE0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3" name="패널 머리"/>
          <p:cNvSpPr>
            <a:spLocks noGrp="1"/>
          </p:cNvSpPr>
          <p:nvPr>
            <p:ph type="body" sz="quarter" idx="26"/>
          </p:nvPr>
        </p:nvSpPr>
        <p:spPr>
          <a:xfrm>
            <a:off x="4952348" y="777913"/>
            <a:ext cx="2070783" cy="230087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b="1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24" name="패널 본문"/>
          <p:cNvSpPr>
            <a:spLocks noGrp="1"/>
          </p:cNvSpPr>
          <p:nvPr>
            <p:ph type="body" sz="quarter" idx="27"/>
          </p:nvPr>
        </p:nvSpPr>
        <p:spPr>
          <a:xfrm>
            <a:off x="4974261" y="1018957"/>
            <a:ext cx="2026957" cy="486313"/>
          </a:xfrm>
          <a:prstGeom prst="rect">
            <a:avLst/>
          </a:prstGeom>
          <a:noFill/>
          <a:ln>
            <a:noFill/>
          </a:ln>
        </p:spPr>
        <p:txBody>
          <a:bodyPr wrap="square" lIns="50400" tIns="7200" rIns="21600" bIns="7200" anchor="ctr">
            <a:noAutofit/>
          </a:bodyPr>
          <a:lstStyle>
            <a:lvl1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25" name="요약 바"/>
          <p:cNvSpPr/>
          <p:nvPr/>
        </p:nvSpPr>
        <p:spPr>
          <a:xfrm>
            <a:off x="4974261" y="1527183"/>
            <a:ext cx="2026957" cy="219130"/>
          </a:xfrm>
          <a:prstGeom prst="rect">
            <a:avLst/>
          </a:prstGeom>
          <a:solidFill>
            <a:srgbClr val="DEEEFF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26" name="요약 바"/>
          <p:cNvSpPr>
            <a:spLocks noGrp="1"/>
          </p:cNvSpPr>
          <p:nvPr>
            <p:ph type="body" sz="quarter" idx="28"/>
          </p:nvPr>
        </p:nvSpPr>
        <p:spPr>
          <a:xfrm>
            <a:off x="4974261" y="1527183"/>
            <a:ext cx="2026957" cy="219130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000" spc="-5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1 실적 구분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22 성과 띠(한 줄 · 두 줄 · 추진성과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지표명"/>
          <p:cNvSpPr>
            <a:spLocks noGrp="1"/>
          </p:cNvSpPr>
          <p:nvPr>
            <p:ph type="body" sz="quarter" idx="13"/>
          </p:nvPr>
        </p:nvSpPr>
        <p:spPr>
          <a:xfrm>
            <a:off x="4857652" y="328695"/>
            <a:ext cx="2160000" cy="230400"/>
          </a:xfrm>
        </p:spPr>
        <p:txBody>
          <a:bodyPr wrap="square" lIns="0" tIns="0" rIns="0" bIns="0" anchor="b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2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노사관계</a:t>
            </a:r>
          </a:p>
        </p:txBody>
      </p:sp>
      <p:sp>
        <p:nvSpPr>
          <p:cNvPr id="3" name="지표명 밑줄"/>
          <p:cNvSpPr/>
          <p:nvPr/>
        </p:nvSpPr>
        <p:spPr>
          <a:xfrm>
            <a:off x="6502695" y="575217"/>
            <a:ext cx="514956" cy="108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밑줄 끝"/>
          <p:cNvSpPr/>
          <p:nvPr/>
        </p:nvSpPr>
        <p:spPr>
          <a:xfrm>
            <a:off x="6974452" y="559017"/>
            <a:ext cx="43200" cy="43200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5" name="쪽 탭 빗면"/>
          <p:cNvSpPr/>
          <p:nvPr/>
        </p:nvSpPr>
        <p:spPr>
          <a:xfrm>
            <a:off x="5204347" y="10222434"/>
            <a:ext cx="504000" cy="241043"/>
          </a:xfrm>
          <a:prstGeom prst="parallelogram">
            <a:avLst>
              <a:gd name="adj" fmla="val 70000"/>
            </a:avLst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6" name="쪽 탭"/>
          <p:cNvSpPr/>
          <p:nvPr/>
        </p:nvSpPr>
        <p:spPr>
          <a:xfrm>
            <a:off x="5420347" y="10222434"/>
            <a:ext cx="1597304" cy="241043"/>
          </a:xfrm>
          <a:prstGeom prst="rect">
            <a:avLst/>
          </a:prstGeom>
          <a:solidFill>
            <a:srgbClr val="DEE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pic>
        <p:nvPicPr>
          <p:cNvPr id="7" name="KORAD CI" descr="KORAD CI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8347" y="10252855"/>
            <a:ext cx="972000" cy="180202"/>
          </a:xfrm>
          <a:prstGeom prst="rect">
            <a:avLst/>
          </a:prstGeom>
        </p:spPr>
      </p:pic>
      <p:sp>
        <p:nvSpPr>
          <p:cNvPr id="8" name="쪽번호"/>
          <p:cNvSpPr>
            <a:spLocks noGrp="1"/>
          </p:cNvSpPr>
          <p:nvPr>
            <p:ph type="body" sz="quarter" idx="14"/>
          </p:nvPr>
        </p:nvSpPr>
        <p:spPr>
          <a:xfrm>
            <a:off x="6585652" y="10222434"/>
            <a:ext cx="360000" cy="241043"/>
          </a:xfrm>
        </p:spPr>
        <p:txBody>
          <a:bodyPr wrap="square" lIns="0" tIns="0" rIns="0" bIns="0" anchor="ctr">
            <a:no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94</a:t>
            </a:r>
          </a:p>
        </p:txBody>
      </p:sp>
      <p:sp>
        <p:nvSpPr>
          <p:cNvPr id="9" name="핵심성과 박스"/>
          <p:cNvSpPr/>
          <p:nvPr/>
        </p:nvSpPr>
        <p:spPr>
          <a:xfrm>
            <a:off x="723130" y="77791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핵심성과 라벨"/>
          <p:cNvSpPr/>
          <p:nvPr/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1" name="핵심성과 라벨"/>
          <p:cNvSpPr>
            <a:spLocks noGrp="1"/>
          </p:cNvSpPr>
          <p:nvPr>
            <p:ph type="body" sz="quarter" idx="20"/>
          </p:nvPr>
        </p:nvSpPr>
        <p:spPr>
          <a:xfrm>
            <a:off x="756000" y="81626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1"/>
          </p:nvPr>
        </p:nvSpPr>
        <p:spPr>
          <a:xfrm>
            <a:off x="1501043" y="79434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13" name="핵심성과 박스"/>
          <p:cNvSpPr/>
          <p:nvPr/>
        </p:nvSpPr>
        <p:spPr>
          <a:xfrm>
            <a:off x="723130" y="1177043"/>
            <a:ext cx="6300000" cy="52434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핵심성과 라벨"/>
          <p:cNvSpPr/>
          <p:nvPr/>
        </p:nvSpPr>
        <p:spPr>
          <a:xfrm>
            <a:off x="756000" y="1209913"/>
            <a:ext cx="657391" cy="458609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28800" rIns="28800" tIns="7200" bIns="7200" wrap="square"/>
          <a:lstStyle/>
          <a:p/>
        </p:txBody>
      </p:sp>
      <p:sp>
        <p:nvSpPr>
          <p:cNvPr id="15" name="핵심성과 라벨"/>
          <p:cNvSpPr>
            <a:spLocks noGrp="1"/>
          </p:cNvSpPr>
          <p:nvPr>
            <p:ph type="body" sz="quarter" idx="22"/>
          </p:nvPr>
        </p:nvSpPr>
        <p:spPr>
          <a:xfrm>
            <a:off x="756000" y="1209913"/>
            <a:ext cx="657391" cy="458609"/>
          </a:xfrm>
          <a:prstGeom prst="rect">
            <a:avLst/>
          </a:prstGeom>
          <a:effectLst/>
          <a:noFill/>
          <a:ln>
            <a:noFill/>
          </a:ln>
        </p:spPr>
        <p:txBody>
          <a:bodyPr rtlCol="0" anchor="ctr" lIns="28800" rIns="28800" tIns="7200" bIns="720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16" name="핵심성과 문구"/>
          <p:cNvSpPr>
            <a:spLocks noGrp="1"/>
          </p:cNvSpPr>
          <p:nvPr>
            <p:ph type="body" sz="quarter" idx="23"/>
          </p:nvPr>
        </p:nvSpPr>
        <p:spPr>
          <a:xfrm>
            <a:off x="1501043" y="1198957"/>
            <a:ext cx="5456348" cy="480522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7" name="핵심성과 박스"/>
          <p:cNvSpPr/>
          <p:nvPr/>
        </p:nvSpPr>
        <p:spPr>
          <a:xfrm>
            <a:off x="723130" y="1789043"/>
            <a:ext cx="6300000" cy="311478"/>
          </a:xfrm>
          <a:prstGeom prst="rect">
            <a:avLst/>
          </a:prstGeom>
          <a:solidFill>
            <a:srgbClr val="E6FCF9"/>
          </a:solidFill>
          <a:ln w="19050">
            <a:solidFill>
              <a:srgbClr val="00BE83"/>
            </a:solidFill>
          </a:ln>
          <a:effectLst/>
        </p:spPr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8" name="핵심성과 라벨"/>
          <p:cNvSpPr/>
          <p:nvPr/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solidFill>
            <a:srgbClr val="002060"/>
          </a:solidFill>
          <a:ln>
            <a:noFill/>
          </a:ln>
          <a:effectLst/>
        </p:spPr>
        <p:txBody>
          <a:bodyPr rtlCol="0" anchor="ctr" lIns="18000" rIns="79200" tIns="0" bIns="0" wrap="square"/>
          <a:lstStyle/>
          <a:p/>
        </p:txBody>
      </p:sp>
      <p:sp>
        <p:nvSpPr>
          <p:cNvPr id="19" name="핵심성과 라벨"/>
          <p:cNvSpPr>
            <a:spLocks noGrp="1"/>
          </p:cNvSpPr>
          <p:nvPr>
            <p:ph type="body" sz="quarter" idx="24"/>
          </p:nvPr>
        </p:nvSpPr>
        <p:spPr>
          <a:xfrm>
            <a:off x="756000" y="1827391"/>
            <a:ext cx="657391" cy="234783"/>
          </a:xfrm>
          <a:prstGeom prst="homePlate">
            <a:avLst>
              <a:gd name="adj" fmla="val 28000"/>
            </a:avLst>
          </a:prstGeom>
          <a:effectLst/>
          <a:noFill/>
          <a:ln>
            <a:noFill/>
          </a:ln>
        </p:spPr>
        <p:txBody>
          <a:bodyPr rtlCol="0" anchor="ctr" lIns="18000" rIns="79200" tIns="0" bIns="0" wrap="square"/>
          <a:lstStyle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1100" b="1" spc="-55">
                <a:solidFill>
                  <a:srgbClr val="FFFFFF"/>
                </a:solidFill>
                <a:latin typeface="Pretendard"/>
                <a:ea typeface="Pretendard"/>
              </a:defRPr>
            </a:lvl1pPr>
          </a:lstStyle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20" name="핵심성과 문구"/>
          <p:cNvSpPr>
            <a:spLocks noGrp="1"/>
          </p:cNvSpPr>
          <p:nvPr>
            <p:ph type="body" sz="quarter" idx="25"/>
          </p:nvPr>
        </p:nvSpPr>
        <p:spPr>
          <a:xfrm>
            <a:off x="1501043" y="1805478"/>
            <a:ext cx="5456348" cy="278609"/>
          </a:xfrm>
          <a:prstGeom prst="rect">
            <a:avLst/>
          </a:prstGeom>
          <a:noFill/>
          <a:ln>
            <a:noFill/>
          </a:ln>
        </p:spPr>
        <p:txBody>
          <a:bodyPr wrap="square" lIns="36000" tIns="10800" rIns="36000" bIns="10800" anchor="ctr">
            <a:noAutofit/>
          </a:bodyPr>
          <a:lstStyle>
            <a:lvl1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  <a:defRPr sz="1100" b="1" spc="-55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L23 연결 화살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대분류 번호"/>
          <p:cNvSpPr>
            <a:spLocks noGrp="1"/>
          </p:cNvSpPr>
          <p:nvPr>
            <p:ph type="body" sz="quarter" idx="13"/>
          </p:nvPr>
        </p:nvSpPr>
        <p:spPr>
          <a:xfrm>
            <a:off x="536869" y="230086"/>
            <a:ext cx="468000" cy="396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3400" b="1">
                <a:solidFill>
                  <a:srgbClr val="0051BC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4</a:t>
            </a:r>
          </a:p>
        </p:txBody>
      </p:sp>
      <p:sp>
        <p:nvSpPr>
          <p:cNvPr id="3" name="번호 구분선"/>
          <p:cNvSpPr/>
          <p:nvPr/>
        </p:nvSpPr>
        <p:spPr>
          <a:xfrm>
            <a:off x="821739" y="268434"/>
            <a:ext cx="10800" cy="290347"/>
          </a:xfrm>
          <a:prstGeom prst="rect">
            <a:avLst/>
          </a:prstGeom>
          <a:solidFill>
            <a:srgbClr val="008E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4" name="범주"/>
          <p:cNvSpPr>
            <a:spLocks noGrp="1"/>
          </p:cNvSpPr>
          <p:nvPr>
            <p:ph type="body" sz="quarter" idx="14"/>
          </p:nvPr>
        </p:nvSpPr>
        <p:spPr>
          <a:xfrm>
            <a:off x="909391" y="262956"/>
            <a:ext cx="3600000" cy="1800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Ⅰ. 경영관리 범주</a:t>
            </a:r>
          </a:p>
        </p:txBody>
      </p:sp>
      <p:sp>
        <p:nvSpPr>
          <p:cNvPr id="5" name="영역명"/>
          <p:cNvSpPr>
            <a:spLocks noGrp="1"/>
          </p:cNvSpPr>
          <p:nvPr>
            <p:ph type="body" sz="quarter" idx="15"/>
          </p:nvPr>
        </p:nvSpPr>
        <p:spPr>
          <a:xfrm>
            <a:off x="909391" y="442956"/>
            <a:ext cx="4320000" cy="208800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500" b="1">
                <a:solidFill>
                  <a:srgbClr val="000359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조직 운영 및 관리</a:t>
            </a:r>
          </a:p>
        </p:txBody>
      </p:sp>
      <p:sp>
        <p:nvSpPr>
          <p:cNvPr id="6" name="쪽 탭 빗면"/>
          <p:cNvSpPr/>
          <p:nvPr/>
        </p:nvSpPr>
        <p:spPr>
          <a:xfrm>
            <a:off x="2550521" y="10260782"/>
            <a:ext cx="396000" cy="164347"/>
          </a:xfrm>
          <a:prstGeom prst="parallelogram">
            <a:avLst>
              <a:gd name="adj" fmla="val 60000"/>
            </a:avLst>
          </a:prstGeom>
          <a:solidFill>
            <a:srgbClr val="BDE0F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7" name="쪽번호"/>
          <p:cNvSpPr>
            <a:spLocks noGrp="1"/>
          </p:cNvSpPr>
          <p:nvPr>
            <p:ph type="body" sz="quarter" idx="16"/>
          </p:nvPr>
        </p:nvSpPr>
        <p:spPr>
          <a:xfrm>
            <a:off x="536869" y="10260782"/>
            <a:ext cx="36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4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93</a:t>
            </a:r>
          </a:p>
        </p:txBody>
      </p:sp>
      <p:sp>
        <p:nvSpPr>
          <p:cNvPr id="8" name="쪽 구분선"/>
          <p:cNvSpPr/>
          <p:nvPr/>
        </p:nvSpPr>
        <p:spPr>
          <a:xfrm>
            <a:off x="821739" y="10282695"/>
            <a:ext cx="10800" cy="120521"/>
          </a:xfrm>
          <a:prstGeom prst="rect">
            <a:avLst/>
          </a:prstGeom>
          <a:solidFill>
            <a:srgbClr val="8D9CBF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endParaRPr lang="ko-KR"/>
          </a:p>
        </p:txBody>
      </p:sp>
      <p:sp>
        <p:nvSpPr>
          <p:cNvPr id="9" name="보고서명"/>
          <p:cNvSpPr>
            <a:spLocks noGrp="1"/>
          </p:cNvSpPr>
          <p:nvPr>
            <p:ph type="body" sz="quarter" idx="17"/>
          </p:nvPr>
        </p:nvSpPr>
        <p:spPr>
          <a:xfrm>
            <a:off x="876521" y="10260782"/>
            <a:ext cx="1800000" cy="164347"/>
          </a:xfrm>
        </p:spPr>
        <p:txBody>
          <a:bodyPr wrap="square" lIns="0" tIns="0" rIns="0" bIns="0" anchor="ctr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>
                <a:solidFill>
                  <a:srgbClr val="5D7280"/>
                </a:solidFill>
                <a:latin typeface="Pretendard"/>
                <a:ea typeface="Pretendard"/>
              </a:defRPr>
            </a:lvl1pPr>
          </a:lstStyle>
          <a:p>
            <a:r>
              <a:rPr lang="ko-KR"/>
              <a:t>2025년도 경영실적보고서</a:t>
            </a:r>
          </a:p>
        </p:txBody>
      </p:sp>
      <p:sp>
        <p:nvSpPr>
          <p:cNvPr id="10" name="삼각 화살표"/>
          <p:cNvSpPr/>
          <p:nvPr/>
        </p:nvSpPr>
        <p:spPr>
          <a:xfrm>
            <a:off x="3823826" y="794347"/>
            <a:ext cx="350608" cy="142435"/>
          </a:xfrm>
          <a:custGeom>
            <a:avLst/>
            <a:gdLst/>
            <a:ahLst/>
            <a:cxnLst/>
            <a:rect l="l" t="t" r="r" b="b"/>
            <a:pathLst>
              <a:path w="350608" h="142435">
                <a:moveTo>
                  <a:pt x="0" y="0"/>
                </a:moveTo>
                <a:lnTo>
                  <a:pt x="350608" y="0"/>
                </a:lnTo>
                <a:lnTo>
                  <a:pt x="175304" y="142435"/>
                </a:lnTo>
                <a:close/>
              </a:path>
            </a:pathLst>
          </a:custGeom>
          <a:solidFill>
            <a:srgbClr val="0051B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8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3"/>
    <p:sldLayoutId id="2147483654" r:id="rId6"/>
    <p:sldLayoutId id="2147483655" r:id="rId5"/>
    <p:sldLayoutId id="2147483656" r:id="rId4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2"/>
    <p:sldLayoutId id="2147483663" r:id="rId13"/>
    <p:sldLayoutId id="2147483664" r:id="rId14"/>
    <p:sldLayoutId id="2147483665" r:id="rId15"/>
    <p:sldLayoutId id="2147483666" r:id="rId16"/>
    <p:sldLayoutId id="2147483667" r:id="rId17"/>
    <p:sldLayoutId id="2147483668" r:id="rId18"/>
    <p:sldLayoutId id="2147483669" r:id="rId19"/>
    <p:sldLayoutId id="2147483670" r:id="rId20"/>
    <p:sldLayoutId id="2147483671" r:id="rId21"/>
    <p:sldLayoutId id="2147483672" r:id="rId22"/>
    <p:sldLayoutId id="2147483673" r:id="rId23"/>
    <p:sldLayoutId id="2147483674" r:id="rId24"/>
    <p:sldLayoutId id="2147483675" r:id="rId25"/>
    <p:sldLayoutId id="2147483676" r:id="rId26"/>
    <p:sldLayoutId id="2147483677" r:id="rId2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9" name="장 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800" b="1" spc="-90" dirty="0">
                <a:solidFill>
                  <a:srgbClr val="000359"/>
                </a:solidFill>
                <a:latin typeface="Pretendard"/>
                <a:ea typeface="Pretendard"/>
              </a:rPr>
              <a:t>Ⅲ. 2025년도 추진실적 및 성과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</a:t>
            </a:r>
          </a:p>
        </p:txBody>
      </p:sp>
      <p:sp>
        <p:nvSpPr>
          <p:cNvPr id="4" name="평가내용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평가내용 </a:t>
            </a:r>
            <a:r>
              <a:rPr lang="ko-KR" sz="1400" b="1" spc="-55" dirty="0">
                <a:solidFill>
                  <a:srgbClr val="0051BC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6" name="평가내용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400" b="1" spc="-70" dirty="0">
                <a:solidFill>
                  <a:srgbClr val="000359"/>
                </a:solidFill>
                <a:latin typeface="Pretendard"/>
                <a:ea typeface="Pretendard"/>
              </a:rPr>
              <a:t>노사 간 협력체계 구축과 실질적 운영이 상호 협력과 참여에 기반하여 이루어지고 있는지 여부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10" name="번호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2200" b="1" spc="-110" dirty="0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1" name="번호 띠 제목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500" b="1" spc="-75" dirty="0">
                <a:solidFill>
                  <a:srgbClr val="000359"/>
                </a:solidFill>
                <a:latin typeface="Pretendard"/>
                <a:ea typeface="Pretendard"/>
              </a:rPr>
              <a:t>상생 협력적인 노사관계 구축과 협력체계 운영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5" name="소제목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200" b="1" spc="-60" dirty="0">
                <a:solidFill>
                  <a:srgbClr val="000359"/>
                </a:solidFill>
                <a:latin typeface="Pretendard"/>
                <a:ea typeface="Pretendard"/>
              </a:rPr>
              <a:t>가. 상생 협력적 노사관계 운영 전략 수립과 과제 도출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내부여건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노동존중 실현, 기본권 보장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노동조합법 개정, 노사협력 강화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저출산 해결 노력 요구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등 취약직종 처우개선 요구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 등 현안해결 소통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근로환경 개선 요구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 협력적 노사관계 확산을 위한 노사협의체 운영과 내실화 추진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파트너십 강화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공동 목표를 수행하는 동반자로서 긍정의 노사관계 강화</a:t>
            </a:r>
          </a:p>
        </p:txBody>
      </p:sp>
      <p:sp>
        <p:nvSpPr>
          <p:cNvPr id="20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</a:t>
            </a:r>
          </a:p>
        </p:txBody>
      </p:sp>
      <p:sp>
        <p:nvSpPr>
          <p:cNvPr id="21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 존중 실현과 복리후생제도 개선 등 근로환경 개선 추진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협력체계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운영기반 마련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소통채널을 통한 과제설정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및 성과점검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성과지수 설문조사·분석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결과물 부재 등 요인 파악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열린 소통으로 추진방향·과제 설정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노사협력으로 과제 적극 이행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이행 점검 등 환류체계 제도화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매년 운전면허 적성검사 갱신 민원인 연말집중 현상 발생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민원 집중에 따른 초과근무 등 직원 근로환경 저하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연말집중 민원에 따른 직원 근로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국민 선택에 따른 민원 집중 불가피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근본적 원인 해결 방안 모색 동의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대토론회 개최</a:t>
            </a:r>
          </a:p>
        </p:txBody>
      </p:sp>
      <p:sp>
        <p:nvSpPr>
          <p:cNvPr id="17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원인분석</a:t>
            </a:r>
          </a:p>
        </p:txBody>
      </p:sp>
      <p:sp>
        <p:nvSpPr>
          <p:cNvPr id="18" name="단계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극복노력</a:t>
            </a:r>
          </a:p>
        </p:txBody>
      </p:sp>
      <p:sp>
        <p:nvSpPr>
          <p:cNvPr id="19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해결안 도출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이사장·노조위원장 등 참여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연단위 갱신 기간 민원 집중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경찰청·국회와 원인해결 논의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생일 전후 ±6개월 법령개정안</a:t>
            </a:r>
          </a:p>
        </p:txBody>
      </p:sp>
      <p:sp>
        <p:nvSpPr>
          <p:cNvPr id="31" name="성과 패널 머리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33" name="성과 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적성검사 기간을 생일 전후 ±6개월로 변경하는 법령안 통과('26.1.1. 시행)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연말 집중민원 해소로 직원 근로환경 향상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연말 방문 민원인 약 48% 감소 기대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그 간의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공감대 형성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시행을 위한 규정 수립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사업수행에 심층적 이해를 가진 노동이사를 선임하여 공감대 형성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정관 제9조 '근로자 대표 추천 또는 과반수 동의 1명을 비상임이사로 포함'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상세화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시행 의지 명문화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노동이사 역량 강화 지원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노동이사제 적극 시행과 직무 수행 지원, 불이익 처분 및 대우 금지 조항 마련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업무수행·역량강화 교육과정 지원 및 소통채널 운영 협의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선임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</a:t>
            </a:r>
          </a:p>
        </p:txBody>
      </p:sp>
      <p:sp>
        <p:nvSpPr>
          <p:cNvPr id="23" name="단계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구성</a:t>
            </a:r>
          </a:p>
        </p:txBody>
      </p:sp>
      <p:sp>
        <p:nvSpPr>
          <p:cNvPr id="24" name="단계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</a:t>
            </a:r>
          </a:p>
        </p:txBody>
      </p:sp>
      <p:sp>
        <p:nvSpPr>
          <p:cNvPr id="25" name="단계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추천위원회 심사</a:t>
            </a:r>
          </a:p>
        </p:txBody>
      </p:sp>
      <p:sp>
        <p:nvSpPr>
          <p:cNvPr id="26" name="단계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노동이사 임명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추천 공모, 추천위원회 구성('25.11.25.)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노동조합→노동이사 적합 후보자 추천 완료('26.1.5.)</a:t>
            </a:r>
          </a:p>
        </p:txBody>
      </p:sp>
      <p:sp>
        <p:nvSpPr>
          <p:cNvPr id="33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후보자 추천위원회 심사 실시('26.1.13.)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최종 추천 후보자 경찰청장 임명('26. 상반기)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수준진단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기존 형식적이고 무거운 분위기의 소통채널 운영에 따른 직원 참여율 저하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→ 노사소통지수 타 지수 대비 저조(3년 평균 87.3 ↔ 88.7점)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위원장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“현안 발생 시 수시로 소통해 해결하고 서로 존중·협력하겠다.”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6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“긍정의 조직문화를 함께 만들고 현안을 풀어가겠다.”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시사점</a:t>
            </a:r>
          </a:p>
        </p:txBody>
      </p:sp>
      <p:sp>
        <p:nvSpPr>
          <p:cNvPr id="16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소통채널 운영</a:t>
            </a:r>
          </a:p>
        </p:txBody>
      </p:sp>
      <p:sp>
        <p:nvSpPr>
          <p:cNvPr id="17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누구나 참여하고 먼저 다가가는 열린 소통채널 운영으로 소통 활성화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긍정 조직문화 조성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파트너십 강화 활동 등 신뢰 증진을 통한 긍정 조직문화 조성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공감대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형성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발전을 위해서는 노동조합을 동반자로 인식하고 협력 증대 필수적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근로조건 개선을 위해서는 공단과의 파트너십 강화 필요</a:t>
            </a:r>
          </a:p>
        </p:txBody>
      </p:sp>
      <p:sp>
        <p:nvSpPr>
          <p:cNvPr id="15" name="레일 태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결실</a:t>
            </a:r>
          </a:p>
        </p:txBody>
      </p:sp>
      <p:sp>
        <p:nvSpPr>
          <p:cNvPr id="16" name="레일 라벨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상생협력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선언</a:t>
            </a:r>
          </a:p>
        </p:txBody>
      </p:sp>
      <p:sp>
        <p:nvSpPr>
          <p:cNvPr id="18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선언문('25.2월)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협력 선포식 개최 및 공동 선언 실시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경영진·노조집행부 전원 참여, 사내방송 생중계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조성·발전적 노사관계 정착 합의·선언</a:t>
            </a:r>
          </a:p>
        </p:txBody>
      </p:sp>
      <p:sp>
        <p:nvSpPr>
          <p:cNvPr id="20" name="사진 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(선포식)</a:t>
            </a:r>
          </a:p>
        </p:txBody>
      </p:sp>
      <p:sp>
        <p:nvSpPr>
          <p:cNvPr id="22" name="레일 태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확산</a:t>
            </a:r>
          </a:p>
        </p:txBody>
      </p:sp>
      <p:sp>
        <p:nvSpPr>
          <p:cNvPr id="23" name="레일 라벨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상생의 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</a:t>
            </a:r>
          </a:p>
        </p:txBody>
      </p:sp>
      <p:sp>
        <p:nvSpPr>
          <p:cNvPr id="25" name="배너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매년 11월, 노사 상생의 달 지정 및 운영(공공기관 중 최초)</a:t>
            </a:r>
          </a:p>
        </p:txBody>
      </p:sp>
      <p:sp>
        <p:nvSpPr>
          <p:cNvPr id="26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화합 어울림 한마당</a:t>
            </a:r>
          </a:p>
        </p:txBody>
      </p:sp>
      <p:sp>
        <p:nvSpPr>
          <p:cNvPr id="27" name="머리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 상생 표어 공모·선정</a:t>
            </a:r>
          </a:p>
        </p:txBody>
      </p:sp>
      <p:sp>
        <p:nvSpPr>
          <p:cNvPr id="28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분임협의회 BEST AWARD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경영진·노조 156명 참석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화합과 소통의 장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노사관계 특강 교육 운영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화합·상생 표어 공모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61개 공모·우수작 3개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꼬리말·행사 슬로건 활용</a:t>
            </a:r>
          </a:p>
        </p:txBody>
      </p:sp>
      <p:sp>
        <p:nvSpPr>
          <p:cNvPr id="32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실적평가 우수조직 시상(4개)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이사장 표창·부상품 제공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10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저임금자 임금 우선 인상 동의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고위직급자 인상·직무급 확대 요구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저임금 직종·직급 위주 '하후상박식'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실무직 근로시간·직무급 확대 반대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의견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조율</a:t>
            </a:r>
          </a:p>
        </p:txBody>
      </p:sp>
      <p:sp>
        <p:nvSpPr>
          <p:cNvPr id="13" name="단계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공감대 형성</a:t>
            </a:r>
          </a:p>
        </p:txBody>
      </p:sp>
      <p:sp>
        <p:nvSpPr>
          <p:cNvPr id="14" name="단계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갈등발생</a:t>
            </a:r>
          </a:p>
        </p:txBody>
      </p:sp>
      <p:sp>
        <p:nvSpPr>
          <p:cNvPr id="15" name="단계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갈등해소</a:t>
            </a:r>
          </a:p>
        </p:txBody>
      </p:sp>
      <p:sp>
        <p:nvSpPr>
          <p:cNvPr id="16" name="단계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본교섭 실시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대표위원 12명 참석·상견례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방향 공유·논의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직급별 인상률·직무급 확대 이견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 3회 대화·소통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절충안 협의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실무교섭안으로 본교섭·체결식 동시 진행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15년 연속 무분규 체결</a:t>
            </a:r>
          </a:p>
        </p:txBody>
      </p:sp>
      <p:sp>
        <p:nvSpPr>
          <p:cNvPr id="27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협약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체결</a:t>
            </a:r>
          </a:p>
        </p:txBody>
      </p:sp>
      <p:sp>
        <p:nvSpPr>
          <p:cNvPr id="29" name="머리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1차 임금협약 체결('25.5월)</a:t>
            </a:r>
          </a:p>
        </p:txBody>
      </p:sp>
      <p:sp>
        <p:nvSpPr>
          <p:cNvPr id="30" name="머리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최종 임금협약 체결('25.12월)</a:t>
            </a:r>
          </a:p>
        </p:txBody>
      </p:sp>
      <p:sp>
        <p:nvSpPr>
          <p:cNvPr id="31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하후상박식 임금 차등인상(1.0~4.5%)</a:t>
            </a:r>
          </a:p>
        </p:txBody>
      </p:sp>
      <p:graphicFrame>
        <p:nvGraphicFramePr>
          <p:cNvPr id="32" name="인라인 표"/>
          <p:cNvGraphicFramePr>
            <a:graphicFrameLocks noGrp="1"/>
          </p:cNvGraphicFramePr>
          <p:nvPr/>
        </p:nvGraphicFramePr>
        <p:xfrm>
          <a:off x="1391478" y="2831165"/>
          <a:ext cx="2711739" cy="416348"/>
        </p:xfrm>
        <a:graphic>
          <a:graphicData uri="http://schemas.openxmlformats.org/drawingml/2006/table">
            <a:tbl>
              <a:tblPr/>
              <a:tblGrid>
                <a:gridCol w="394435"/>
                <a:gridCol w="504000"/>
                <a:gridCol w="361565"/>
                <a:gridCol w="153391"/>
                <a:gridCol w="416348"/>
                <a:gridCol w="438261"/>
                <a:gridCol w="443739"/>
              </a:tblGrid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위원,1급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2급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6,7급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교통직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실무직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</a:tr>
              <a:tr h="208174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인상률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1.0%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1.5%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…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4.5%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3.2%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칸 본문"/>
          <p:cNvSpPr>
            <a:spLocks noGrp="1"/>
          </p:cNvSpPr>
          <p:nvPr>
            <p:ph type="body" sz="quarter" idx="3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상하위직 격차 완화(연공성 완화율 1.9%p↑)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기본급 0.5%, 실무직 0.4% 추가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환경실무직 표준 근로체계 편입(임금↑)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직무급 Ⅰ 0.08%, 직무급 Ⅱ 1만원 인상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일반직 3~7급 성과급 한시 추가 지급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이해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관계</a:t>
            </a:r>
          </a:p>
        </p:txBody>
      </p:sp>
      <p:sp>
        <p:nvSpPr>
          <p:cNvPr id="9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 단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</a:t>
            </a:r>
          </a:p>
        </p:txBody>
      </p:sp>
      <p:sp>
        <p:nvSpPr>
          <p:cNvPr id="11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재원 부족 등 교통직 처우개선을 위한 중장기적 검토와 추진 필요</a:t>
            </a:r>
          </a:p>
        </p:txBody>
      </p:sp>
      <p:sp>
        <p:nvSpPr>
          <p:cNvPr id="12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교통직과 일반직의 차별적 요소 해소를 위한 적극적·신속한 대응 필요</a:t>
            </a:r>
          </a:p>
        </p:txBody>
      </p:sp>
      <p:sp>
        <p:nvSpPr>
          <p:cNvPr id="14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노력</a:t>
            </a:r>
          </a:p>
        </p:txBody>
      </p:sp>
      <p:sp>
        <p:nvSpPr>
          <p:cNvPr id="16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공감과 이해</a:t>
            </a:r>
          </a:p>
        </p:txBody>
      </p:sp>
      <p:sp>
        <p:nvSpPr>
          <p:cNvPr id="17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소통과 설득</a:t>
            </a:r>
          </a:p>
        </p:txBody>
      </p:sp>
      <p:sp>
        <p:nvSpPr>
          <p:cNvPr id="18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실무추진단 운영(5회)으로 교통직 처우개선을 위한 노사 공감대 형성 노력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소통 및 설득(처우개선 예산 4.5억원 확보)</a:t>
            </a:r>
          </a:p>
        </p:txBody>
      </p:sp>
      <p:sp>
        <p:nvSpPr>
          <p:cNvPr id="21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교섭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결과</a:t>
            </a:r>
          </a:p>
        </p:txBody>
      </p:sp>
      <p:sp>
        <p:nvSpPr>
          <p:cNvPr id="23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수시단체교섭 노사합의서 체결('25.12월)</a:t>
            </a:r>
          </a:p>
        </p:txBody>
      </p:sp>
      <p:sp>
        <p:nvSpPr>
          <p:cNvPr id="24" name="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자체성과급 신설 및 지급 합의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경력직 채용 비율 상향, 경력가점 변경</a:t>
            </a:r>
          </a:p>
        </p:txBody>
      </p:sp>
      <p:sp>
        <p:nvSpPr>
          <p:cNvPr id="25" name="사진 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(합의서)</a:t>
            </a:r>
          </a:p>
        </p:txBody>
      </p:sp>
      <p:sp>
        <p:nvSpPr>
          <p:cNvPr id="26" name="사진 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5D7280"/>
                </a:solidFill>
                <a:latin typeface="Pretendard"/>
                <a:ea typeface="Pretendard"/>
              </a:rPr>
              <a:t>사진 (체결식)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12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현 황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감시단속적 근로 적용 제외 승인 근로형태, 월 251시간 근무</a:t>
            </a:r>
          </a:p>
        </p:txBody>
      </p:sp>
      <p:sp>
        <p:nvSpPr>
          <p:cNvPr id="7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문제점</a:t>
            </a:r>
          </a:p>
        </p:txBody>
      </p:sp>
      <p:sp>
        <p:nvSpPr>
          <p:cNvPr id="8" name="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장시간 근로에 따른 피로누적 등 건강권 저해와 잦은 이직에 따른 인력의 비효율적 운영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공동노력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해당 근로자 소통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근무체계 개편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마련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승인 해제를 통한 근로조건 개선 설명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임금저하 방지 노사 공동 노력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일반 근로형태로 전환·개편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월 172시간 근무(기존 251시간)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임금보전 대책 검토 및 마련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휴일·연장근로수당 지급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협의체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참여</a:t>
            </a:r>
          </a:p>
        </p:txBody>
      </p:sp>
      <p:sp>
        <p:nvSpPr>
          <p:cNvPr id="9" name="배너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타 기관 협의체 참여·공유·학습으로 노사 현안 전문성 강화 및 개선점 모색</a:t>
            </a:r>
          </a:p>
        </p:txBody>
      </p:sp>
      <p:sp>
        <p:nvSpPr>
          <p:cNvPr id="10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안전보건</a:t>
            </a:r>
          </a:p>
        </p:txBody>
      </p:sp>
      <p:sp>
        <p:nvSpPr>
          <p:cNvPr id="11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복무제도</a:t>
            </a:r>
          </a:p>
        </p:txBody>
      </p:sp>
      <p:sp>
        <p:nvSpPr>
          <p:cNvPr id="13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안전협의체(3회·9개)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재난관리협의체(1회·4개)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교차점검단(3회·5개)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상생컨설팅(3회·3개)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일·가정양립(4회·4개)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상생컨설팅(2회·3개)</a:t>
            </a:r>
          </a:p>
        </p:txBody>
      </p:sp>
      <p:sp>
        <p:nvSpPr>
          <p:cNvPr id="18" name="태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주요내용</a:t>
            </a:r>
          </a:p>
        </p:txBody>
      </p:sp>
      <p:sp>
        <p:nvSpPr>
          <p:cNvPr id="19" name="태그 설명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건강 프로그램 교류, 재난 대응 매뉴얼 공유·발표, 복리후생제도 교차점검 등</a:t>
            </a:r>
          </a:p>
        </p:txBody>
      </p:sp>
      <p:sp>
        <p:nvSpPr>
          <p:cNvPr id="20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외부역량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활용</a:t>
            </a:r>
          </a:p>
        </p:txBody>
      </p:sp>
      <p:sp>
        <p:nvSpPr>
          <p:cNvPr id="22" name="배너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 전문 역량을 적극 활용하여 공단의 노사 현안에 신속 대응 및 전문성 구비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노무 전문가 자문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온라인 자원 활용</a:t>
            </a:r>
          </a:p>
        </p:txBody>
      </p:sp>
      <p:sp>
        <p:nvSpPr>
          <p:cNvPr id="25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계약 및 전담 노무사 배치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주요 이슈 대응 및 제도 적법성 자문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신속 대응과 정보 수집을 위한 온라인 노무포털(E-Labor) 적극 활용</a:t>
            </a:r>
          </a:p>
        </p:txBody>
      </p:sp>
      <p:sp>
        <p:nvSpPr>
          <p:cNvPr id="28" name="태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활용사례</a:t>
            </a:r>
          </a:p>
        </p:txBody>
      </p:sp>
      <p:sp>
        <p:nvSpPr>
          <p:cNvPr id="29" name="태그 설명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단체협약, 복리후생제도 운영 적법성 · 감시단속적 근무 해제, 육아지원 3법 등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14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노사관계 최우수 기관장 감사패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이사장 명예 조합원 위촉</a:t>
            </a:r>
          </a:p>
        </p:txBody>
      </p:sp>
      <p:sp>
        <p:nvSpPr>
          <p:cNvPr id="8" name="칸 본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공공안전기관 노조대표자협의회 주관 최우수 기관 선정·감사패('25.8월)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노동조합 → 이사장 명예 조합원 위촉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재임 중 기관장 최초 위촉('25.11월)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15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10" name="강조 바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존중과 신뢰를 바탕으로 한 노사 파트너십 강화와 상생 협력적인 노사관계 확산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방향</a:t>
            </a:r>
          </a:p>
        </p:txBody>
      </p:sp>
      <p:sp>
        <p:nvSpPr>
          <p:cNvPr id="13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협의체 운영으로 리스크 해결</a:t>
            </a:r>
          </a:p>
        </p:txBody>
      </p:sp>
      <p:sp>
        <p:nvSpPr>
          <p:cNvPr id="14" name="가운데 글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열린 소통 및 긍정문화 조성</a:t>
            </a:r>
          </a:p>
        </p:txBody>
      </p:sp>
      <p:sp>
        <p:nvSpPr>
          <p:cNvPr id="16" name="가운데 글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근로환경 개선 노력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0" name="칸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노사협의체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노동이사 선임·현안 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적법성 자체점검</a:t>
            </a:r>
          </a:p>
        </p:txBody>
      </p:sp>
      <p:sp>
        <p:nvSpPr>
          <p:cNvPr id="21" name="칸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소통·협력 프로그램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긍정 노사관계 정착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역량강화 교육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임금·단체협약 체결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개선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소통 채널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노사협의회·분임협의회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 라운드테이블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데일리미팅·전략회의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상생의 달 행사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추진단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33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성과지표</a:t>
            </a:r>
          </a:p>
        </p:txBody>
      </p:sp>
      <p:sp>
        <p:nvSpPr>
          <p:cNvPr id="34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협력지수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안건 일치율</a:t>
            </a:r>
          </a:p>
        </p:txBody>
      </p:sp>
      <p:sp>
        <p:nvSpPr>
          <p:cNvPr id="35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소통지수 설문조사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역량지수 설문조사</a:t>
            </a:r>
          </a:p>
        </p:txBody>
      </p:sp>
      <p:sp>
        <p:nvSpPr>
          <p:cNvPr id="37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설문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설문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16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추진배경</a:t>
            </a:r>
          </a:p>
        </p:txBody>
      </p:sp>
      <p:sp>
        <p:nvSpPr>
          <p:cNvPr id="6" name="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법과 원칙 기반 노사관계 제도 운영의 연속성 확보를 위한 관련 법률·지침 적법성 점검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점검방법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공단 전담 노무법인 및 사내 법무팀을 활용한 노사관계 운영 적법성 자체점검 실시*</a:t>
            </a:r>
          </a:p>
        </p:txBody>
      </p:sp>
      <p:sp>
        <p:nvSpPr>
          <p:cNvPr id="10" name="주석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3B4951"/>
                </a:solidFill>
                <a:latin typeface="Pretendard"/>
                <a:ea typeface="Pretendard"/>
              </a:rPr>
              <a:t>* 인적자원개발 우수기관 지정에 따른 근로감독 정기점검 면제('24~'27)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점검항목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노동조합 및 노동관계조정법</a:t>
            </a:r>
          </a:p>
        </p:txBody>
      </p:sp>
      <p:sp>
        <p:nvSpPr>
          <p:cNvPr id="14" name="머리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근로자참여·협력증진법</a:t>
            </a:r>
          </a:p>
        </p:txBody>
      </p:sp>
      <p:sp>
        <p:nvSpPr>
          <p:cNvPr id="15" name="머리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혁신지침·예산운용지침</a:t>
            </a:r>
          </a:p>
        </p:txBody>
      </p:sp>
      <p:sp>
        <p:nvSpPr>
          <p:cNvPr id="16" name="칸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근로시간면제자 제도 운영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범위 및 단일화 적법성</a:t>
            </a:r>
          </a:p>
        </p:txBody>
      </p:sp>
      <p:sp>
        <p:nvSpPr>
          <p:cNvPr id="17" name="칸 본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노사협의회 구성·운영 적법성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협의회 규정·회의록 작성·비치</a:t>
            </a:r>
          </a:p>
        </p:txBody>
      </p:sp>
      <p:sp>
        <p:nvSpPr>
          <p:cNvPr id="19" name="칸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관련 지침에 따른 복리후생제도 운영의 적법성 여부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점검결과</a:t>
            </a:r>
          </a:p>
        </p:txBody>
      </p:sp>
      <p:sp>
        <p:nvSpPr>
          <p:cNvPr id="23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면제시간 법정범위 내 부여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단체교섭 단일화 절차 준수</a:t>
            </a:r>
          </a:p>
        </p:txBody>
      </p:sp>
      <p:sp>
        <p:nvSpPr>
          <p:cNvPr id="24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노사 각 8인, 분기별 개최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규정 제출·회의록 공시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복리후생제도 점검 체크리스트 60개 항목 → 100% 준수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17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HRD 비전</a:t>
            </a:r>
          </a:p>
        </p:txBody>
      </p:sp>
      <p:sp>
        <p:nvSpPr>
          <p:cNvPr id="9" name="가운데 글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안전과 행복을 위한 조직 역량 강화와 인권존중의 조직문화 조성</a:t>
            </a:r>
          </a:p>
        </p:txBody>
      </p:sp>
      <p:sp>
        <p:nvSpPr>
          <p:cNvPr id="11" name="레일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12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13" name="머리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내부환경</a:t>
            </a:r>
          </a:p>
        </p:txBody>
      </p:sp>
      <p:sp>
        <p:nvSpPr>
          <p:cNvPr id="14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「노동조합법」 개정 등 정책 변경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안전보건체계 강화 요구</a:t>
            </a:r>
          </a:p>
        </p:txBody>
      </p:sp>
      <p:sp>
        <p:nvSpPr>
          <p:cNvPr id="15" name="칸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현안별 전문 인력 양성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단체협약 만료 도래에 따른 교육 확대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 목표</a:t>
            </a:r>
          </a:p>
        </p:txBody>
      </p:sp>
      <p:sp>
        <p:nvSpPr>
          <p:cNvPr id="20" name="강조 바 글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변화하는 노사 정책과 제도에 유연하게 대응할 수 있는 역량 구비·강화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운영방향</a:t>
            </a:r>
          </a:p>
        </p:txBody>
      </p:sp>
      <p:sp>
        <p:nvSpPr>
          <p:cNvPr id="23" name="머리칸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대상별 맞춤형 교육</a:t>
            </a:r>
          </a:p>
        </p:txBody>
      </p:sp>
      <p:sp>
        <p:nvSpPr>
          <p:cNvPr id="24" name="머리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기본역량 교육</a:t>
            </a:r>
          </a:p>
        </p:txBody>
      </p:sp>
      <p:sp>
        <p:nvSpPr>
          <p:cNvPr id="25" name="머리칸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전문성 촉진 교육</a:t>
            </a:r>
          </a:p>
        </p:txBody>
      </p:sp>
      <p:sp>
        <p:nvSpPr>
          <p:cNvPr id="26" name="칸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관리자·신입직원·노사실무자 맞춤형 교육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직원 대상 노사관계 기본역량·단체협약 교육</a:t>
            </a:r>
          </a:p>
        </p:txBody>
      </p:sp>
      <p:sp>
        <p:nvSpPr>
          <p:cNvPr id="29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안전보건·보수 등 노사접점 실무자 전문화 교육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18</a:t>
            </a:r>
          </a:p>
        </p:txBody>
      </p:sp>
      <p:sp>
        <p:nvSpPr>
          <p:cNvPr id="5" name="레일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환경분석</a:t>
            </a:r>
          </a:p>
        </p:txBody>
      </p:sp>
      <p:sp>
        <p:nvSpPr>
          <p:cNvPr id="6" name="머리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외부환경</a:t>
            </a:r>
          </a:p>
        </p:txBody>
      </p:sp>
      <p:sp>
        <p:nvSpPr>
          <p:cNvPr id="7" name="머리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전년도 환류</a:t>
            </a:r>
          </a:p>
        </p:txBody>
      </p:sp>
      <p:sp>
        <p:nvSpPr>
          <p:cNvPr id="8" name="머리칸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직원니즈</a:t>
            </a:r>
          </a:p>
        </p:txBody>
      </p:sp>
      <p:sp>
        <p:nvSpPr>
          <p:cNvPr id="9" name="칸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3법·출산양육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장기재직휴가 등 신설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국정과제 안전일터 조성</a:t>
            </a:r>
          </a:p>
        </p:txBody>
      </p:sp>
      <p:sp>
        <p:nvSpPr>
          <p:cNvPr id="10" name="칸 본문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체감할 수 있는 질적 근로조건 개선 필요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취약직종 근로조건 향상 지속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TF</a:t>
            </a:r>
          </a:p>
        </p:txBody>
      </p:sp>
      <p:sp>
        <p:nvSpPr>
          <p:cNvPr id="13" name="소행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문화여가·가족친화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경조사 생활지원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소행 본문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 등 안전일터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스트레스·정신건강</a:t>
            </a:r>
          </a:p>
        </p:txBody>
      </p:sp>
      <p:sp>
        <p:nvSpPr>
          <p:cNvPr id="19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추진방향</a:t>
            </a:r>
          </a:p>
        </p:txBody>
      </p:sp>
      <p:sp>
        <p:nvSpPr>
          <p:cNvPr id="20" name="가운데 글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</a:t>
            </a:r>
          </a:p>
        </p:txBody>
      </p:sp>
      <p:sp>
        <p:nvSpPr>
          <p:cNvPr id="21" name="가운데 글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실무직 처우개선</a:t>
            </a:r>
          </a:p>
        </p:txBody>
      </p:sp>
      <p:sp>
        <p:nvSpPr>
          <p:cNvPr id="23" name="가운데 글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26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추진과제</a:t>
            </a:r>
          </a:p>
        </p:txBody>
      </p:sp>
      <p:sp>
        <p:nvSpPr>
          <p:cNvPr id="27" name="칸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교통직 처우개선 단체교섭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유관부처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도출·노사 합의</a:t>
            </a:r>
          </a:p>
        </p:txBody>
      </p:sp>
      <p:sp>
        <p:nvSpPr>
          <p:cNvPr id="28" name="칸 본문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근무체계 분석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개선안·임금저하 방지대책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방안 노사합의</a:t>
            </a:r>
          </a:p>
        </p:txBody>
      </p:sp>
      <p:sp>
        <p:nvSpPr>
          <p:cNvPr id="30" name="칸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직원니즈 기반 복리후생 확대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확대·제도 강화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지원 강화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19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sp>
        <p:nvSpPr>
          <p:cNvPr id="8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정기협의체</a:t>
            </a:r>
          </a:p>
        </p:txBody>
      </p:sp>
      <p:sp>
        <p:nvSpPr>
          <p:cNvPr id="9" name="레일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노사협의회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분기별 4회·24건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자기개발휴직 등 매뉴얼 수립</a:t>
            </a:r>
          </a:p>
        </p:txBody>
      </p:sp>
      <p:sp>
        <p:nvSpPr>
          <p:cNvPr id="12" name="레일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인사고충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심의회</a:t>
            </a:r>
          </a:p>
        </p:txBody>
      </p:sp>
      <p:sp>
        <p:nvSpPr>
          <p:cNvPr id="13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반기별 2회, 87명 심의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13명 인용, 9명 발령 조치</a:t>
            </a:r>
          </a:p>
        </p:txBody>
      </p:sp>
      <p:sp>
        <p:nvSpPr>
          <p:cNvPr id="15" name="레일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안전경영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위원회</a:t>
            </a:r>
          </a:p>
        </p:txBody>
      </p:sp>
      <p:sp>
        <p:nvSpPr>
          <p:cNvPr id="16" name="패널 본문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안전보건 3회·11건 협의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석면제거·정신건강 예산 확보</a:t>
            </a:r>
          </a:p>
        </p:txBody>
      </p:sp>
      <p:sp>
        <p:nvSpPr>
          <p:cNvPr id="18" name="레일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혁신성장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전략회의</a:t>
            </a:r>
          </a:p>
        </p:txBody>
      </p:sp>
      <p:sp>
        <p:nvSpPr>
          <p:cNvPr id="19" name="패널 본문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매주 금요일 개최(37회)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경영현황·성과공유·현안 점검</a:t>
            </a:r>
          </a:p>
        </p:txBody>
      </p:sp>
      <p:sp>
        <p:nvSpPr>
          <p:cNvPr id="21" name="패널 머리"/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상시·특별협의체</a:t>
            </a:r>
          </a:p>
        </p:txBody>
      </p:sp>
      <p:sp>
        <p:nvSpPr>
          <p:cNvPr id="22" name="레일"/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처우개선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추진단</a:t>
            </a:r>
          </a:p>
        </p:txBody>
      </p:sp>
      <p:sp>
        <p:nvSpPr>
          <p:cNvPr id="23" name="패널 본문"/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처우개선 개최(5회)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자체성과급 신설 등 도출</a:t>
            </a:r>
          </a:p>
        </p:txBody>
      </p:sp>
      <p:sp>
        <p:nvSpPr>
          <p:cNvPr id="25" name="레일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복지개선 TF</a:t>
            </a:r>
          </a:p>
        </p:txBody>
      </p:sp>
      <p:sp>
        <p:nvSpPr>
          <p:cNvPr id="26" name="패널 본문"/>
          <p:cNvSpPr>
            <a:spLocks noGrp="1"/>
          </p:cNvSpPr>
          <p:nvPr>
            <p:ph type="body" sz="quarter" idx="33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 개최(4회)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사택 에어컨·출산축하금</a:t>
            </a:r>
          </a:p>
        </p:txBody>
      </p:sp>
      <p:sp>
        <p:nvSpPr>
          <p:cNvPr id="28" name="레일"/>
          <p:cNvSpPr>
            <a:spLocks noGrp="1"/>
          </p:cNvSpPr>
          <p:nvPr>
            <p:ph type="body" sz="quarter" idx="3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사내근로복지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기금 협의회</a:t>
            </a:r>
          </a:p>
        </p:txBody>
      </p:sp>
      <p:sp>
        <p:nvSpPr>
          <p:cNvPr id="29" name="패널 본문"/>
          <p:cNvSpPr>
            <a:spLocks noGrp="1"/>
          </p:cNvSpPr>
          <p:nvPr>
            <p:ph type="body" sz="quarter" idx="35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사내기금 운용 개최(3회)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장례지원서비스 범위 확대</a:t>
            </a:r>
          </a:p>
        </p:txBody>
      </p:sp>
      <p:sp>
        <p:nvSpPr>
          <p:cNvPr id="31" name="레일"/>
          <p:cNvSpPr>
            <a:spLocks noGrp="1"/>
          </p:cNvSpPr>
          <p:nvPr>
            <p:ph type="body" sz="quarter" idx="3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노사공동</a:t>
            </a:r>
          </a:p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FFFFFF"/>
                </a:solidFill>
                <a:latin typeface="Pretendard"/>
                <a:ea typeface="Pretendard"/>
              </a:rPr>
              <a:t>통상임금 TF</a:t>
            </a:r>
          </a:p>
        </p:txBody>
      </p:sp>
      <p:sp>
        <p:nvSpPr>
          <p:cNvPr id="32" name="패널 본문"/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통상임금 TF 킥오프('25.12월)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성과급 등 리스크 집중 관리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20</a:t>
            </a:r>
          </a:p>
        </p:txBody>
      </p:sp>
      <p:sp>
        <p:nvSpPr>
          <p:cNvPr id="5" name="패널 머리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복리후생 향상</a:t>
            </a:r>
          </a:p>
        </p:txBody>
      </p:sp>
      <p:sp>
        <p:nvSpPr>
          <p:cNvPr id="6" name="패널 본문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휴양소 운영 확대(502명 이용)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전 사택 에어컨 보급, 장례서비스 확대</a:t>
            </a:r>
          </a:p>
        </p:txBody>
      </p:sp>
      <p:sp>
        <p:nvSpPr>
          <p:cNvPr id="7" name="요약 바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복리후생만족도 92.1점</a:t>
            </a:r>
          </a:p>
        </p:txBody>
      </p:sp>
      <p:sp>
        <p:nvSpPr>
          <p:cNvPr id="9" name="패널 머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가족친화경영 확대</a:t>
            </a:r>
          </a:p>
        </p:txBody>
      </p:sp>
      <p:sp>
        <p:nvSpPr>
          <p:cNvPr id="10" name="패널 본문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출산축하금 신설, 휴가 도입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육아지원 3법 도입, 가족 동반 행사</a:t>
            </a:r>
          </a:p>
        </p:txBody>
      </p:sp>
      <p:sp>
        <p:nvSpPr>
          <p:cNvPr id="11" name="요약 바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가족친화 만족도 8.6점</a:t>
            </a:r>
          </a:p>
        </p:txBody>
      </p:sp>
      <p:sp>
        <p:nvSpPr>
          <p:cNvPr id="13" name="패널 머리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1" spc="-50" dirty="0">
                <a:solidFill>
                  <a:srgbClr val="000359"/>
                </a:solidFill>
                <a:latin typeface="Pretendard"/>
                <a:ea typeface="Pretendard"/>
              </a:rPr>
              <a:t>안전일터 조성</a:t>
            </a:r>
          </a:p>
        </p:txBody>
      </p:sp>
      <p:sp>
        <p:nvSpPr>
          <p:cNvPr id="14" name="패널 본문"/>
          <p:cNvSpPr>
            <a:spLocks noGrp="1"/>
          </p:cNvSpPr>
          <p:nvPr>
            <p:ph type="body" sz="quarter" idx="27"/>
          </p:nvPr>
        </p:nvSpPr>
        <p:spPr/>
        <p:txBody>
          <a:bodyPr/>
          <a:lstStyle/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석면 잔존 사업장 제거(8개소)</a:t>
            </a:r>
          </a:p>
          <a:p>
            <a:pPr marL="118800" indent="-118800" algn="l">
              <a:lnSpc>
                <a:spcPct val="110000"/>
              </a:lnSpc>
              <a:spcBef>
                <a:spcPts val="0"/>
              </a:spcBef>
              <a:spcAft>
                <a:spcPts val="5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청사 안전진단·스트레스 조사</a:t>
            </a:r>
          </a:p>
        </p:txBody>
      </p:sp>
      <p:sp>
        <p:nvSpPr>
          <p:cNvPr id="15" name="요약 바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spc="-50" dirty="0">
                <a:solidFill>
                  <a:srgbClr val="000359"/>
                </a:solidFill>
                <a:latin typeface="Pretendard"/>
                <a:ea typeface="Pretendard"/>
              </a:rPr>
              <a:t>근로개선지수 91.6점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21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  <p:graphicFrame>
        <p:nvGraphicFramePr>
          <p:cNvPr id="7" name="실적표"/>
          <p:cNvGraphicFramePr>
            <a:graphicFrameLocks noGrp="1"/>
          </p:cNvGraphicFramePr>
          <p:nvPr/>
        </p:nvGraphicFramePr>
        <p:xfrm>
          <a:off x="536870" y="766957"/>
          <a:ext cx="6300001" cy="2202263"/>
        </p:xfrm>
        <a:graphic>
          <a:graphicData uri="http://schemas.openxmlformats.org/drawingml/2006/table">
            <a:tbl>
              <a:tblPr/>
              <a:tblGrid>
                <a:gridCol w="662870"/>
                <a:gridCol w="624522"/>
                <a:gridCol w="5012609"/>
              </a:tblGrid>
              <a:tr h="230087">
                <a:tc grid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구 분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추진내용 및 실적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BDE0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대상별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맞춤형 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관리자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최고지도위과정(3명)·발전방안(156명)·신규보직자 교육(41명)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신입직원 대상 노동관계법·노사관계 등 노사지식 함양 교육(178명)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노사실무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집단 노사갈등 해결·롤플레이(4명), 노무이슈·판례 학습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기본역량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 직원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노동교육원 MOU 양질의 노사관계 교육 콘텐츠 제공(549명)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공인노무사 초빙 단체협약 이해관계자 교육(경영진·노조집행부)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rowSpan="3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전문성 촉진</a:t>
                      </a:r>
                    </a:p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교육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안전보건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위험성평가(154명)·재난안전체험(203명)·방재전문교육(22명)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보수예산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보수·예산·회계 담당자 전문화(145명), 승진자 내재화(285명)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246522">
                <a:tc vMerge="1"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/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b="1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DEEE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1000" spc="-50" dirty="0">
                          <a:solidFill>
                            <a:srgbClr val="000359"/>
                          </a:solidFill>
                          <a:latin typeface="Pretendard"/>
                          <a:ea typeface="Pretendard"/>
                        </a:rPr>
                        <a:t>복리후생 담당자 전문화 교육(47명), 제도 안내 가이드 배포</a:t>
                      </a:r>
                    </a:p>
                  </a:txBody>
                  <a:tcPr marL="36000" marR="36000" marT="7200" marB="7200" anchor="ctr">
                    <a:lnL w="9525" cap="flat" cmpd="sng" algn="ctr">
                      <a:solidFill>
                        <a:srgbClr val="BDE0FF"/>
                      </a:solidFill>
                      <a:prstDash val="solid"/>
                    </a:lnL>
                    <a:lnR w="9525" cap="flat" cmpd="sng" algn="ctr">
                      <a:solidFill>
                        <a:srgbClr val="BDE0FF"/>
                      </a:solidFill>
                      <a:prstDash val="solid"/>
                    </a:lnR>
                    <a:lnT w="9525" cap="flat" cmpd="sng" algn="ctr">
                      <a:solidFill>
                        <a:srgbClr val="BDE0FF"/>
                      </a:solidFill>
                      <a:prstDash val="solid"/>
                    </a:lnT>
                    <a:lnB w="9525" cap="flat" cmpd="sng" algn="ctr">
                      <a:solidFill>
                        <a:srgbClr val="BDE0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노사관계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22</a:t>
            </a:r>
          </a:p>
        </p:txBody>
      </p:sp>
      <p:sp>
        <p:nvSpPr>
          <p:cNvPr id="5" name="핵심성과 라벨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6" name="핵심성과 문구"/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노사협력지수 전년대비 1.2점 상승(91.0 → 92.2점)</a:t>
            </a:r>
          </a:p>
        </p:txBody>
      </p:sp>
      <p:sp>
        <p:nvSpPr>
          <p:cNvPr id="8" name="핵심성과 라벨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핵심성과</a:t>
            </a:r>
          </a:p>
        </p:txBody>
      </p:sp>
      <p:sp>
        <p:nvSpPr>
          <p:cNvPr id="9" name="핵심성과 문구"/>
          <p:cNvSpPr>
            <a:spLocks noGrp="1"/>
          </p:cNvSpPr>
          <p:nvPr>
            <p:ph type="body" sz="quarter" idx="23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노사 협력으로 적성검사 갱신 연말집중 해소 및 노동이사 선임 등 현안문제 해결</a:t>
            </a:r>
          </a:p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10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노동관계 법령·정부지침 100% 준수 등 법과 원칙에 기반한 노사관계 제도 운영</a:t>
            </a:r>
          </a:p>
        </p:txBody>
      </p:sp>
      <p:sp>
        <p:nvSpPr>
          <p:cNvPr id="11" name="핵심성과 라벨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b="1" spc="-55" dirty="0">
                <a:solidFill>
                  <a:srgbClr val="FFFFFF"/>
                </a:solidFill>
                <a:latin typeface="Pretendard"/>
                <a:ea typeface="Pretendard"/>
              </a:rPr>
              <a:t>추진성과</a:t>
            </a:r>
          </a:p>
        </p:txBody>
      </p:sp>
      <p:sp>
        <p:nvSpPr>
          <p:cNvPr id="12" name="핵심성과 문구"/>
          <p:cNvSpPr>
            <a:spLocks noGrp="1"/>
          </p:cNvSpPr>
          <p:nvPr>
            <p:ph type="body" sz="quarter" idx="25"/>
          </p:nvPr>
        </p:nvSpPr>
        <p:spPr/>
        <p:txBody>
          <a:bodyPr/>
          <a:lstStyle/>
          <a:p>
            <a:pPr marL="151200" indent="-151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359"/>
              </a:buClr>
              <a:buFont typeface="Pretendard"/>
              <a:buChar char="•"/>
            </a:pPr>
            <a:r>
              <a:rPr lang="ko-KR" sz="1100" b="1" spc="-55" dirty="0">
                <a:solidFill>
                  <a:srgbClr val="000359"/>
                </a:solidFill>
                <a:latin typeface="Pretendard"/>
                <a:ea typeface="Pretendard"/>
              </a:rPr>
              <a:t>3여 년 노력 끝에 노동이사 추천 완료('26. 상반기 선임 예정)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Ⅰ. 경영관리 범주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조직 운영 및 관리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t>23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r>
              <a:t>2025년도 경영실적보고서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KORAD 경영평가">
      <a:dk1>
        <a:srgbClr val="000359"/>
      </a:dk1>
      <a:lt1>
        <a:srgbClr val="FFFFFF"/>
      </a:lt1>
      <a:dk2>
        <a:srgbClr val="001A7A"/>
      </a:dk2>
      <a:lt2>
        <a:srgbClr val="E6F4FF"/>
      </a:lt2>
      <a:accent1>
        <a:srgbClr val="008EFF"/>
      </a:accent1>
      <a:accent2>
        <a:srgbClr val="00A4A8"/>
      </a:accent2>
      <a:accent3>
        <a:srgbClr val="0051BC"/>
      </a:accent3>
      <a:accent4>
        <a:srgbClr val="30C2FF"/>
      </a:accent4>
      <a:accent5>
        <a:srgbClr val="00BE83"/>
      </a:accent5>
      <a:accent6>
        <a:srgbClr val="FBAE40"/>
      </a:accent6>
      <a:hlink>
        <a:srgbClr val="0061DE"/>
      </a:hlink>
      <a:folHlink>
        <a:srgbClr val="5D7280"/>
      </a:folHlink>
    </a:clrScheme>
    <a:fontScheme name="Pretendard">
      <a:maj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Pretendard"/>
        <a:ea typeface="Pretendard"/>
        <a:cs typeface=""/>
        <a:font script="Jpan" typeface="ＭＳ Ｐゴシック"/>
        <a:font script="Hang" typeface="Pretendard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
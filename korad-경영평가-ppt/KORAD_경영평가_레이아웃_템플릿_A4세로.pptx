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2 평가내용 +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번호 띠"/>
          <p:cNvSpPr/>
          <p:nvPr/>
        </p:nvSpPr>
        <p:spPr>
          <a:xfrm>
            <a:off x="723130" y="1517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탭"/>
          <p:cNvSpPr/>
          <p:nvPr/>
        </p:nvSpPr>
        <p:spPr>
          <a:xfrm>
            <a:off x="745043" y="1539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탭 빗면"/>
          <p:cNvSpPr/>
          <p:nvPr/>
        </p:nvSpPr>
        <p:spPr>
          <a:xfrm>
            <a:off x="1139478" y="1539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"/>
          <p:cNvSpPr>
            <a:spLocks noGrp="1"/>
          </p:cNvSpPr>
          <p:nvPr>
            <p:ph type="body" sz="quarter" idx="22"/>
          </p:nvPr>
        </p:nvSpPr>
        <p:spPr>
          <a:xfrm>
            <a:off x="745043" y="1517478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369565" y="1539391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3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4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63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85188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85188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662668"/>
            <a:ext cx="580696" cy="657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62668"/>
            <a:ext cx="580696" cy="657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66266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347652" y="170649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706494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27"/>
          </p:nvPr>
        </p:nvSpPr>
        <p:spPr>
          <a:xfrm>
            <a:off x="2331565" y="169553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/>
          <p:nvPr/>
        </p:nvSpPr>
        <p:spPr>
          <a:xfrm>
            <a:off x="1347652" y="190371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90371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2331565" y="189275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8" name="태그"/>
          <p:cNvSpPr/>
          <p:nvPr/>
        </p:nvSpPr>
        <p:spPr>
          <a:xfrm>
            <a:off x="1347652" y="210092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10092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1"/>
          </p:nvPr>
        </p:nvSpPr>
        <p:spPr>
          <a:xfrm>
            <a:off x="2331565" y="208997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36494"/>
            <a:ext cx="580696" cy="68844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36494"/>
            <a:ext cx="580696" cy="688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3649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235840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235840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235840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235840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235840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643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643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5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4716783" cy="218404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406487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236271"/>
            <a:ext cx="580696" cy="84092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236271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23627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25818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25818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머리칸"/>
          <p:cNvSpPr/>
          <p:nvPr/>
        </p:nvSpPr>
        <p:spPr>
          <a:xfrm>
            <a:off x="3193826" y="125818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193826" y="125818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99228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04783" y="1499228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193826" y="153209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93635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93635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936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2115548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9" name="단계"/>
          <p:cNvSpPr/>
          <p:nvPr/>
        </p:nvSpPr>
        <p:spPr>
          <a:xfrm>
            <a:off x="2177609" y="2115548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177609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1" name="단계"/>
          <p:cNvSpPr/>
          <p:nvPr/>
        </p:nvSpPr>
        <p:spPr>
          <a:xfrm>
            <a:off x="3193826" y="2115548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193826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3" name="단계"/>
          <p:cNvSpPr/>
          <p:nvPr/>
        </p:nvSpPr>
        <p:spPr>
          <a:xfrm>
            <a:off x="4210043" y="2115548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210043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2177608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3193826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210043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2188565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2177609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204783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193826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221000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210043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성과 화살표"/>
          <p:cNvSpPr/>
          <p:nvPr/>
        </p:nvSpPr>
        <p:spPr>
          <a:xfrm>
            <a:off x="5281043" y="1716542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성과 패널 머리"/>
          <p:cNvSpPr/>
          <p:nvPr/>
        </p:nvSpPr>
        <p:spPr>
          <a:xfrm>
            <a:off x="5450870" y="76695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450870" y="76695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성과 패널"/>
          <p:cNvSpPr/>
          <p:nvPr/>
        </p:nvSpPr>
        <p:spPr>
          <a:xfrm>
            <a:off x="5450870" y="1018957"/>
            <a:ext cx="1386000" cy="1932042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472783" y="1040870"/>
            <a:ext cx="1342174" cy="1888216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6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3973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7731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9922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9922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49922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49922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4027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4171696" y="177314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160282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60282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16028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18219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4" name="단계"/>
          <p:cNvSpPr/>
          <p:nvPr/>
        </p:nvSpPr>
        <p:spPr>
          <a:xfrm>
            <a:off x="2759674" y="218219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2759674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218219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8" name="단계"/>
          <p:cNvSpPr/>
          <p:nvPr/>
        </p:nvSpPr>
        <p:spPr>
          <a:xfrm>
            <a:off x="5583717" y="218219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5583717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2759673" y="218219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171695" y="218219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583717" y="218219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2770630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2759674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4171696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5594674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49" name="Connector 32"/>
          <p:cNvCxnSpPr/>
          <p:nvPr/>
        </p:nvCxnSpPr>
        <p:spPr>
          <a:xfrm>
            <a:off x="5583717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7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62889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236271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236271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23627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25818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25818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25818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25818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9922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49922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532097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919238"/>
            <a:ext cx="580696" cy="46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19238"/>
            <a:ext cx="580696" cy="46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91923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1161391" y="196306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96306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2284344" y="195210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216028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16028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2284344" y="214932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8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67160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85188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 태그"/>
          <p:cNvSpPr/>
          <p:nvPr/>
        </p:nvSpPr>
        <p:spPr>
          <a:xfrm>
            <a:off x="854405" y="164166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1" name="레일 태그"/>
          <p:cNvSpPr>
            <a:spLocks noGrp="1"/>
          </p:cNvSpPr>
          <p:nvPr>
            <p:ph type="body" sz="quarter" idx="25"/>
          </p:nvPr>
        </p:nvSpPr>
        <p:spPr>
          <a:xfrm>
            <a:off x="854405" y="164166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2" name="레일 라벨"/>
          <p:cNvSpPr>
            <a:spLocks noGrp="1"/>
          </p:cNvSpPr>
          <p:nvPr>
            <p:ph type="body" sz="quarter" idx="26"/>
          </p:nvPr>
        </p:nvSpPr>
        <p:spPr>
          <a:xfrm>
            <a:off x="734087" y="1827923"/>
            <a:ext cx="580696" cy="4793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9228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9228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4514087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/>
          <p:nvPr/>
        </p:nvSpPr>
        <p:spPr>
          <a:xfrm>
            <a:off x="5916522" y="1504706"/>
            <a:ext cx="1079217" cy="79710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8" name="사진 칸"/>
          <p:cNvSpPr>
            <a:spLocks noGrp="1"/>
          </p:cNvSpPr>
          <p:nvPr>
            <p:ph type="body" sz="quarter" idx="29"/>
          </p:nvPr>
        </p:nvSpPr>
        <p:spPr>
          <a:xfrm>
            <a:off x="5916522" y="1504706"/>
            <a:ext cx="1079217" cy="79710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2345635"/>
            <a:ext cx="580696" cy="108745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854405" y="250998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30"/>
          </p:nvPr>
        </p:nvSpPr>
        <p:spPr>
          <a:xfrm>
            <a:off x="854405" y="250998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96243"/>
            <a:ext cx="580696" cy="71492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456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347652" y="2367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367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877026"/>
            <a:ext cx="0" cy="50127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877026"/>
            <a:ext cx="0" cy="50127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9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0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3465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114861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/>
          <p:nvPr/>
        </p:nvSpPr>
        <p:spPr>
          <a:xfrm>
            <a:off x="1347652" y="81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배너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4" name="머리칸"/>
          <p:cNvSpPr/>
          <p:nvPr/>
        </p:nvSpPr>
        <p:spPr>
          <a:xfrm>
            <a:off x="1347652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1347652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6" name="머리칸"/>
          <p:cNvSpPr/>
          <p:nvPr/>
        </p:nvSpPr>
        <p:spPr>
          <a:xfrm>
            <a:off x="3230348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3230348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8" name="머리칸"/>
          <p:cNvSpPr/>
          <p:nvPr/>
        </p:nvSpPr>
        <p:spPr>
          <a:xfrm>
            <a:off x="5113043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5113043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2" name="Connector 11"/>
          <p:cNvCxnSpPr/>
          <p:nvPr/>
        </p:nvCxnSpPr>
        <p:spPr>
          <a:xfrm>
            <a:off x="3230348" y="132573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13043" y="132573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347652" y="1723837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2383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171288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1959402"/>
            <a:ext cx="580696" cy="114861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59402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5940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198131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98131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216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216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5" name="머리칸"/>
          <p:cNvSpPr/>
          <p:nvPr/>
        </p:nvSpPr>
        <p:spPr>
          <a:xfrm>
            <a:off x="4171696" y="2216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2216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57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457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90793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태그"/>
          <p:cNvSpPr/>
          <p:nvPr/>
        </p:nvSpPr>
        <p:spPr>
          <a:xfrm>
            <a:off x="1347652" y="288889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88889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972988" y="287793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1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88525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77315"/>
            <a:ext cx="580696" cy="101532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77315"/>
            <a:ext cx="580696" cy="101532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7731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99228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5" name="단계"/>
          <p:cNvSpPr/>
          <p:nvPr/>
        </p:nvSpPr>
        <p:spPr>
          <a:xfrm>
            <a:off x="2573413" y="1499228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499228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9" name="단계"/>
          <p:cNvSpPr/>
          <p:nvPr/>
        </p:nvSpPr>
        <p:spPr>
          <a:xfrm>
            <a:off x="5397457" y="1499228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573413" y="149922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3985434" y="149922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397456" y="149922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2573413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5397457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509075"/>
            <a:ext cx="580696" cy="112670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9075"/>
            <a:ext cx="580696" cy="112670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250907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253098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3098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253098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53098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772031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417558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772031"/>
            <a:ext cx="2802130" cy="84183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2804901"/>
            <a:ext cx="0" cy="77609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2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5297478" cy="224521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3670435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670435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3681391" y="1057304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3670435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7731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9922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9922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4" name="머리칸"/>
          <p:cNvSpPr/>
          <p:nvPr/>
        </p:nvSpPr>
        <p:spPr>
          <a:xfrm>
            <a:off x="3670435" y="149922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670435" y="149922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681391" y="174027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670435" y="177314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160282"/>
            <a:ext cx="580696" cy="84640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60282"/>
            <a:ext cx="580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16028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2182195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182195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4" name="본문"/>
          <p:cNvSpPr>
            <a:spLocks noGrp="1"/>
          </p:cNvSpPr>
          <p:nvPr>
            <p:ph type="body" sz="quarter" idx="32"/>
          </p:nvPr>
        </p:nvSpPr>
        <p:spPr>
          <a:xfrm>
            <a:off x="1347652" y="2417760"/>
            <a:ext cx="4645565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35" name="사진 칸"/>
          <p:cNvSpPr/>
          <p:nvPr/>
        </p:nvSpPr>
        <p:spPr>
          <a:xfrm>
            <a:off x="6064435" y="794348"/>
            <a:ext cx="958696" cy="1349499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6" name="사진 칸"/>
          <p:cNvSpPr>
            <a:spLocks noGrp="1"/>
          </p:cNvSpPr>
          <p:nvPr>
            <p:ph type="body" sz="quarter" idx="33"/>
          </p:nvPr>
        </p:nvSpPr>
        <p:spPr>
          <a:xfrm>
            <a:off x="6064435" y="794348"/>
            <a:ext cx="958696" cy="134949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7" name="사진 칸"/>
          <p:cNvSpPr/>
          <p:nvPr/>
        </p:nvSpPr>
        <p:spPr>
          <a:xfrm>
            <a:off x="6064435" y="2160282"/>
            <a:ext cx="958696" cy="84640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>
          <a:xfrm>
            <a:off x="6064435" y="2160282"/>
            <a:ext cx="958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3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59420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061875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1875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161391" y="1083788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7" name="레일"/>
          <p:cNvSpPr/>
          <p:nvPr/>
        </p:nvSpPr>
        <p:spPr>
          <a:xfrm>
            <a:off x="547826" y="1340358"/>
            <a:ext cx="580696" cy="100436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40358"/>
            <a:ext cx="580696" cy="100436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63618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63618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4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2" name="강조 바"/>
          <p:cNvSpPr/>
          <p:nvPr/>
        </p:nvSpPr>
        <p:spPr>
          <a:xfrm>
            <a:off x="1358609" y="810783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강조 바 글"/>
          <p:cNvSpPr>
            <a:spLocks noGrp="1"/>
          </p:cNvSpPr>
          <p:nvPr>
            <p:ph type="body" sz="quarter" idx="21"/>
          </p:nvPr>
        </p:nvSpPr>
        <p:spPr>
          <a:xfrm>
            <a:off x="1358609" y="810783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723130" y="112761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385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85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4"/>
          </p:nvPr>
        </p:nvSpPr>
        <p:spPr>
          <a:xfrm>
            <a:off x="3235826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19" name="Connector 11"/>
          <p:cNvCxnSpPr/>
          <p:nvPr/>
        </p:nvCxnSpPr>
        <p:spPr>
          <a:xfrm>
            <a:off x="3235826" y="1182397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0" name="가운데 글"/>
          <p:cNvSpPr>
            <a:spLocks noGrp="1"/>
          </p:cNvSpPr>
          <p:nvPr>
            <p:ph type="body" sz="quarter" idx="25"/>
          </p:nvPr>
        </p:nvSpPr>
        <p:spPr>
          <a:xfrm>
            <a:off x="5113043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5113043" y="1182397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1472744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483701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83701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235826" y="1522049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5113043" y="1522049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라벨 박스"/>
          <p:cNvSpPr/>
          <p:nvPr/>
        </p:nvSpPr>
        <p:spPr>
          <a:xfrm>
            <a:off x="723130" y="2171238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734087" y="2182195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82195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69565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6783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35826" y="2220543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113043" y="2220543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라벨 박스"/>
          <p:cNvSpPr/>
          <p:nvPr/>
        </p:nvSpPr>
        <p:spPr>
          <a:xfrm>
            <a:off x="723130" y="2695336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706292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706292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235826" y="2744640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5113043" y="2744640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5 추진배경 · 점검방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6 점검항목 · 점검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5113043" y="1079217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723130" y="1532097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43054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43054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69565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6783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5826" y="1581402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581402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7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6657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7614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7614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44049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44049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44049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44049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5092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5092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796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70842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81798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81798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903711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903711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220543"/>
            <a:ext cx="6300000" cy="68844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231499"/>
            <a:ext cx="591652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231499"/>
            <a:ext cx="591652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521847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521847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8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74578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72386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72386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1395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771325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776803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776803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776803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1395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257847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58943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8943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633259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633259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923607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34563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34563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972911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972911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6635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77315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77315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66358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902803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913760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913760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902803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339249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350205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350205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339249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6635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77315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77315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66358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902803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913760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913760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902803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339249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350205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350205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339249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2 핵심성과 한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3 핵심성과 두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핵심성과 박스"/>
          <p:cNvSpPr/>
          <p:nvPr/>
        </p:nvSpPr>
        <p:spPr>
          <a:xfrm>
            <a:off x="536870" y="76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핵심성과 라벨"/>
          <p:cNvSpPr/>
          <p:nvPr/>
        </p:nvSpPr>
        <p:spPr>
          <a:xfrm>
            <a:off x="569739" y="79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569739" y="79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314783" y="78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4 추진성과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1 전략 수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506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528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528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506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528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087217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933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218696"/>
            <a:ext cx="6300000" cy="2263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235130"/>
            <a:ext cx="580696" cy="85188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235130"/>
            <a:ext cx="580696" cy="85188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498087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498087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5" name="Connector 27"/>
          <p:cNvCxnSpPr/>
          <p:nvPr/>
        </p:nvCxnSpPr>
        <p:spPr>
          <a:xfrm>
            <a:off x="3985435" y="2530957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103450"/>
            <a:ext cx="580696" cy="657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103450"/>
            <a:ext cx="580696" cy="657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310345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1161391" y="314727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314727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313632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2" name="태그"/>
          <p:cNvSpPr/>
          <p:nvPr/>
        </p:nvSpPr>
        <p:spPr>
          <a:xfrm>
            <a:off x="1161391" y="334449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3344494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4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333353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5" name="태그"/>
          <p:cNvSpPr/>
          <p:nvPr/>
        </p:nvSpPr>
        <p:spPr>
          <a:xfrm>
            <a:off x="1161391" y="354171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5"/>
          </p:nvPr>
        </p:nvSpPr>
        <p:spPr>
          <a:xfrm>
            <a:off x="1161391" y="354171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6"/>
          </p:nvPr>
        </p:nvSpPr>
        <p:spPr>
          <a:xfrm>
            <a:off x="2145304" y="353075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8" name="레일"/>
          <p:cNvSpPr/>
          <p:nvPr/>
        </p:nvSpPr>
        <p:spPr>
          <a:xfrm>
            <a:off x="547826" y="3777277"/>
            <a:ext cx="580696" cy="68844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777277"/>
            <a:ext cx="580696" cy="688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77727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"/>
          <p:cNvSpPr/>
          <p:nvPr/>
        </p:nvSpPr>
        <p:spPr>
          <a:xfrm>
            <a:off x="1161391" y="379919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379919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379919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379918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379918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1" name="Connector 45"/>
          <p:cNvCxnSpPr/>
          <p:nvPr/>
        </p:nvCxnSpPr>
        <p:spPr>
          <a:xfrm>
            <a:off x="3044087" y="408405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3" name="Connector 47"/>
          <p:cNvCxnSpPr/>
          <p:nvPr/>
        </p:nvCxnSpPr>
        <p:spPr>
          <a:xfrm>
            <a:off x="4926783" y="408405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4525982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라벨 박스"/>
          <p:cNvSpPr/>
          <p:nvPr/>
        </p:nvSpPr>
        <p:spPr>
          <a:xfrm>
            <a:off x="536870" y="4750591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4761548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761548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68" name="강조 바"/>
          <p:cNvSpPr/>
          <p:nvPr/>
        </p:nvSpPr>
        <p:spPr>
          <a:xfrm>
            <a:off x="1172348" y="4783461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강조 바 글"/>
          <p:cNvSpPr>
            <a:spLocks noGrp="1"/>
          </p:cNvSpPr>
          <p:nvPr>
            <p:ph type="body" sz="quarter" idx="45"/>
          </p:nvPr>
        </p:nvSpPr>
        <p:spPr>
          <a:xfrm>
            <a:off x="1172348" y="4783461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0" name="라벨 박스"/>
          <p:cNvSpPr/>
          <p:nvPr/>
        </p:nvSpPr>
        <p:spPr>
          <a:xfrm>
            <a:off x="536870" y="510029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511124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11124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3" name="가운데 글"/>
          <p:cNvSpPr>
            <a:spLocks noGrp="1"/>
          </p:cNvSpPr>
          <p:nvPr>
            <p:ph type="body" sz="quarter" idx="47"/>
          </p:nvPr>
        </p:nvSpPr>
        <p:spPr>
          <a:xfrm>
            <a:off x="1172348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4" name="가운데 글"/>
          <p:cNvSpPr>
            <a:spLocks noGrp="1"/>
          </p:cNvSpPr>
          <p:nvPr>
            <p:ph type="body" sz="quarter" idx="48"/>
          </p:nvPr>
        </p:nvSpPr>
        <p:spPr>
          <a:xfrm>
            <a:off x="3049565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5" name="Connector 57"/>
          <p:cNvCxnSpPr/>
          <p:nvPr/>
        </p:nvCxnSpPr>
        <p:spPr>
          <a:xfrm>
            <a:off x="3049565" y="5155075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6" name="가운데 글"/>
          <p:cNvSpPr>
            <a:spLocks noGrp="1"/>
          </p:cNvSpPr>
          <p:nvPr>
            <p:ph type="body" sz="quarter" idx="49"/>
          </p:nvPr>
        </p:nvSpPr>
        <p:spPr>
          <a:xfrm>
            <a:off x="4926783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77" name="Connector 59"/>
          <p:cNvCxnSpPr/>
          <p:nvPr/>
        </p:nvCxnSpPr>
        <p:spPr>
          <a:xfrm>
            <a:off x="4926783" y="5155075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8" name="라벨 박스"/>
          <p:cNvSpPr/>
          <p:nvPr/>
        </p:nvSpPr>
        <p:spPr>
          <a:xfrm>
            <a:off x="536870" y="5445423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5456379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5456379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1"/>
          </p:nvPr>
        </p:nvSpPr>
        <p:spPr>
          <a:xfrm>
            <a:off x="1183304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2"/>
          </p:nvPr>
        </p:nvSpPr>
        <p:spPr>
          <a:xfrm>
            <a:off x="3060522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3049565" y="5494727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5" name="Connector 66"/>
          <p:cNvCxnSpPr/>
          <p:nvPr/>
        </p:nvCxnSpPr>
        <p:spPr>
          <a:xfrm>
            <a:off x="4926783" y="5494727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라벨 박스"/>
          <p:cNvSpPr/>
          <p:nvPr/>
        </p:nvSpPr>
        <p:spPr>
          <a:xfrm>
            <a:off x="536870" y="6143917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"/>
          <p:cNvSpPr/>
          <p:nvPr/>
        </p:nvSpPr>
        <p:spPr>
          <a:xfrm>
            <a:off x="547826" y="6154873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154873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5"/>
          </p:nvPr>
        </p:nvSpPr>
        <p:spPr>
          <a:xfrm>
            <a:off x="1183304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6"/>
          </p:nvPr>
        </p:nvSpPr>
        <p:spPr>
          <a:xfrm>
            <a:off x="3060522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1" name="Connector 71"/>
          <p:cNvCxnSpPr/>
          <p:nvPr/>
        </p:nvCxnSpPr>
        <p:spPr>
          <a:xfrm>
            <a:off x="3049565" y="6193221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3" name="Connector 73"/>
          <p:cNvCxnSpPr/>
          <p:nvPr/>
        </p:nvCxnSpPr>
        <p:spPr>
          <a:xfrm>
            <a:off x="4926783" y="6193221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라벨 박스"/>
          <p:cNvSpPr/>
          <p:nvPr/>
        </p:nvSpPr>
        <p:spPr>
          <a:xfrm>
            <a:off x="536870" y="6668014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6678970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6678970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83304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60522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9" name="Connector 78"/>
          <p:cNvCxnSpPr/>
          <p:nvPr/>
        </p:nvCxnSpPr>
        <p:spPr>
          <a:xfrm>
            <a:off x="3049565" y="671731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1" name="Connector 80"/>
          <p:cNvCxnSpPr/>
          <p:nvPr/>
        </p:nvCxnSpPr>
        <p:spPr>
          <a:xfrm>
            <a:off x="4926783" y="671731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722498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726332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726332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724141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2 운영 현황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7314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84097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84097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73141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209586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220543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220543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209586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64603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656988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656988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646031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7314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84097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84097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73141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209586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220543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220543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209586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64603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656988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656988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646031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19204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23039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23039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20847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3 현안 해결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218404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948445"/>
            <a:ext cx="580696" cy="84092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48445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94844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70358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70358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11402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211402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24427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805809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05809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805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827722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827722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827722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827722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428716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932042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888216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75082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78917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78917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76725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4 단계 추진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23973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62184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62184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6218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8409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8409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2514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02514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058010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45151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445151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4515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46706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46706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46706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46706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46706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46706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46706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39016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42851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42851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40660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5 점검·법령 준수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5701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5788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6744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6744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719972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730929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30929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27693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30980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309809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29885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6 소통·공감대면 (1/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번호 띠"/>
          <p:cNvSpPr/>
          <p:nvPr/>
        </p:nvSpPr>
        <p:spPr>
          <a:xfrm>
            <a:off x="723130" y="1265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탭"/>
          <p:cNvSpPr/>
          <p:nvPr/>
        </p:nvSpPr>
        <p:spPr>
          <a:xfrm>
            <a:off x="745043" y="1287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탭 빗면"/>
          <p:cNvSpPr/>
          <p:nvPr/>
        </p:nvSpPr>
        <p:spPr>
          <a:xfrm>
            <a:off x="1139478" y="1287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"/>
          <p:cNvSpPr>
            <a:spLocks noGrp="1"/>
          </p:cNvSpPr>
          <p:nvPr>
            <p:ph type="body" sz="quarter" idx="22"/>
          </p:nvPr>
        </p:nvSpPr>
        <p:spPr>
          <a:xfrm>
            <a:off x="745043" y="1265478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369565" y="1287391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3" name="형광 밑줄"/>
          <p:cNvSpPr/>
          <p:nvPr/>
        </p:nvSpPr>
        <p:spPr>
          <a:xfrm>
            <a:off x="723130" y="1846174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69278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5" name="태그칩"/>
          <p:cNvSpPr/>
          <p:nvPr/>
        </p:nvSpPr>
        <p:spPr>
          <a:xfrm>
            <a:off x="4367188" y="1725652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칩"/>
          <p:cNvSpPr>
            <a:spLocks noGrp="1"/>
          </p:cNvSpPr>
          <p:nvPr>
            <p:ph type="body" sz="quarter" idx="25"/>
          </p:nvPr>
        </p:nvSpPr>
        <p:spPr>
          <a:xfrm>
            <a:off x="4367188" y="1725652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7" name="표 외곽"/>
          <p:cNvSpPr/>
          <p:nvPr/>
        </p:nvSpPr>
        <p:spPr>
          <a:xfrm>
            <a:off x="723130" y="1977652"/>
            <a:ext cx="6300000" cy="162889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734087" y="1994087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94087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27"/>
          </p:nvPr>
        </p:nvSpPr>
        <p:spPr>
          <a:xfrm>
            <a:off x="1347652" y="2016000"/>
            <a:ext cx="5648087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446967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446967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44696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468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6" name="머리칸"/>
          <p:cNvSpPr/>
          <p:nvPr/>
        </p:nvSpPr>
        <p:spPr>
          <a:xfrm>
            <a:off x="4171696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468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09923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709923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274279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3129934"/>
            <a:ext cx="580696" cy="46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129934"/>
            <a:ext cx="580696" cy="46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734086" y="312993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347652" y="317376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317376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3162803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7" name="태그"/>
          <p:cNvSpPr/>
          <p:nvPr/>
        </p:nvSpPr>
        <p:spPr>
          <a:xfrm>
            <a:off x="1347652" y="3370977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3370977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37"/>
          </p:nvPr>
        </p:nvSpPr>
        <p:spPr>
          <a:xfrm>
            <a:off x="2470605" y="3360021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0" name="삼각 화살표"/>
          <p:cNvSpPr/>
          <p:nvPr/>
        </p:nvSpPr>
        <p:spPr>
          <a:xfrm>
            <a:off x="4010086" y="365036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패널 외곽"/>
          <p:cNvSpPr/>
          <p:nvPr/>
        </p:nvSpPr>
        <p:spPr>
          <a:xfrm>
            <a:off x="723130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패널 머리"/>
          <p:cNvSpPr/>
          <p:nvPr/>
        </p:nvSpPr>
        <p:spPr>
          <a:xfrm>
            <a:off x="723130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패널 머리"/>
          <p:cNvSpPr>
            <a:spLocks noGrp="1"/>
          </p:cNvSpPr>
          <p:nvPr>
            <p:ph type="body" sz="quarter" idx="38"/>
          </p:nvPr>
        </p:nvSpPr>
        <p:spPr>
          <a:xfrm>
            <a:off x="723130" y="387497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4" name="레일"/>
          <p:cNvSpPr/>
          <p:nvPr/>
        </p:nvSpPr>
        <p:spPr>
          <a:xfrm>
            <a:off x="756000" y="4148890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 태그"/>
          <p:cNvSpPr/>
          <p:nvPr/>
        </p:nvSpPr>
        <p:spPr>
          <a:xfrm>
            <a:off x="845984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레일 태그"/>
          <p:cNvSpPr>
            <a:spLocks noGrp="1"/>
          </p:cNvSpPr>
          <p:nvPr>
            <p:ph type="body" sz="quarter" idx="39"/>
          </p:nvPr>
        </p:nvSpPr>
        <p:spPr>
          <a:xfrm>
            <a:off x="845984" y="41927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40"/>
          </p:nvPr>
        </p:nvSpPr>
        <p:spPr>
          <a:xfrm>
            <a:off x="756000" y="4378977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8" name="패널 본문"/>
          <p:cNvSpPr>
            <a:spLocks noGrp="1"/>
          </p:cNvSpPr>
          <p:nvPr>
            <p:ph type="body" sz="quarter" idx="41"/>
          </p:nvPr>
        </p:nvSpPr>
        <p:spPr>
          <a:xfrm>
            <a:off x="1539391" y="4137934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1539391" y="4793510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56000" y="4804466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 태그"/>
          <p:cNvSpPr/>
          <p:nvPr/>
        </p:nvSpPr>
        <p:spPr>
          <a:xfrm>
            <a:off x="845984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레일 태그"/>
          <p:cNvSpPr>
            <a:spLocks noGrp="1"/>
          </p:cNvSpPr>
          <p:nvPr>
            <p:ph type="body" sz="quarter" idx="42"/>
          </p:nvPr>
        </p:nvSpPr>
        <p:spPr>
          <a:xfrm>
            <a:off x="845984" y="484829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3" name="레일 라벨"/>
          <p:cNvSpPr>
            <a:spLocks noGrp="1"/>
          </p:cNvSpPr>
          <p:nvPr>
            <p:ph type="body" sz="quarter" idx="43"/>
          </p:nvPr>
        </p:nvSpPr>
        <p:spPr>
          <a:xfrm>
            <a:off x="756000" y="5034553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패널 본문"/>
          <p:cNvSpPr>
            <a:spLocks noGrp="1"/>
          </p:cNvSpPr>
          <p:nvPr>
            <p:ph type="body" sz="quarter" idx="44"/>
          </p:nvPr>
        </p:nvSpPr>
        <p:spPr>
          <a:xfrm>
            <a:off x="1539391" y="4793510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1539391" y="544908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56000" y="5460042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845984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5"/>
          </p:nvPr>
        </p:nvSpPr>
        <p:spPr>
          <a:xfrm>
            <a:off x="845984" y="550386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6"/>
          </p:nvPr>
        </p:nvSpPr>
        <p:spPr>
          <a:xfrm>
            <a:off x="756000" y="5690129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47"/>
          </p:nvPr>
        </p:nvSpPr>
        <p:spPr>
          <a:xfrm>
            <a:off x="1539391" y="5449085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1" name="패널 외곽"/>
          <p:cNvSpPr/>
          <p:nvPr/>
        </p:nvSpPr>
        <p:spPr>
          <a:xfrm>
            <a:off x="3897783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패널 머리"/>
          <p:cNvSpPr/>
          <p:nvPr/>
        </p:nvSpPr>
        <p:spPr>
          <a:xfrm>
            <a:off x="3897783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3" name="패널 머리"/>
          <p:cNvSpPr>
            <a:spLocks noGrp="1"/>
          </p:cNvSpPr>
          <p:nvPr>
            <p:ph type="body" sz="quarter" idx="48"/>
          </p:nvPr>
        </p:nvSpPr>
        <p:spPr>
          <a:xfrm>
            <a:off x="3897783" y="387497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4" name="레일"/>
          <p:cNvSpPr/>
          <p:nvPr/>
        </p:nvSpPr>
        <p:spPr>
          <a:xfrm>
            <a:off x="3930652" y="4148890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4017897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49"/>
          </p:nvPr>
        </p:nvSpPr>
        <p:spPr>
          <a:xfrm>
            <a:off x="4017897" y="41927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0"/>
          </p:nvPr>
        </p:nvSpPr>
        <p:spPr>
          <a:xfrm>
            <a:off x="3930652" y="4378977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8" name="패널 본문"/>
          <p:cNvSpPr>
            <a:spLocks noGrp="1"/>
          </p:cNvSpPr>
          <p:nvPr>
            <p:ph type="body" sz="quarter" idx="51"/>
          </p:nvPr>
        </p:nvSpPr>
        <p:spPr>
          <a:xfrm>
            <a:off x="4708565" y="4137934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4708565" y="4793510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레일"/>
          <p:cNvSpPr/>
          <p:nvPr/>
        </p:nvSpPr>
        <p:spPr>
          <a:xfrm>
            <a:off x="3930652" y="4804466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 태그"/>
          <p:cNvSpPr/>
          <p:nvPr/>
        </p:nvSpPr>
        <p:spPr>
          <a:xfrm>
            <a:off x="4017897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레일 태그"/>
          <p:cNvSpPr>
            <a:spLocks noGrp="1"/>
          </p:cNvSpPr>
          <p:nvPr>
            <p:ph type="body" sz="quarter" idx="52"/>
          </p:nvPr>
        </p:nvSpPr>
        <p:spPr>
          <a:xfrm>
            <a:off x="4017897" y="484829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3" name="레일 라벨"/>
          <p:cNvSpPr>
            <a:spLocks noGrp="1"/>
          </p:cNvSpPr>
          <p:nvPr>
            <p:ph type="body" sz="quarter" idx="53"/>
          </p:nvPr>
        </p:nvSpPr>
        <p:spPr>
          <a:xfrm>
            <a:off x="3930652" y="5034553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4" name="패널 본문"/>
          <p:cNvSpPr>
            <a:spLocks noGrp="1"/>
          </p:cNvSpPr>
          <p:nvPr>
            <p:ph type="body" sz="quarter" idx="54"/>
          </p:nvPr>
        </p:nvSpPr>
        <p:spPr>
          <a:xfrm>
            <a:off x="4708565" y="4793510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708565" y="544908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레일"/>
          <p:cNvSpPr/>
          <p:nvPr/>
        </p:nvSpPr>
        <p:spPr>
          <a:xfrm>
            <a:off x="3930652" y="5460042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 태그"/>
          <p:cNvSpPr/>
          <p:nvPr/>
        </p:nvSpPr>
        <p:spPr>
          <a:xfrm>
            <a:off x="4017897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레일 태그"/>
          <p:cNvSpPr>
            <a:spLocks noGrp="1"/>
          </p:cNvSpPr>
          <p:nvPr>
            <p:ph type="body" sz="quarter" idx="55"/>
          </p:nvPr>
        </p:nvSpPr>
        <p:spPr>
          <a:xfrm>
            <a:off x="4017897" y="550386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9" name="레일 라벨"/>
          <p:cNvSpPr>
            <a:spLocks noGrp="1"/>
          </p:cNvSpPr>
          <p:nvPr>
            <p:ph type="body" sz="quarter" idx="56"/>
          </p:nvPr>
        </p:nvSpPr>
        <p:spPr>
          <a:xfrm>
            <a:off x="3930652" y="5690129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0" name="패널 본문"/>
          <p:cNvSpPr>
            <a:spLocks noGrp="1"/>
          </p:cNvSpPr>
          <p:nvPr>
            <p:ph type="body" sz="quarter" idx="57"/>
          </p:nvPr>
        </p:nvSpPr>
        <p:spPr>
          <a:xfrm>
            <a:off x="4708565" y="5449085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91" name="형광 밑줄"/>
          <p:cNvSpPr/>
          <p:nvPr/>
        </p:nvSpPr>
        <p:spPr>
          <a:xfrm>
            <a:off x="723130" y="6400487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소제목"/>
          <p:cNvSpPr>
            <a:spLocks noGrp="1"/>
          </p:cNvSpPr>
          <p:nvPr>
            <p:ph type="body" sz="quarter" idx="58"/>
          </p:nvPr>
        </p:nvSpPr>
        <p:spPr>
          <a:xfrm>
            <a:off x="723130" y="624709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3" name="태그칩"/>
          <p:cNvSpPr/>
          <p:nvPr/>
        </p:nvSpPr>
        <p:spPr>
          <a:xfrm>
            <a:off x="3541728" y="6279965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태그칩"/>
          <p:cNvSpPr>
            <a:spLocks noGrp="1"/>
          </p:cNvSpPr>
          <p:nvPr>
            <p:ph type="body" sz="quarter" idx="59"/>
          </p:nvPr>
        </p:nvSpPr>
        <p:spPr>
          <a:xfrm>
            <a:off x="3541728" y="6279965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95" name="태그칩"/>
          <p:cNvSpPr/>
          <p:nvPr/>
        </p:nvSpPr>
        <p:spPr>
          <a:xfrm>
            <a:off x="3912879" y="6279965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태그칩"/>
          <p:cNvSpPr>
            <a:spLocks noGrp="1"/>
          </p:cNvSpPr>
          <p:nvPr>
            <p:ph type="body" sz="quarter" idx="60"/>
          </p:nvPr>
        </p:nvSpPr>
        <p:spPr>
          <a:xfrm>
            <a:off x="3912879" y="6279965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7" name="라벨 박스"/>
          <p:cNvSpPr/>
          <p:nvPr/>
        </p:nvSpPr>
        <p:spPr>
          <a:xfrm>
            <a:off x="723130" y="65429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레일"/>
          <p:cNvSpPr/>
          <p:nvPr/>
        </p:nvSpPr>
        <p:spPr>
          <a:xfrm>
            <a:off x="734087" y="65538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9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65538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0" name="본문"/>
          <p:cNvSpPr>
            <a:spLocks noGrp="1"/>
          </p:cNvSpPr>
          <p:nvPr>
            <p:ph type="body" sz="quarter" idx="62"/>
          </p:nvPr>
        </p:nvSpPr>
        <p:spPr>
          <a:xfrm>
            <a:off x="1358609" y="65593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01" name="표 외곽"/>
          <p:cNvSpPr/>
          <p:nvPr/>
        </p:nvSpPr>
        <p:spPr>
          <a:xfrm>
            <a:off x="723130" y="6877096"/>
            <a:ext cx="6300000" cy="267160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레일"/>
          <p:cNvSpPr/>
          <p:nvPr/>
        </p:nvSpPr>
        <p:spPr>
          <a:xfrm>
            <a:off x="734087" y="6893530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734087" y="6893530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04" name="머리칸"/>
          <p:cNvSpPr/>
          <p:nvPr/>
        </p:nvSpPr>
        <p:spPr>
          <a:xfrm>
            <a:off x="1347652" y="69154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5" name="머리칸"/>
          <p:cNvSpPr>
            <a:spLocks noGrp="1"/>
          </p:cNvSpPr>
          <p:nvPr>
            <p:ph type="body" sz="quarter" idx="64"/>
          </p:nvPr>
        </p:nvSpPr>
        <p:spPr>
          <a:xfrm>
            <a:off x="1347652" y="69154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6" name="머리칸"/>
          <p:cNvSpPr/>
          <p:nvPr/>
        </p:nvSpPr>
        <p:spPr>
          <a:xfrm>
            <a:off x="4171696" y="69154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7" name="머리칸"/>
          <p:cNvSpPr>
            <a:spLocks noGrp="1"/>
          </p:cNvSpPr>
          <p:nvPr>
            <p:ph type="body" sz="quarter" idx="65"/>
          </p:nvPr>
        </p:nvSpPr>
        <p:spPr>
          <a:xfrm>
            <a:off x="4171696" y="69154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7156487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7"/>
          </p:nvPr>
        </p:nvSpPr>
        <p:spPr>
          <a:xfrm>
            <a:off x="4182652" y="7156487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10" name="Connector 81"/>
          <p:cNvCxnSpPr/>
          <p:nvPr/>
        </p:nvCxnSpPr>
        <p:spPr>
          <a:xfrm>
            <a:off x="4171696" y="7189357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734087" y="7576497"/>
            <a:ext cx="580696" cy="85188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 태그"/>
          <p:cNvSpPr/>
          <p:nvPr/>
        </p:nvSpPr>
        <p:spPr>
          <a:xfrm>
            <a:off x="854405" y="774084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3" name="레일 태그"/>
          <p:cNvSpPr>
            <a:spLocks noGrp="1"/>
          </p:cNvSpPr>
          <p:nvPr>
            <p:ph type="body" sz="quarter" idx="68"/>
          </p:nvPr>
        </p:nvSpPr>
        <p:spPr>
          <a:xfrm>
            <a:off x="854405" y="7740845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14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927106"/>
            <a:ext cx="580696" cy="4793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15" name="레일 삼각형"/>
          <p:cNvSpPr/>
          <p:nvPr/>
        </p:nvSpPr>
        <p:spPr>
          <a:xfrm>
            <a:off x="734086" y="757649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머리칸"/>
          <p:cNvSpPr/>
          <p:nvPr/>
        </p:nvSpPr>
        <p:spPr>
          <a:xfrm>
            <a:off x="1347652" y="759841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59841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1"/>
          </p:nvPr>
        </p:nvSpPr>
        <p:spPr>
          <a:xfrm>
            <a:off x="1358609" y="7839454"/>
            <a:ext cx="4514087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119" name="사진 칸"/>
          <p:cNvSpPr/>
          <p:nvPr/>
        </p:nvSpPr>
        <p:spPr>
          <a:xfrm>
            <a:off x="5916522" y="7603889"/>
            <a:ext cx="1079217" cy="79710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사진 칸"/>
          <p:cNvSpPr>
            <a:spLocks noGrp="1"/>
          </p:cNvSpPr>
          <p:nvPr>
            <p:ph type="body" sz="quarter" idx="72"/>
          </p:nvPr>
        </p:nvSpPr>
        <p:spPr>
          <a:xfrm>
            <a:off x="5916522" y="7603889"/>
            <a:ext cx="1079217" cy="79710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121" name="레일"/>
          <p:cNvSpPr/>
          <p:nvPr/>
        </p:nvSpPr>
        <p:spPr>
          <a:xfrm>
            <a:off x="734087" y="8444817"/>
            <a:ext cx="580696" cy="108745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레일 태그"/>
          <p:cNvSpPr/>
          <p:nvPr/>
        </p:nvSpPr>
        <p:spPr>
          <a:xfrm>
            <a:off x="854405" y="860916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3" name="레일 태그"/>
          <p:cNvSpPr>
            <a:spLocks noGrp="1"/>
          </p:cNvSpPr>
          <p:nvPr>
            <p:ph type="body" sz="quarter" idx="73"/>
          </p:nvPr>
        </p:nvSpPr>
        <p:spPr>
          <a:xfrm>
            <a:off x="854405" y="8609165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124" name="레일 라벨"/>
          <p:cNvSpPr>
            <a:spLocks noGrp="1"/>
          </p:cNvSpPr>
          <p:nvPr>
            <p:ph type="body" sz="quarter" idx="74"/>
          </p:nvPr>
        </p:nvSpPr>
        <p:spPr>
          <a:xfrm>
            <a:off x="734087" y="8795426"/>
            <a:ext cx="580696" cy="71492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125" name="레일 삼각형"/>
          <p:cNvSpPr/>
          <p:nvPr/>
        </p:nvSpPr>
        <p:spPr>
          <a:xfrm>
            <a:off x="734086" y="8444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배너"/>
          <p:cNvSpPr/>
          <p:nvPr/>
        </p:nvSpPr>
        <p:spPr>
          <a:xfrm>
            <a:off x="1347652" y="84667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7" name="배너"/>
          <p:cNvSpPr>
            <a:spLocks noGrp="1"/>
          </p:cNvSpPr>
          <p:nvPr>
            <p:ph type="body" sz="quarter" idx="75"/>
          </p:nvPr>
        </p:nvSpPr>
        <p:spPr>
          <a:xfrm>
            <a:off x="1347652" y="84667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128" name="머리칸"/>
          <p:cNvSpPr/>
          <p:nvPr/>
        </p:nvSpPr>
        <p:spPr>
          <a:xfrm>
            <a:off x="1347652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6"/>
          </p:nvPr>
        </p:nvSpPr>
        <p:spPr>
          <a:xfrm>
            <a:off x="1347652" y="87022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130" name="머리칸"/>
          <p:cNvSpPr/>
          <p:nvPr/>
        </p:nvSpPr>
        <p:spPr>
          <a:xfrm>
            <a:off x="3230348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7"/>
          </p:nvPr>
        </p:nvSpPr>
        <p:spPr>
          <a:xfrm>
            <a:off x="3230348" y="87022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32" name="머리칸"/>
          <p:cNvSpPr/>
          <p:nvPr/>
        </p:nvSpPr>
        <p:spPr>
          <a:xfrm>
            <a:off x="5113043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3" name="머리칸"/>
          <p:cNvSpPr>
            <a:spLocks noGrp="1"/>
          </p:cNvSpPr>
          <p:nvPr>
            <p:ph type="body" sz="quarter" idx="78"/>
          </p:nvPr>
        </p:nvSpPr>
        <p:spPr>
          <a:xfrm>
            <a:off x="5113043" y="87022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9"/>
          </p:nvPr>
        </p:nvSpPr>
        <p:spPr>
          <a:xfrm>
            <a:off x="1358609" y="8943339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80"/>
          </p:nvPr>
        </p:nvSpPr>
        <p:spPr>
          <a:xfrm>
            <a:off x="3241304" y="8943339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36" name="Connector 99"/>
          <p:cNvCxnSpPr/>
          <p:nvPr/>
        </p:nvCxnSpPr>
        <p:spPr>
          <a:xfrm>
            <a:off x="3230348" y="8976209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81"/>
          </p:nvPr>
        </p:nvSpPr>
        <p:spPr>
          <a:xfrm>
            <a:off x="5124000" y="8943339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38" name="Connector 101"/>
          <p:cNvCxnSpPr/>
          <p:nvPr/>
        </p:nvCxnSpPr>
        <p:spPr>
          <a:xfrm>
            <a:off x="5113043" y="8976209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6 소통·공감대면 (2/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핵심성과 박스"/>
          <p:cNvSpPr/>
          <p:nvPr/>
        </p:nvSpPr>
        <p:spPr>
          <a:xfrm>
            <a:off x="536870" y="156496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핵심성과 라벨"/>
          <p:cNvSpPr/>
          <p:nvPr/>
        </p:nvSpPr>
        <p:spPr>
          <a:xfrm>
            <a:off x="569739" y="160331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2" name="핵심성과 라벨"/>
          <p:cNvSpPr>
            <a:spLocks noGrp="1"/>
          </p:cNvSpPr>
          <p:nvPr>
            <p:ph type="body" sz="quarter" idx="25"/>
          </p:nvPr>
        </p:nvSpPr>
        <p:spPr>
          <a:xfrm>
            <a:off x="569739" y="160331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26"/>
          </p:nvPr>
        </p:nvSpPr>
        <p:spPr>
          <a:xfrm>
            <a:off x="1314783" y="158140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7 교육체계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50744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61701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1701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8136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8136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9179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9179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52049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604929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15885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15885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637798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637798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954630"/>
            <a:ext cx="6300000" cy="68844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65586"/>
            <a:ext cx="591652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65586"/>
            <a:ext cx="591652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686900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420553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26716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54" name="태그칩"/>
          <p:cNvSpPr/>
          <p:nvPr/>
        </p:nvSpPr>
        <p:spPr>
          <a:xfrm>
            <a:off x="3595310" y="6300031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1"/>
          </p:nvPr>
        </p:nvSpPr>
        <p:spPr>
          <a:xfrm>
            <a:off x="3595310" y="6300031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6552031"/>
            <a:ext cx="6300000" cy="23465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6568466"/>
            <a:ext cx="580696" cy="114861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6568466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59" name="배너"/>
          <p:cNvSpPr/>
          <p:nvPr/>
        </p:nvSpPr>
        <p:spPr>
          <a:xfrm>
            <a:off x="1347652" y="659037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659037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5"/>
          </p:nvPr>
        </p:nvSpPr>
        <p:spPr>
          <a:xfrm>
            <a:off x="3230348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6"/>
          </p:nvPr>
        </p:nvSpPr>
        <p:spPr>
          <a:xfrm>
            <a:off x="5113043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69" name="Connector 48"/>
          <p:cNvCxnSpPr/>
          <p:nvPr/>
        </p:nvCxnSpPr>
        <p:spPr>
          <a:xfrm>
            <a:off x="3230348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5113043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태그"/>
          <p:cNvSpPr/>
          <p:nvPr/>
        </p:nvSpPr>
        <p:spPr>
          <a:xfrm>
            <a:off x="1347652" y="7497955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749795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1"/>
          </p:nvPr>
        </p:nvSpPr>
        <p:spPr>
          <a:xfrm>
            <a:off x="1972988" y="748699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75" name="레일"/>
          <p:cNvSpPr/>
          <p:nvPr/>
        </p:nvSpPr>
        <p:spPr>
          <a:xfrm>
            <a:off x="734087" y="7733520"/>
            <a:ext cx="580696" cy="114861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7733520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773352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배너"/>
          <p:cNvSpPr/>
          <p:nvPr/>
        </p:nvSpPr>
        <p:spPr>
          <a:xfrm>
            <a:off x="1347652" y="775543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배너"/>
          <p:cNvSpPr>
            <a:spLocks noGrp="1"/>
          </p:cNvSpPr>
          <p:nvPr>
            <p:ph type="body" sz="quarter" idx="53"/>
          </p:nvPr>
        </p:nvSpPr>
        <p:spPr>
          <a:xfrm>
            <a:off x="1347652" y="775543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80" name="머리칸"/>
          <p:cNvSpPr/>
          <p:nvPr/>
        </p:nvSpPr>
        <p:spPr>
          <a:xfrm>
            <a:off x="1347652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799099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82" name="머리칸"/>
          <p:cNvSpPr/>
          <p:nvPr/>
        </p:nvSpPr>
        <p:spPr>
          <a:xfrm>
            <a:off x="4171696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799099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8232042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8232042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4171696" y="826491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태그"/>
          <p:cNvSpPr/>
          <p:nvPr/>
        </p:nvSpPr>
        <p:spPr>
          <a:xfrm>
            <a:off x="1347652" y="8663009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8"/>
          </p:nvPr>
        </p:nvSpPr>
        <p:spPr>
          <a:xfrm>
            <a:off x="1347652" y="8663009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9"/>
          </p:nvPr>
        </p:nvSpPr>
        <p:spPr>
          <a:xfrm>
            <a:off x="1972988" y="8652052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723130" y="8986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756000" y="9024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756000" y="90245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501043" y="90026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8 임금·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6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23324" y="17146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46087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246087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985435" y="22789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3823826" y="2720880"/>
            <a:ext cx="350608" cy="142434"/>
          </a:xfrm>
          <a:custGeom>
            <a:avLst/>
            <a:gdLst/>
            <a:ahLst/>
            <a:cxnLst/>
            <a:rect l="l" t="t" r="r" b="b"/>
            <a:pathLst>
              <a:path w="350608" h="142434">
                <a:moveTo>
                  <a:pt x="0" y="0"/>
                </a:moveTo>
                <a:lnTo>
                  <a:pt x="350608" y="0"/>
                </a:lnTo>
                <a:lnTo>
                  <a:pt x="175304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표 외곽"/>
          <p:cNvSpPr/>
          <p:nvPr/>
        </p:nvSpPr>
        <p:spPr>
          <a:xfrm>
            <a:off x="536870" y="2934532"/>
            <a:ext cx="6300000" cy="288525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950967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0967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972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972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213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3213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3246793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644890"/>
            <a:ext cx="580696" cy="101532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644890"/>
            <a:ext cx="580696" cy="101532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64489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161391" y="366680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54" name="단계"/>
          <p:cNvSpPr/>
          <p:nvPr/>
        </p:nvSpPr>
        <p:spPr>
          <a:xfrm>
            <a:off x="2573413" y="366680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56" name="단계"/>
          <p:cNvSpPr/>
          <p:nvPr/>
        </p:nvSpPr>
        <p:spPr>
          <a:xfrm>
            <a:off x="3985435" y="366680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58" name="단계"/>
          <p:cNvSpPr/>
          <p:nvPr/>
        </p:nvSpPr>
        <p:spPr>
          <a:xfrm>
            <a:off x="5397457" y="366680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60" name="단계 삼각형"/>
          <p:cNvSpPr/>
          <p:nvPr/>
        </p:nvSpPr>
        <p:spPr>
          <a:xfrm>
            <a:off x="2573413" y="366680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3985434" y="366680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5397456" y="366680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2573413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67" name="Connector 50"/>
          <p:cNvCxnSpPr/>
          <p:nvPr/>
        </p:nvCxnSpPr>
        <p:spPr>
          <a:xfrm>
            <a:off x="3985435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69" name="Connector 52"/>
          <p:cNvCxnSpPr/>
          <p:nvPr/>
        </p:nvCxnSpPr>
        <p:spPr>
          <a:xfrm>
            <a:off x="5397457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4676650"/>
            <a:ext cx="580696" cy="112670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676650"/>
            <a:ext cx="580696" cy="112670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467665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69856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69856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939607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5585134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4939607"/>
            <a:ext cx="2802130" cy="84183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3985435" y="4972477"/>
            <a:ext cx="0" cy="77609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핵심성과 박스"/>
          <p:cNvSpPr/>
          <p:nvPr/>
        </p:nvSpPr>
        <p:spPr>
          <a:xfrm>
            <a:off x="536870" y="59074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핵심성과 라벨"/>
          <p:cNvSpPr/>
          <p:nvPr/>
        </p:nvSpPr>
        <p:spPr>
          <a:xfrm>
            <a:off x="569739" y="59457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3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59457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59238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9 근로환경면 (1/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74578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72386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72386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139517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49445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499934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499934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499934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139517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330160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331256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31256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335639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335639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646737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657694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7694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696042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696042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형광 밑줄"/>
          <p:cNvSpPr/>
          <p:nvPr/>
        </p:nvSpPr>
        <p:spPr>
          <a:xfrm>
            <a:off x="723130" y="456436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1"/>
          </p:nvPr>
        </p:nvSpPr>
        <p:spPr>
          <a:xfrm>
            <a:off x="723130" y="44109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4" name="태그칩"/>
          <p:cNvSpPr/>
          <p:nvPr/>
        </p:nvSpPr>
        <p:spPr>
          <a:xfrm>
            <a:off x="4494817" y="444384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2"/>
          </p:nvPr>
        </p:nvSpPr>
        <p:spPr>
          <a:xfrm>
            <a:off x="4494817" y="444384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4695840"/>
            <a:ext cx="5297478" cy="224521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4712275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71227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9" name="머리칸"/>
          <p:cNvSpPr/>
          <p:nvPr/>
        </p:nvSpPr>
        <p:spPr>
          <a:xfrm>
            <a:off x="1347652" y="473418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73418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1" name="머리칸"/>
          <p:cNvSpPr/>
          <p:nvPr/>
        </p:nvSpPr>
        <p:spPr>
          <a:xfrm>
            <a:off x="3670435" y="473418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3670435" y="473418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97523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681391" y="497523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670435" y="500810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5395242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5395242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539524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머리칸"/>
          <p:cNvSpPr/>
          <p:nvPr/>
        </p:nvSpPr>
        <p:spPr>
          <a:xfrm>
            <a:off x="1347652" y="541715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541715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1" name="머리칸"/>
          <p:cNvSpPr/>
          <p:nvPr/>
        </p:nvSpPr>
        <p:spPr>
          <a:xfrm>
            <a:off x="3670435" y="541715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2" name="머리칸"/>
          <p:cNvSpPr>
            <a:spLocks noGrp="1"/>
          </p:cNvSpPr>
          <p:nvPr>
            <p:ph type="body" sz="quarter" idx="50"/>
          </p:nvPr>
        </p:nvSpPr>
        <p:spPr>
          <a:xfrm>
            <a:off x="3670435" y="541715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658198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2"/>
          </p:nvPr>
        </p:nvSpPr>
        <p:spPr>
          <a:xfrm>
            <a:off x="3681391" y="5658198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3670435" y="5691068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078209"/>
            <a:ext cx="580696" cy="84640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6078209"/>
            <a:ext cx="580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60782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배너"/>
          <p:cNvSpPr/>
          <p:nvPr/>
        </p:nvSpPr>
        <p:spPr>
          <a:xfrm>
            <a:off x="1347652" y="6100122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0" name="배너"/>
          <p:cNvSpPr>
            <a:spLocks noGrp="1"/>
          </p:cNvSpPr>
          <p:nvPr>
            <p:ph type="body" sz="quarter" idx="54"/>
          </p:nvPr>
        </p:nvSpPr>
        <p:spPr>
          <a:xfrm>
            <a:off x="1347652" y="6100122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1" name="본문"/>
          <p:cNvSpPr>
            <a:spLocks noGrp="1"/>
          </p:cNvSpPr>
          <p:nvPr>
            <p:ph type="body" sz="quarter" idx="55"/>
          </p:nvPr>
        </p:nvSpPr>
        <p:spPr>
          <a:xfrm>
            <a:off x="1347652" y="6335687"/>
            <a:ext cx="4645565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82" name="사진 칸"/>
          <p:cNvSpPr/>
          <p:nvPr/>
        </p:nvSpPr>
        <p:spPr>
          <a:xfrm>
            <a:off x="6064435" y="4712275"/>
            <a:ext cx="958696" cy="1349499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6"/>
          </p:nvPr>
        </p:nvSpPr>
        <p:spPr>
          <a:xfrm>
            <a:off x="6064435" y="4712275"/>
            <a:ext cx="958696" cy="134949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4" name="사진 칸"/>
          <p:cNvSpPr/>
          <p:nvPr/>
        </p:nvSpPr>
        <p:spPr>
          <a:xfrm>
            <a:off x="6064435" y="6078209"/>
            <a:ext cx="958696" cy="84640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5" name="사진 칸"/>
          <p:cNvSpPr>
            <a:spLocks noGrp="1"/>
          </p:cNvSpPr>
          <p:nvPr>
            <p:ph type="body" sz="quarter" idx="57"/>
          </p:nvPr>
        </p:nvSpPr>
        <p:spPr>
          <a:xfrm>
            <a:off x="6064435" y="6078209"/>
            <a:ext cx="958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6" name="형광 밑줄"/>
          <p:cNvSpPr/>
          <p:nvPr/>
        </p:nvSpPr>
        <p:spPr>
          <a:xfrm>
            <a:off x="723130" y="7214963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소제목"/>
          <p:cNvSpPr>
            <a:spLocks noGrp="1"/>
          </p:cNvSpPr>
          <p:nvPr>
            <p:ph type="body" sz="quarter" idx="58"/>
          </p:nvPr>
        </p:nvSpPr>
        <p:spPr>
          <a:xfrm>
            <a:off x="723130" y="706157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88" name="태그칩"/>
          <p:cNvSpPr/>
          <p:nvPr/>
        </p:nvSpPr>
        <p:spPr>
          <a:xfrm>
            <a:off x="4634353" y="709444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칩"/>
          <p:cNvSpPr>
            <a:spLocks noGrp="1"/>
          </p:cNvSpPr>
          <p:nvPr>
            <p:ph type="body" sz="quarter" idx="59"/>
          </p:nvPr>
        </p:nvSpPr>
        <p:spPr>
          <a:xfrm>
            <a:off x="4634353" y="709444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0" name="표 외곽"/>
          <p:cNvSpPr/>
          <p:nvPr/>
        </p:nvSpPr>
        <p:spPr>
          <a:xfrm>
            <a:off x="723130" y="7346442"/>
            <a:ext cx="6300000" cy="159420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734087" y="7362877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7362877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3" name="본문"/>
          <p:cNvSpPr>
            <a:spLocks noGrp="1"/>
          </p:cNvSpPr>
          <p:nvPr>
            <p:ph type="body" sz="quarter" idx="61"/>
          </p:nvPr>
        </p:nvSpPr>
        <p:spPr>
          <a:xfrm>
            <a:off x="1347652" y="7384790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94" name="레일"/>
          <p:cNvSpPr/>
          <p:nvPr/>
        </p:nvSpPr>
        <p:spPr>
          <a:xfrm>
            <a:off x="734087" y="7641360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7641360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96" name="본문"/>
          <p:cNvSpPr>
            <a:spLocks noGrp="1"/>
          </p:cNvSpPr>
          <p:nvPr>
            <p:ph type="body" sz="quarter" idx="63"/>
          </p:nvPr>
        </p:nvSpPr>
        <p:spPr>
          <a:xfrm>
            <a:off x="1347652" y="7663273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7" name="레일"/>
          <p:cNvSpPr/>
          <p:nvPr/>
        </p:nvSpPr>
        <p:spPr>
          <a:xfrm>
            <a:off x="734087" y="7919843"/>
            <a:ext cx="580696" cy="100436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4"/>
          </p:nvPr>
        </p:nvSpPr>
        <p:spPr>
          <a:xfrm>
            <a:off x="734087" y="7919843"/>
            <a:ext cx="580696" cy="100436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99" name="머리칸"/>
          <p:cNvSpPr/>
          <p:nvPr/>
        </p:nvSpPr>
        <p:spPr>
          <a:xfrm>
            <a:off x="1347652" y="79417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79417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01" name="머리칸"/>
          <p:cNvSpPr/>
          <p:nvPr/>
        </p:nvSpPr>
        <p:spPr>
          <a:xfrm>
            <a:off x="3230348" y="79417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79417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03" name="머리칸"/>
          <p:cNvSpPr/>
          <p:nvPr/>
        </p:nvSpPr>
        <p:spPr>
          <a:xfrm>
            <a:off x="5113043" y="79417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4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79417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8182800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8182800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cxnSp>
        <p:nvCxnSpPr>
          <p:cNvPr id="107" name="Connector 75"/>
          <p:cNvCxnSpPr/>
          <p:nvPr/>
        </p:nvCxnSpPr>
        <p:spPr>
          <a:xfrm>
            <a:off x="3230348" y="8215670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8182800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  <p:cxnSp>
        <p:nvCxnSpPr>
          <p:cNvPr id="109" name="Connector 77"/>
          <p:cNvCxnSpPr/>
          <p:nvPr/>
        </p:nvCxnSpPr>
        <p:spPr>
          <a:xfrm>
            <a:off x="5113043" y="8215670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핵심성과 박스"/>
          <p:cNvSpPr/>
          <p:nvPr/>
        </p:nvSpPr>
        <p:spPr>
          <a:xfrm>
            <a:off x="723130" y="902829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핵심성과 라벨"/>
          <p:cNvSpPr/>
          <p:nvPr/>
        </p:nvSpPr>
        <p:spPr>
          <a:xfrm>
            <a:off x="756000" y="906664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2" name="핵심성과 라벨"/>
          <p:cNvSpPr>
            <a:spLocks noGrp="1"/>
          </p:cNvSpPr>
          <p:nvPr>
            <p:ph type="body" sz="quarter" idx="71"/>
          </p:nvPr>
        </p:nvSpPr>
        <p:spPr>
          <a:xfrm>
            <a:off x="756000" y="906664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3" name="핵심성과 문구"/>
          <p:cNvSpPr>
            <a:spLocks noGrp="1"/>
          </p:cNvSpPr>
          <p:nvPr>
            <p:ph type="body" sz="quarter" idx="72"/>
          </p:nvPr>
        </p:nvSpPr>
        <p:spPr>
          <a:xfrm>
            <a:off x="1501043" y="904473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9 근로환경면 (2/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204523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204523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204523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204523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204523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204523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37393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41228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41228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39036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4" name="성과 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성과 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12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3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17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6" name="배너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35" name="인라인 표"/>
          <p:cNvGraphicFramePr>
            <a:graphicFrameLocks noGrp="1"/>
          </p:cNvGraphicFramePr>
          <p:nvPr/>
        </p:nvGraphicFramePr>
        <p:xfrm>
          <a:off x="1205217" y="2979297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3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7" name="강조 바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0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1" name="가운데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2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9" name="가운데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0" name="강조 바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3" name="소행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소행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가운데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23" name="가운데 글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5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6" name="패널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7" name="요약 바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" name="패널 머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11" name="요약 바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" name="패널 머리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4" name="패널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15" name="요약 바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graphicFrame>
        <p:nvGraphicFramePr>
          <p:cNvPr id="7" name="실적표"/>
          <p:cNvGraphicFramePr>
            <a:graphicFrameLocks noGrp="1"/>
          </p:cNvGraphicFramePr>
          <p:nvPr/>
        </p:nvGraphicFramePr>
        <p:xfrm>
          <a:off x="536870" y="76695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5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5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3" name="강조 바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56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57" name="가운데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9" name="가운데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83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8" name="패널 머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2" name="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7" name="패널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50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2" name="패널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4" name="패널 머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8" name="패널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3" name="패널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66" name="레일 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8" name="패널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0" name="소제목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71" name="태그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72" name="태그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4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5" name="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8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9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89" name="사진 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1" name="레일 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92" name="레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4" name="배너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5" name="머리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96" name="머리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97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15" name="핵심성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944379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40" name="태그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5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6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59" name="인라인 표"/>
          <p:cNvGraphicFramePr>
            <a:graphicFrameLocks noGrp="1"/>
          </p:cNvGraphicFramePr>
          <p:nvPr/>
        </p:nvGraphicFramePr>
        <p:xfrm>
          <a:off x="1205217" y="5146873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sp>
        <p:nvSpPr>
          <p:cNvPr id="40" name="소제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41" name="태그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58" name="배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59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60" name="사진 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61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3" name="소제목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4" name="태그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7" name="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69" name="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
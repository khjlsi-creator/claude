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 +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4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5" name="평가내용 라벨"/>
          <p:cNvSpPr>
            <a:spLocks noGrp="1"/>
          </p:cNvSpPr>
          <p:nvPr>
            <p:ph type="body" sz="quarter" idx="21"/>
          </p:nvPr>
        </p:nvSpPr>
        <p:spPr>
          <a:xfrm>
            <a:off x="536870" y="1342174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평가내용 제목"/>
          <p:cNvSpPr>
            <a:spLocks noGrp="1"/>
          </p:cNvSpPr>
          <p:nvPr>
            <p:ph type="body" sz="quarter" idx="22"/>
          </p:nvPr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번호"/>
          <p:cNvSpPr>
            <a:spLocks noGrp="1"/>
          </p:cNvSpPr>
          <p:nvPr>
            <p:ph type="body" sz="quarter" idx="23"/>
          </p:nvPr>
        </p:nvSpPr>
        <p:spPr>
          <a:xfrm>
            <a:off x="558783" y="2081739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7" name="번호 띠 제목"/>
          <p:cNvSpPr>
            <a:spLocks noGrp="1"/>
          </p:cNvSpPr>
          <p:nvPr>
            <p:ph type="body" sz="quarter" idx="24"/>
          </p:nvPr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8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소제목"/>
          <p:cNvSpPr>
            <a:spLocks noGrp="1"/>
          </p:cNvSpPr>
          <p:nvPr>
            <p:ph type="body" sz="quarter" idx="25"/>
          </p:nvPr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30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810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5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9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597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3641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33"/>
          </p:nvPr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6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839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35"/>
          </p:nvPr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4036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37"/>
          </p:nvPr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52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4255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7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9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61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7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17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2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강조 바 글"/>
          <p:cNvSpPr>
            <a:spLocks noGrp="1"/>
          </p:cNvSpPr>
          <p:nvPr>
            <p:ph type="body" sz="quarter" idx="46"/>
          </p:nvPr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518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7" name="가운데 글"/>
          <p:cNvSpPr>
            <a:spLocks noGrp="1"/>
          </p:cNvSpPr>
          <p:nvPr>
            <p:ph type="body" sz="quarter" idx="48"/>
          </p:nvPr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8" name="가운데 글"/>
          <p:cNvSpPr>
            <a:spLocks noGrp="1"/>
          </p:cNvSpPr>
          <p:nvPr>
            <p:ph type="body" sz="quarter" idx="49"/>
          </p:nvPr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9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0" name="가운데 글"/>
          <p:cNvSpPr>
            <a:spLocks noGrp="1"/>
          </p:cNvSpPr>
          <p:nvPr>
            <p:ph type="body" sz="quarter" idx="50"/>
          </p:nvPr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81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2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586330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2"/>
          </p:nvPr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3"/>
          </p:nvPr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7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4"/>
          </p:nvPr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9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6464661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5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7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057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0"/>
          </p:nvPr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1"/>
          </p:nvPr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10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3"/>
          </p:nvPr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0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4"/>
          </p:nvPr>
        </p:nvSpPr>
        <p:spPr>
          <a:xfrm>
            <a:off x="3540771" y="74344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10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패널 머리"/>
          <p:cNvSpPr>
            <a:spLocks noGrp="1"/>
          </p:cNvSpPr>
          <p:nvPr>
            <p:ph type="body" sz="quarter" idx="65"/>
          </p:nvPr>
        </p:nvSpPr>
        <p:spPr>
          <a:xfrm>
            <a:off x="536870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13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66"/>
          </p:nvPr>
        </p:nvSpPr>
        <p:spPr>
          <a:xfrm>
            <a:off x="569739" y="797133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15" name="패널 본문"/>
          <p:cNvSpPr>
            <a:spLocks noGrp="1"/>
          </p:cNvSpPr>
          <p:nvPr>
            <p:ph type="body" sz="quarter" idx="67"/>
          </p:nvPr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6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8" name="레일"/>
          <p:cNvSpPr>
            <a:spLocks noGrp="1"/>
          </p:cNvSpPr>
          <p:nvPr>
            <p:ph type="body" sz="quarter" idx="68"/>
          </p:nvPr>
        </p:nvSpPr>
        <p:spPr>
          <a:xfrm>
            <a:off x="569739" y="8368591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19" name="패널 본문"/>
          <p:cNvSpPr>
            <a:spLocks noGrp="1"/>
          </p:cNvSpPr>
          <p:nvPr>
            <p:ph type="body" sz="quarter" idx="69"/>
          </p:nvPr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20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0"/>
          </p:nvPr>
        </p:nvSpPr>
        <p:spPr>
          <a:xfrm>
            <a:off x="569739" y="8765843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23" name="패널 본문"/>
          <p:cNvSpPr>
            <a:spLocks noGrp="1"/>
          </p:cNvSpPr>
          <p:nvPr>
            <p:ph type="body" sz="quarter" idx="71"/>
          </p:nvPr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24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2"/>
          </p:nvPr>
        </p:nvSpPr>
        <p:spPr>
          <a:xfrm>
            <a:off x="569739" y="916309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3"/>
          </p:nvPr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4"/>
          </p:nvPr>
        </p:nvSpPr>
        <p:spPr>
          <a:xfrm>
            <a:off x="3711522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31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2" name="레일"/>
          <p:cNvSpPr>
            <a:spLocks noGrp="1"/>
          </p:cNvSpPr>
          <p:nvPr>
            <p:ph type="body" sz="quarter" idx="75"/>
          </p:nvPr>
        </p:nvSpPr>
        <p:spPr>
          <a:xfrm>
            <a:off x="3744391" y="797133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6"/>
          </p:nvPr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34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5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7"/>
          </p:nvPr>
        </p:nvSpPr>
        <p:spPr>
          <a:xfrm>
            <a:off x="3744391" y="8368591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78"/>
          </p:nvPr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38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79"/>
          </p:nvPr>
        </p:nvSpPr>
        <p:spPr>
          <a:xfrm>
            <a:off x="3744391" y="8765843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41" name="패널 본문"/>
          <p:cNvSpPr>
            <a:spLocks noGrp="1"/>
          </p:cNvSpPr>
          <p:nvPr>
            <p:ph type="body" sz="quarter" idx="80"/>
          </p:nvPr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4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레일"/>
          <p:cNvSpPr>
            <a:spLocks noGrp="1"/>
          </p:cNvSpPr>
          <p:nvPr>
            <p:ph type="body" sz="quarter" idx="81"/>
          </p:nvPr>
        </p:nvSpPr>
        <p:spPr>
          <a:xfrm>
            <a:off x="3744391" y="916309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45" name="패널 본문"/>
          <p:cNvSpPr>
            <a:spLocks noGrp="1"/>
          </p:cNvSpPr>
          <p:nvPr>
            <p:ph type="body" sz="quarter" idx="82"/>
          </p:nvPr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현안 해결 + 단계 추진 + 점검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소제목"/>
          <p:cNvSpPr>
            <a:spLocks noGrp="1"/>
          </p:cNvSpPr>
          <p:nvPr>
            <p:ph type="body" sz="quarter" idx="42"/>
          </p:nvPr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0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칩"/>
          <p:cNvSpPr>
            <a:spLocks noGrp="1"/>
          </p:cNvSpPr>
          <p:nvPr>
            <p:ph type="body" sz="quarter" idx="43"/>
          </p:nvPr>
        </p:nvSpPr>
        <p:spPr>
          <a:xfrm>
            <a:off x="3932802" y="3615965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62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388440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5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67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6"/>
          </p:nvPr>
        </p:nvSpPr>
        <p:spPr>
          <a:xfrm>
            <a:off x="4171696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506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12812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84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5"/>
          </p:nvPr>
        </p:nvSpPr>
        <p:spPr>
          <a:xfrm>
            <a:off x="1347652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87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2759674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89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4171696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91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5583717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93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02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5" name="핵심성과 라벨"/>
          <p:cNvSpPr>
            <a:spLocks noGrp="1"/>
          </p:cNvSpPr>
          <p:nvPr>
            <p:ph type="body" sz="quarter" idx="63"/>
          </p:nvPr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64"/>
          </p:nvPr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107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소제목"/>
          <p:cNvSpPr>
            <a:spLocks noGrp="1"/>
          </p:cNvSpPr>
          <p:nvPr>
            <p:ph type="body" sz="quarter" idx="65"/>
          </p:nvPr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09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태그칩"/>
          <p:cNvSpPr>
            <a:spLocks noGrp="1"/>
          </p:cNvSpPr>
          <p:nvPr>
            <p:ph type="body" sz="quarter" idx="66"/>
          </p:nvPr>
        </p:nvSpPr>
        <p:spPr>
          <a:xfrm>
            <a:off x="4224152" y="6468261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3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6742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4" name="본문"/>
          <p:cNvSpPr>
            <a:spLocks noGrp="1"/>
          </p:cNvSpPr>
          <p:nvPr>
            <p:ph type="body" sz="quarter" idx="68"/>
          </p:nvPr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5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08730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18" name="가운데 글"/>
          <p:cNvSpPr>
            <a:spLocks noGrp="1"/>
          </p:cNvSpPr>
          <p:nvPr>
            <p:ph type="body" sz="quarter" idx="70"/>
          </p:nvPr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19" name="주석"/>
          <p:cNvSpPr>
            <a:spLocks noGrp="1"/>
          </p:cNvSpPr>
          <p:nvPr>
            <p:ph type="body" sz="quarter" idx="71"/>
          </p:nvPr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0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2"/>
          </p:nvPr>
        </p:nvSpPr>
        <p:spPr>
          <a:xfrm>
            <a:off x="734087" y="7640609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3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3"/>
          </p:nvPr>
        </p:nvSpPr>
        <p:spPr>
          <a:xfrm>
            <a:off x="1358609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25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4"/>
          </p:nvPr>
        </p:nvSpPr>
        <p:spPr>
          <a:xfrm>
            <a:off x="3235826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27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8" name="머리칸"/>
          <p:cNvSpPr>
            <a:spLocks noGrp="1"/>
          </p:cNvSpPr>
          <p:nvPr>
            <p:ph type="body" sz="quarter" idx="75"/>
          </p:nvPr>
        </p:nvSpPr>
        <p:spPr>
          <a:xfrm>
            <a:off x="5113043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9" name="칸 본문"/>
          <p:cNvSpPr>
            <a:spLocks noGrp="1"/>
          </p:cNvSpPr>
          <p:nvPr>
            <p:ph type="body" sz="quarter" idx="76"/>
          </p:nvPr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0" name="칸 본문"/>
          <p:cNvSpPr>
            <a:spLocks noGrp="1"/>
          </p:cNvSpPr>
          <p:nvPr>
            <p:ph type="body" sz="quarter" idx="77"/>
          </p:nvPr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31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2" name="칸 본문"/>
          <p:cNvSpPr>
            <a:spLocks noGrp="1"/>
          </p:cNvSpPr>
          <p:nvPr>
            <p:ph type="body" sz="quarter" idx="78"/>
          </p:nvPr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33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4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9"/>
          </p:nvPr>
        </p:nvSpPr>
        <p:spPr>
          <a:xfrm>
            <a:off x="734087" y="83446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0"/>
          </p:nvPr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1"/>
          </p:nvPr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39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82"/>
          </p:nvPr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41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756000" y="88405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소통·공감대 + 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010243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62662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243009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355467" y="5793652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726618" y="579365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0675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6407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161391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3985435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668144" y="71934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547826" y="737968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161391" y="705099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730261" y="705647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668144" y="802612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547826" y="821238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161391" y="7883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161391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044087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4926783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1" name="레일"/>
          <p:cNvSpPr>
            <a:spLocks noGrp="1"/>
          </p:cNvSpPr>
          <p:nvPr>
            <p:ph type="body" sz="quarter" idx="82"/>
          </p:nvPr>
        </p:nvSpPr>
        <p:spPr>
          <a:xfrm>
            <a:off x="547826" y="894521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2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3" name="머리칸"/>
          <p:cNvSpPr>
            <a:spLocks noGrp="1"/>
          </p:cNvSpPr>
          <p:nvPr>
            <p:ph type="body" sz="quarter" idx="83"/>
          </p:nvPr>
        </p:nvSpPr>
        <p:spPr>
          <a:xfrm>
            <a:off x="1161391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4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5" name="머리칸"/>
          <p:cNvSpPr>
            <a:spLocks noGrp="1"/>
          </p:cNvSpPr>
          <p:nvPr>
            <p:ph type="body" sz="quarter" idx="84"/>
          </p:nvPr>
        </p:nvSpPr>
        <p:spPr>
          <a:xfrm>
            <a:off x="3985435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85"/>
          </p:nvPr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47" name="칸 본문"/>
          <p:cNvSpPr>
            <a:spLocks noGrp="1"/>
          </p:cNvSpPr>
          <p:nvPr>
            <p:ph type="body" sz="quarter" idx="86"/>
          </p:nvPr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48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1" name="핵심성과 라벨"/>
          <p:cNvSpPr>
            <a:spLocks noGrp="1"/>
          </p:cNvSpPr>
          <p:nvPr>
            <p:ph type="body" sz="quarter" idx="87"/>
          </p:nvPr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52" name="핵심성과 문구"/>
          <p:cNvSpPr>
            <a:spLocks noGrp="1"/>
          </p:cNvSpPr>
          <p:nvPr>
            <p:ph type="body" sz="quarter" idx="88"/>
          </p:nvPr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교육체계 + 협의체 참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1960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46450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4864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3438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56297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5848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4423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8438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511722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459617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>
            <a:spLocks noGrp="1"/>
          </p:cNvSpPr>
          <p:nvPr>
            <p:ph type="body" sz="quarter" idx="53"/>
          </p:nvPr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87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357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8447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1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2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3" name="머리칸"/>
          <p:cNvSpPr>
            <a:spLocks noGrp="1"/>
          </p:cNvSpPr>
          <p:nvPr>
            <p:ph type="body" sz="quarter" idx="61"/>
          </p:nvPr>
        </p:nvSpPr>
        <p:spPr>
          <a:xfrm>
            <a:off x="3985435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3"/>
          </p:nvPr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06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8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761180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09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0" name="단계"/>
          <p:cNvSpPr>
            <a:spLocks noGrp="1"/>
          </p:cNvSpPr>
          <p:nvPr>
            <p:ph type="body" sz="quarter" idx="65"/>
          </p:nvPr>
        </p:nvSpPr>
        <p:spPr>
          <a:xfrm>
            <a:off x="1161391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1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66"/>
          </p:nvPr>
        </p:nvSpPr>
        <p:spPr>
          <a:xfrm>
            <a:off x="2573413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3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67"/>
          </p:nvPr>
        </p:nvSpPr>
        <p:spPr>
          <a:xfrm>
            <a:off x="3985435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15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68"/>
          </p:nvPr>
        </p:nvSpPr>
        <p:spPr>
          <a:xfrm>
            <a:off x="5397457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1" name="칸 본문"/>
          <p:cNvSpPr>
            <a:spLocks noGrp="1"/>
          </p:cNvSpPr>
          <p:nvPr>
            <p:ph type="body" sz="quarter" idx="70"/>
          </p:nvPr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칸 본문"/>
          <p:cNvSpPr>
            <a:spLocks noGrp="1"/>
          </p:cNvSpPr>
          <p:nvPr>
            <p:ph type="body" sz="quarter" idx="71"/>
          </p:nvPr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2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칸 본문"/>
          <p:cNvSpPr>
            <a:spLocks noGrp="1"/>
          </p:cNvSpPr>
          <p:nvPr>
            <p:ph type="body" sz="quarter" idx="72"/>
          </p:nvPr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2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8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8244626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29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4"/>
          </p:nvPr>
        </p:nvSpPr>
        <p:spPr>
          <a:xfrm>
            <a:off x="1161391" y="8266539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75"/>
          </p:nvPr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3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사진 칸"/>
          <p:cNvSpPr>
            <a:spLocks noGrp="1"/>
          </p:cNvSpPr>
          <p:nvPr>
            <p:ph type="body" sz="quarter" idx="76"/>
          </p:nvPr>
        </p:nvSpPr>
        <p:spPr>
          <a:xfrm>
            <a:off x="5730261" y="8272017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35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7" name="핵심성과 라벨"/>
          <p:cNvSpPr>
            <a:spLocks noGrp="1"/>
          </p:cNvSpPr>
          <p:nvPr>
            <p:ph type="body" sz="quarter" idx="77"/>
          </p:nvPr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8" name="핵심성과 문구"/>
          <p:cNvSpPr>
            <a:spLocks noGrp="1"/>
          </p:cNvSpPr>
          <p:nvPr>
            <p:ph type="body" sz="quarter" idx="78"/>
          </p:nvPr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근로환경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37255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93965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158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237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5259600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3993965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5237687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6012939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2813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551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68210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14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소제목"/>
          <p:cNvSpPr>
            <a:spLocks noGrp="1"/>
          </p:cNvSpPr>
          <p:nvPr>
            <p:ph type="body" sz="quarter" idx="73"/>
          </p:nvPr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16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태그칩"/>
          <p:cNvSpPr>
            <a:spLocks noGrp="1"/>
          </p:cNvSpPr>
          <p:nvPr>
            <p:ph type="body" sz="quarter" idx="74"/>
          </p:nvPr>
        </p:nvSpPr>
        <p:spPr>
          <a:xfrm>
            <a:off x="4455895" y="83357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8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0" name="패널 머리"/>
          <p:cNvSpPr>
            <a:spLocks noGrp="1"/>
          </p:cNvSpPr>
          <p:nvPr>
            <p:ph type="body" sz="quarter" idx="75"/>
          </p:nvPr>
        </p:nvSpPr>
        <p:spPr>
          <a:xfrm>
            <a:off x="723130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1" name="패널 본문"/>
          <p:cNvSpPr>
            <a:spLocks noGrp="1"/>
          </p:cNvSpPr>
          <p:nvPr>
            <p:ph type="body" sz="quarter" idx="76"/>
          </p:nvPr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2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3" name="요약 바"/>
          <p:cNvSpPr>
            <a:spLocks noGrp="1"/>
          </p:cNvSpPr>
          <p:nvPr>
            <p:ph type="body" sz="quarter" idx="77"/>
          </p:nvPr>
        </p:nvSpPr>
        <p:spPr>
          <a:xfrm>
            <a:off x="745043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8"/>
          </p:nvPr>
        </p:nvSpPr>
        <p:spPr>
          <a:xfrm>
            <a:off x="2837739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9"/>
          </p:nvPr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28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80"/>
          </p:nvPr>
        </p:nvSpPr>
        <p:spPr>
          <a:xfrm>
            <a:off x="2859652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81"/>
          </p:nvPr>
        </p:nvSpPr>
        <p:spPr>
          <a:xfrm>
            <a:off x="4952348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82"/>
          </p:nvPr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3"/>
          </p:nvPr>
        </p:nvSpPr>
        <p:spPr>
          <a:xfrm>
            <a:off x="4974261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36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8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9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7 전략 수립 +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22748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022748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0227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06657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06657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05561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263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263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252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461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461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450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680139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680139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68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020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020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020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020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020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36226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58687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59782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597826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619739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619739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493200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942957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942957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277130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288087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288087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58784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58894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8894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319565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330522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330522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679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80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06" name="형광 밑줄"/>
          <p:cNvSpPr/>
          <p:nvPr/>
        </p:nvSpPr>
        <p:spPr>
          <a:xfrm>
            <a:off x="536870" y="73789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4"/>
          </p:nvPr>
        </p:nvSpPr>
        <p:spPr>
          <a:xfrm>
            <a:off x="536870" y="72255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08" name="태그칩"/>
          <p:cNvSpPr/>
          <p:nvPr/>
        </p:nvSpPr>
        <p:spPr>
          <a:xfrm>
            <a:off x="3746541" y="72583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5"/>
          </p:nvPr>
        </p:nvSpPr>
        <p:spPr>
          <a:xfrm>
            <a:off x="3746541" y="72583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0" name="표 외곽"/>
          <p:cNvSpPr/>
          <p:nvPr/>
        </p:nvSpPr>
        <p:spPr>
          <a:xfrm>
            <a:off x="536870" y="75103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547826" y="75268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526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13" name="머리칸"/>
          <p:cNvSpPr/>
          <p:nvPr/>
        </p:nvSpPr>
        <p:spPr>
          <a:xfrm>
            <a:off x="1161391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15" name="머리칸"/>
          <p:cNvSpPr/>
          <p:nvPr/>
        </p:nvSpPr>
        <p:spPr>
          <a:xfrm>
            <a:off x="3985435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19" name="Connector 93"/>
          <p:cNvCxnSpPr/>
          <p:nvPr/>
        </p:nvCxnSpPr>
        <p:spPr>
          <a:xfrm>
            <a:off x="3985435" y="7822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레일"/>
          <p:cNvSpPr/>
          <p:nvPr/>
        </p:nvSpPr>
        <p:spPr>
          <a:xfrm>
            <a:off x="547826" y="81486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1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81486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22" name="레일 삼각형"/>
          <p:cNvSpPr/>
          <p:nvPr/>
        </p:nvSpPr>
        <p:spPr>
          <a:xfrm>
            <a:off x="547826" y="8148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머리칸"/>
          <p:cNvSpPr/>
          <p:nvPr/>
        </p:nvSpPr>
        <p:spPr>
          <a:xfrm>
            <a:off x="1161391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2"/>
          </p:nvPr>
        </p:nvSpPr>
        <p:spPr>
          <a:xfrm>
            <a:off x="1161391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25" name="머리칸"/>
          <p:cNvSpPr/>
          <p:nvPr/>
        </p:nvSpPr>
        <p:spPr>
          <a:xfrm>
            <a:off x="3985435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3"/>
          </p:nvPr>
        </p:nvSpPr>
        <p:spPr>
          <a:xfrm>
            <a:off x="3985435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4"/>
          </p:nvPr>
        </p:nvSpPr>
        <p:spPr>
          <a:xfrm>
            <a:off x="1172348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2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129" name="Connector 100"/>
          <p:cNvCxnSpPr/>
          <p:nvPr/>
        </p:nvCxnSpPr>
        <p:spPr>
          <a:xfrm>
            <a:off x="3985435" y="8444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레일"/>
          <p:cNvSpPr/>
          <p:nvPr/>
        </p:nvSpPr>
        <p:spPr>
          <a:xfrm>
            <a:off x="547826" y="87705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1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7705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32" name="레일 삼각형"/>
          <p:cNvSpPr/>
          <p:nvPr/>
        </p:nvSpPr>
        <p:spPr>
          <a:xfrm>
            <a:off x="547826" y="87705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"/>
          <p:cNvSpPr/>
          <p:nvPr/>
        </p:nvSpPr>
        <p:spPr>
          <a:xfrm>
            <a:off x="1161391" y="87924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4" name="단계"/>
          <p:cNvSpPr>
            <a:spLocks noGrp="1"/>
          </p:cNvSpPr>
          <p:nvPr>
            <p:ph type="body" sz="quarter" idx="77"/>
          </p:nvPr>
        </p:nvSpPr>
        <p:spPr>
          <a:xfrm>
            <a:off x="1161391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35" name="단계"/>
          <p:cNvSpPr/>
          <p:nvPr/>
        </p:nvSpPr>
        <p:spPr>
          <a:xfrm>
            <a:off x="2573413" y="87924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6" name="단계"/>
          <p:cNvSpPr>
            <a:spLocks noGrp="1"/>
          </p:cNvSpPr>
          <p:nvPr>
            <p:ph type="body" sz="quarter" idx="78"/>
          </p:nvPr>
        </p:nvSpPr>
        <p:spPr>
          <a:xfrm>
            <a:off x="2573413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37" name="단계"/>
          <p:cNvSpPr/>
          <p:nvPr/>
        </p:nvSpPr>
        <p:spPr>
          <a:xfrm>
            <a:off x="3985435" y="87924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8" name="단계"/>
          <p:cNvSpPr>
            <a:spLocks noGrp="1"/>
          </p:cNvSpPr>
          <p:nvPr>
            <p:ph type="body" sz="quarter" idx="79"/>
          </p:nvPr>
        </p:nvSpPr>
        <p:spPr>
          <a:xfrm>
            <a:off x="3985435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39" name="단계"/>
          <p:cNvSpPr/>
          <p:nvPr/>
        </p:nvSpPr>
        <p:spPr>
          <a:xfrm>
            <a:off x="5397457" y="87924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0" name="단계"/>
          <p:cNvSpPr>
            <a:spLocks noGrp="1"/>
          </p:cNvSpPr>
          <p:nvPr>
            <p:ph type="body" sz="quarter" idx="80"/>
          </p:nvPr>
        </p:nvSpPr>
        <p:spPr>
          <a:xfrm>
            <a:off x="5397457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41" name="단계 삼각형"/>
          <p:cNvSpPr/>
          <p:nvPr/>
        </p:nvSpPr>
        <p:spPr>
          <a:xfrm>
            <a:off x="2573413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단계 삼각형"/>
          <p:cNvSpPr/>
          <p:nvPr/>
        </p:nvSpPr>
        <p:spPr>
          <a:xfrm>
            <a:off x="3985434" y="87924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단계 삼각형"/>
          <p:cNvSpPr/>
          <p:nvPr/>
        </p:nvSpPr>
        <p:spPr>
          <a:xfrm>
            <a:off x="5397456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칸 본문"/>
          <p:cNvSpPr>
            <a:spLocks noGrp="1"/>
          </p:cNvSpPr>
          <p:nvPr>
            <p:ph type="body" sz="quarter" idx="81"/>
          </p:nvPr>
        </p:nvSpPr>
        <p:spPr>
          <a:xfrm>
            <a:off x="1172348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82"/>
          </p:nvPr>
        </p:nvSpPr>
        <p:spPr>
          <a:xfrm>
            <a:off x="2584370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146" name="Connector 112"/>
          <p:cNvCxnSpPr/>
          <p:nvPr/>
        </p:nvCxnSpPr>
        <p:spPr>
          <a:xfrm>
            <a:off x="2573413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7" name="칸 본문"/>
          <p:cNvSpPr>
            <a:spLocks noGrp="1"/>
          </p:cNvSpPr>
          <p:nvPr>
            <p:ph type="body" sz="quarter" idx="83"/>
          </p:nvPr>
        </p:nvSpPr>
        <p:spPr>
          <a:xfrm>
            <a:off x="3996391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48" name="Connector 114"/>
          <p:cNvCxnSpPr/>
          <p:nvPr/>
        </p:nvCxnSpPr>
        <p:spPr>
          <a:xfrm>
            <a:off x="3985435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칸 본문"/>
          <p:cNvSpPr>
            <a:spLocks noGrp="1"/>
          </p:cNvSpPr>
          <p:nvPr>
            <p:ph type="body" sz="quarter" idx="84"/>
          </p:nvPr>
        </p:nvSpPr>
        <p:spPr>
          <a:xfrm>
            <a:off x="5408413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50" name="Connector 116"/>
          <p:cNvCxnSpPr/>
          <p:nvPr/>
        </p:nvCxnSpPr>
        <p:spPr>
          <a:xfrm>
            <a:off x="5397457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1" name="핵심성과 박스"/>
          <p:cNvSpPr/>
          <p:nvPr/>
        </p:nvSpPr>
        <p:spPr>
          <a:xfrm>
            <a:off x="536870" y="96458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핵심성과 라벨"/>
          <p:cNvSpPr/>
          <p:nvPr/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3" name="핵심성과 라벨"/>
          <p:cNvSpPr>
            <a:spLocks noGrp="1"/>
          </p:cNvSpPr>
          <p:nvPr>
            <p:ph type="body" sz="quarter" idx="85"/>
          </p:nvPr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54" name="핵심성과 문구"/>
          <p:cNvSpPr>
            <a:spLocks noGrp="1"/>
          </p:cNvSpPr>
          <p:nvPr>
            <p:ph type="body" sz="quarter" idx="86"/>
          </p:nvPr>
        </p:nvSpPr>
        <p:spPr>
          <a:xfrm>
            <a:off x="1314783" y="96622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8 현안 해결 + 점검·준수 + 협의체·외부역량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4224152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4224152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66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47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723130" y="46231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734087" y="46341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341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9"/>
          </p:nvPr>
        </p:nvSpPr>
        <p:spPr>
          <a:xfrm>
            <a:off x="1358609" y="46396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74" name="주석"/>
          <p:cNvSpPr>
            <a:spLocks noGrp="1"/>
          </p:cNvSpPr>
          <p:nvPr>
            <p:ph type="body" sz="quarter" idx="50"/>
          </p:nvPr>
        </p:nvSpPr>
        <p:spPr>
          <a:xfrm>
            <a:off x="2366609" y="494640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723130" y="51764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734087" y="51874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874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78" name="머리칸"/>
          <p:cNvSpPr/>
          <p:nvPr/>
        </p:nvSpPr>
        <p:spPr>
          <a:xfrm>
            <a:off x="1358609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58609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80" name="머리칸"/>
          <p:cNvSpPr/>
          <p:nvPr/>
        </p:nvSpPr>
        <p:spPr>
          <a:xfrm>
            <a:off x="3235826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5826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69565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6783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235826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5113043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라벨 박스"/>
          <p:cNvSpPr/>
          <p:nvPr/>
        </p:nvSpPr>
        <p:spPr>
          <a:xfrm>
            <a:off x="723130" y="58805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레일"/>
          <p:cNvSpPr/>
          <p:nvPr/>
        </p:nvSpPr>
        <p:spPr>
          <a:xfrm>
            <a:off x="734087" y="58914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1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58914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1369565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0"/>
          </p:nvPr>
        </p:nvSpPr>
        <p:spPr>
          <a:xfrm>
            <a:off x="3246783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235826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1"/>
          </p:nvPr>
        </p:nvSpPr>
        <p:spPr>
          <a:xfrm>
            <a:off x="5124000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113043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핵심성과 박스"/>
          <p:cNvSpPr/>
          <p:nvPr/>
        </p:nvSpPr>
        <p:spPr>
          <a:xfrm>
            <a:off x="723130" y="6354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756000" y="6387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756000" y="638733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501043" y="637638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01" name="형광 밑줄"/>
          <p:cNvSpPr/>
          <p:nvPr/>
        </p:nvSpPr>
        <p:spPr>
          <a:xfrm>
            <a:off x="723130" y="7152730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소제목"/>
          <p:cNvSpPr>
            <a:spLocks noGrp="1"/>
          </p:cNvSpPr>
          <p:nvPr>
            <p:ph type="body" sz="quarter" idx="64"/>
          </p:nvPr>
        </p:nvSpPr>
        <p:spPr>
          <a:xfrm>
            <a:off x="723130" y="6999339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03" name="태그칩"/>
          <p:cNvSpPr/>
          <p:nvPr/>
        </p:nvSpPr>
        <p:spPr>
          <a:xfrm>
            <a:off x="3595310" y="7032209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태그칩"/>
          <p:cNvSpPr>
            <a:spLocks noGrp="1"/>
          </p:cNvSpPr>
          <p:nvPr>
            <p:ph type="body" sz="quarter" idx="65"/>
          </p:nvPr>
        </p:nvSpPr>
        <p:spPr>
          <a:xfrm>
            <a:off x="3595310" y="7032209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05" name="표 외곽"/>
          <p:cNvSpPr/>
          <p:nvPr/>
        </p:nvSpPr>
        <p:spPr>
          <a:xfrm>
            <a:off x="723130" y="7284209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레일"/>
          <p:cNvSpPr/>
          <p:nvPr/>
        </p:nvSpPr>
        <p:spPr>
          <a:xfrm>
            <a:off x="734087" y="7300643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7" name="레일"/>
          <p:cNvSpPr>
            <a:spLocks noGrp="1"/>
          </p:cNvSpPr>
          <p:nvPr>
            <p:ph type="body" sz="quarter" idx="66"/>
          </p:nvPr>
        </p:nvSpPr>
        <p:spPr>
          <a:xfrm>
            <a:off x="734087" y="730064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08" name="배너"/>
          <p:cNvSpPr/>
          <p:nvPr/>
        </p:nvSpPr>
        <p:spPr>
          <a:xfrm>
            <a:off x="1347652" y="7322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배너"/>
          <p:cNvSpPr>
            <a:spLocks noGrp="1"/>
          </p:cNvSpPr>
          <p:nvPr>
            <p:ph type="body" sz="quarter" idx="67"/>
          </p:nvPr>
        </p:nvSpPr>
        <p:spPr>
          <a:xfrm>
            <a:off x="1347652" y="7322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10" name="머리칸"/>
          <p:cNvSpPr/>
          <p:nvPr/>
        </p:nvSpPr>
        <p:spPr>
          <a:xfrm>
            <a:off x="1347652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8"/>
          </p:nvPr>
        </p:nvSpPr>
        <p:spPr>
          <a:xfrm>
            <a:off x="1347652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2" name="머리칸"/>
          <p:cNvSpPr/>
          <p:nvPr/>
        </p:nvSpPr>
        <p:spPr>
          <a:xfrm>
            <a:off x="3230348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9"/>
          </p:nvPr>
        </p:nvSpPr>
        <p:spPr>
          <a:xfrm>
            <a:off x="3230348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14" name="머리칸"/>
          <p:cNvSpPr/>
          <p:nvPr/>
        </p:nvSpPr>
        <p:spPr>
          <a:xfrm>
            <a:off x="5113043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0"/>
          </p:nvPr>
        </p:nvSpPr>
        <p:spPr>
          <a:xfrm>
            <a:off x="5113043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16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2"/>
          </p:nvPr>
        </p:nvSpPr>
        <p:spPr>
          <a:xfrm>
            <a:off x="3241304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118" name="Connector 85"/>
          <p:cNvCxnSpPr/>
          <p:nvPr/>
        </p:nvCxnSpPr>
        <p:spPr>
          <a:xfrm>
            <a:off x="3230348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칸 본문"/>
          <p:cNvSpPr>
            <a:spLocks noGrp="1"/>
          </p:cNvSpPr>
          <p:nvPr>
            <p:ph type="body" sz="quarter" idx="73"/>
          </p:nvPr>
        </p:nvSpPr>
        <p:spPr>
          <a:xfrm>
            <a:off x="5124000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120" name="Connector 87"/>
          <p:cNvCxnSpPr/>
          <p:nvPr/>
        </p:nvCxnSpPr>
        <p:spPr>
          <a:xfrm>
            <a:off x="5113043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태그"/>
          <p:cNvSpPr/>
          <p:nvPr/>
        </p:nvSpPr>
        <p:spPr>
          <a:xfrm>
            <a:off x="1347652" y="817998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태그"/>
          <p:cNvSpPr>
            <a:spLocks noGrp="1"/>
          </p:cNvSpPr>
          <p:nvPr>
            <p:ph type="body" sz="quarter" idx="74"/>
          </p:nvPr>
        </p:nvSpPr>
        <p:spPr>
          <a:xfrm>
            <a:off x="1347652" y="817998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23" name="태그 설명"/>
          <p:cNvSpPr>
            <a:spLocks noGrp="1"/>
          </p:cNvSpPr>
          <p:nvPr>
            <p:ph type="body" sz="quarter" idx="75"/>
          </p:nvPr>
        </p:nvSpPr>
        <p:spPr>
          <a:xfrm>
            <a:off x="1972988" y="816902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24" name="레일"/>
          <p:cNvSpPr/>
          <p:nvPr/>
        </p:nvSpPr>
        <p:spPr>
          <a:xfrm>
            <a:off x="734087" y="8399113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839911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6" name="레일 삼각형"/>
          <p:cNvSpPr/>
          <p:nvPr/>
        </p:nvSpPr>
        <p:spPr>
          <a:xfrm>
            <a:off x="734086" y="8399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배너"/>
          <p:cNvSpPr/>
          <p:nvPr/>
        </p:nvSpPr>
        <p:spPr>
          <a:xfrm>
            <a:off x="1347652" y="8421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8" name="배너"/>
          <p:cNvSpPr>
            <a:spLocks noGrp="1"/>
          </p:cNvSpPr>
          <p:nvPr>
            <p:ph type="body" sz="quarter" idx="77"/>
          </p:nvPr>
        </p:nvSpPr>
        <p:spPr>
          <a:xfrm>
            <a:off x="1347652" y="8421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129" name="머리칸"/>
          <p:cNvSpPr/>
          <p:nvPr/>
        </p:nvSpPr>
        <p:spPr>
          <a:xfrm>
            <a:off x="1347652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0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131" name="머리칸"/>
          <p:cNvSpPr/>
          <p:nvPr/>
        </p:nvSpPr>
        <p:spPr>
          <a:xfrm>
            <a:off x="4171696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2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135" name="Connector 97"/>
          <p:cNvCxnSpPr/>
          <p:nvPr/>
        </p:nvCxnSpPr>
        <p:spPr>
          <a:xfrm>
            <a:off x="4171696" y="89305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태그"/>
          <p:cNvSpPr/>
          <p:nvPr/>
        </p:nvSpPr>
        <p:spPr>
          <a:xfrm>
            <a:off x="1347652" y="9278452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7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92784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38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92674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39" name="핵심성과 박스"/>
          <p:cNvSpPr/>
          <p:nvPr/>
        </p:nvSpPr>
        <p:spPr>
          <a:xfrm>
            <a:off x="723130" y="95852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핵심성과 라벨"/>
          <p:cNvSpPr/>
          <p:nvPr/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1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2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016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근로환경 교섭 + 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7" name="라벨 박스"/>
          <p:cNvSpPr/>
          <p:nvPr/>
        </p:nvSpPr>
        <p:spPr>
          <a:xfrm>
            <a:off x="536870" y="1490087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501043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01043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72348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049565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9565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049565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4948696" y="1769478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4948696" y="1769478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1" name="소행 본문"/>
          <p:cNvSpPr>
            <a:spLocks noGrp="1"/>
          </p:cNvSpPr>
          <p:nvPr>
            <p:ph type="body" sz="quarter" idx="30"/>
          </p:nvPr>
        </p:nvSpPr>
        <p:spPr>
          <a:xfrm>
            <a:off x="5496522" y="1769478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4948696" y="2106470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4948696" y="2111948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4948696" y="2111948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5" name="소행 본문"/>
          <p:cNvSpPr>
            <a:spLocks noGrp="1"/>
          </p:cNvSpPr>
          <p:nvPr>
            <p:ph type="body" sz="quarter" idx="32"/>
          </p:nvPr>
        </p:nvSpPr>
        <p:spPr>
          <a:xfrm>
            <a:off x="5496522" y="2111948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947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8043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68043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4"/>
          </p:nvPr>
        </p:nvSpPr>
        <p:spPr>
          <a:xfrm>
            <a:off x="1172348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1" name="가운데 글"/>
          <p:cNvSpPr>
            <a:spLocks noGrp="1"/>
          </p:cNvSpPr>
          <p:nvPr>
            <p:ph type="body" sz="quarter" idx="35"/>
          </p:nvPr>
        </p:nvSpPr>
        <p:spPr>
          <a:xfrm>
            <a:off x="3049565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3049565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3" name="가운데 글"/>
          <p:cNvSpPr>
            <a:spLocks noGrp="1"/>
          </p:cNvSpPr>
          <p:nvPr>
            <p:ph type="body" sz="quarter" idx="36"/>
          </p:nvPr>
        </p:nvSpPr>
        <p:spPr>
          <a:xfrm>
            <a:off x="4926783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926783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5" name="라벨 박스"/>
          <p:cNvSpPr/>
          <p:nvPr/>
        </p:nvSpPr>
        <p:spPr>
          <a:xfrm>
            <a:off x="536870" y="3014609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025565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025565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83304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60522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50" name="Connector 38"/>
          <p:cNvCxnSpPr/>
          <p:nvPr/>
        </p:nvCxnSpPr>
        <p:spPr>
          <a:xfrm>
            <a:off x="3049565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2" name="Connector 40"/>
          <p:cNvCxnSpPr/>
          <p:nvPr/>
        </p:nvCxnSpPr>
        <p:spPr>
          <a:xfrm>
            <a:off x="4926783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형광 밑줄"/>
          <p:cNvSpPr/>
          <p:nvPr/>
        </p:nvSpPr>
        <p:spPr>
          <a:xfrm>
            <a:off x="536870" y="3835096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소제목"/>
          <p:cNvSpPr>
            <a:spLocks noGrp="1"/>
          </p:cNvSpPr>
          <p:nvPr>
            <p:ph type="body" sz="quarter" idx="41"/>
          </p:nvPr>
        </p:nvSpPr>
        <p:spPr>
          <a:xfrm>
            <a:off x="536870" y="3681704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5" name="태그칩"/>
          <p:cNvSpPr/>
          <p:nvPr/>
        </p:nvSpPr>
        <p:spPr>
          <a:xfrm>
            <a:off x="4308556" y="3714574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칩"/>
          <p:cNvSpPr>
            <a:spLocks noGrp="1"/>
          </p:cNvSpPr>
          <p:nvPr>
            <p:ph type="body" sz="quarter" idx="42"/>
          </p:nvPr>
        </p:nvSpPr>
        <p:spPr>
          <a:xfrm>
            <a:off x="4308556" y="3714574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7" name="표 외곽"/>
          <p:cNvSpPr/>
          <p:nvPr/>
        </p:nvSpPr>
        <p:spPr>
          <a:xfrm>
            <a:off x="536870" y="3966574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3983009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9830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0" name="머리칸"/>
          <p:cNvSpPr/>
          <p:nvPr/>
        </p:nvSpPr>
        <p:spPr>
          <a:xfrm>
            <a:off x="1161391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2" name="머리칸"/>
          <p:cNvSpPr/>
          <p:nvPr/>
        </p:nvSpPr>
        <p:spPr>
          <a:xfrm>
            <a:off x="3484174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3484174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3495130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3484174" y="4278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4604870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60487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4604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1161391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2" name="머리칸"/>
          <p:cNvSpPr/>
          <p:nvPr/>
        </p:nvSpPr>
        <p:spPr>
          <a:xfrm>
            <a:off x="3484174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3484174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3495130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3484174" y="4900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522673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22673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522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배너"/>
          <p:cNvSpPr/>
          <p:nvPr/>
        </p:nvSpPr>
        <p:spPr>
          <a:xfrm>
            <a:off x="1161391" y="524864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54"/>
          </p:nvPr>
        </p:nvSpPr>
        <p:spPr>
          <a:xfrm>
            <a:off x="1161391" y="5248643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2" name="본문"/>
          <p:cNvSpPr>
            <a:spLocks noGrp="1"/>
          </p:cNvSpPr>
          <p:nvPr>
            <p:ph type="body" sz="quarter" idx="55"/>
          </p:nvPr>
        </p:nvSpPr>
        <p:spPr>
          <a:xfrm>
            <a:off x="1161391" y="5484209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3" name="사진 칸"/>
          <p:cNvSpPr/>
          <p:nvPr/>
        </p:nvSpPr>
        <p:spPr>
          <a:xfrm>
            <a:off x="5878174" y="3983009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6"/>
          </p:nvPr>
        </p:nvSpPr>
        <p:spPr>
          <a:xfrm>
            <a:off x="5878174" y="3983009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5" name="사진 칸"/>
          <p:cNvSpPr/>
          <p:nvPr/>
        </p:nvSpPr>
        <p:spPr>
          <a:xfrm>
            <a:off x="5878174" y="522673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6" name="사진 칸"/>
          <p:cNvSpPr>
            <a:spLocks noGrp="1"/>
          </p:cNvSpPr>
          <p:nvPr>
            <p:ph type="body" sz="quarter" idx="57"/>
          </p:nvPr>
        </p:nvSpPr>
        <p:spPr>
          <a:xfrm>
            <a:off x="5878174" y="5226730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7" name="핵심성과 박스"/>
          <p:cNvSpPr/>
          <p:nvPr/>
        </p:nvSpPr>
        <p:spPr>
          <a:xfrm>
            <a:off x="536870" y="5936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핵심성과 라벨"/>
          <p:cNvSpPr/>
          <p:nvPr/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9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0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314783" y="59526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6521635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60"/>
          </p:nvPr>
        </p:nvSpPr>
        <p:spPr>
          <a:xfrm>
            <a:off x="536870" y="6368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93" name="표 외곽"/>
          <p:cNvSpPr/>
          <p:nvPr/>
        </p:nvSpPr>
        <p:spPr>
          <a:xfrm>
            <a:off x="536870" y="6653113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레일"/>
          <p:cNvSpPr/>
          <p:nvPr/>
        </p:nvSpPr>
        <p:spPr>
          <a:xfrm>
            <a:off x="547826" y="66695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6695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6" name="머리칸"/>
          <p:cNvSpPr/>
          <p:nvPr/>
        </p:nvSpPr>
        <p:spPr>
          <a:xfrm>
            <a:off x="1161391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1161391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3"/>
          </p:nvPr>
        </p:nvSpPr>
        <p:spPr>
          <a:xfrm>
            <a:off x="3985435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69653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7296887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29688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7296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머리칸"/>
          <p:cNvSpPr/>
          <p:nvPr/>
        </p:nvSpPr>
        <p:spPr>
          <a:xfrm>
            <a:off x="1161391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8" name="머리칸"/>
          <p:cNvSpPr/>
          <p:nvPr/>
        </p:nvSpPr>
        <p:spPr>
          <a:xfrm>
            <a:off x="3985435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985435" y="75927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547826" y="7924226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7924226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15" name="단계"/>
          <p:cNvSpPr/>
          <p:nvPr/>
        </p:nvSpPr>
        <p:spPr>
          <a:xfrm>
            <a:off x="1161391" y="79461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72"/>
          </p:nvPr>
        </p:nvSpPr>
        <p:spPr>
          <a:xfrm>
            <a:off x="1161391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7" name="단계"/>
          <p:cNvSpPr/>
          <p:nvPr/>
        </p:nvSpPr>
        <p:spPr>
          <a:xfrm>
            <a:off x="2573413" y="79461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8" name="단계"/>
          <p:cNvSpPr>
            <a:spLocks noGrp="1"/>
          </p:cNvSpPr>
          <p:nvPr>
            <p:ph type="body" sz="quarter" idx="73"/>
          </p:nvPr>
        </p:nvSpPr>
        <p:spPr>
          <a:xfrm>
            <a:off x="2573413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9" name="단계"/>
          <p:cNvSpPr/>
          <p:nvPr/>
        </p:nvSpPr>
        <p:spPr>
          <a:xfrm>
            <a:off x="3985435" y="79461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0" name="단계"/>
          <p:cNvSpPr>
            <a:spLocks noGrp="1"/>
          </p:cNvSpPr>
          <p:nvPr>
            <p:ph type="body" sz="quarter" idx="74"/>
          </p:nvPr>
        </p:nvSpPr>
        <p:spPr>
          <a:xfrm>
            <a:off x="3985435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21" name="단계"/>
          <p:cNvSpPr/>
          <p:nvPr/>
        </p:nvSpPr>
        <p:spPr>
          <a:xfrm>
            <a:off x="5397457" y="79461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2" name="단계"/>
          <p:cNvSpPr>
            <a:spLocks noGrp="1"/>
          </p:cNvSpPr>
          <p:nvPr>
            <p:ph type="body" sz="quarter" idx="75"/>
          </p:nvPr>
        </p:nvSpPr>
        <p:spPr>
          <a:xfrm>
            <a:off x="5397457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23" name="단계 삼각형"/>
          <p:cNvSpPr/>
          <p:nvPr/>
        </p:nvSpPr>
        <p:spPr>
          <a:xfrm>
            <a:off x="2573413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단계 삼각형"/>
          <p:cNvSpPr/>
          <p:nvPr/>
        </p:nvSpPr>
        <p:spPr>
          <a:xfrm>
            <a:off x="3985434" y="79461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단계 삼각형"/>
          <p:cNvSpPr/>
          <p:nvPr/>
        </p:nvSpPr>
        <p:spPr>
          <a:xfrm>
            <a:off x="5397456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76"/>
          </p:nvPr>
        </p:nvSpPr>
        <p:spPr>
          <a:xfrm>
            <a:off x="1172348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7"/>
          </p:nvPr>
        </p:nvSpPr>
        <p:spPr>
          <a:xfrm>
            <a:off x="2584370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78"/>
          </p:nvPr>
        </p:nvSpPr>
        <p:spPr>
          <a:xfrm>
            <a:off x="3996391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79"/>
          </p:nvPr>
        </p:nvSpPr>
        <p:spPr>
          <a:xfrm>
            <a:off x="5408413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8557043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8557043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35" name="레일 삼각형"/>
          <p:cNvSpPr/>
          <p:nvPr/>
        </p:nvSpPr>
        <p:spPr>
          <a:xfrm>
            <a:off x="547826" y="855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머리칸"/>
          <p:cNvSpPr/>
          <p:nvPr/>
        </p:nvSpPr>
        <p:spPr>
          <a:xfrm>
            <a:off x="1161391" y="8578957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7" name="머리칸"/>
          <p:cNvSpPr>
            <a:spLocks noGrp="1"/>
          </p:cNvSpPr>
          <p:nvPr>
            <p:ph type="body" sz="quarter" idx="81"/>
          </p:nvPr>
        </p:nvSpPr>
        <p:spPr>
          <a:xfrm>
            <a:off x="1161391" y="8578957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2"/>
          </p:nvPr>
        </p:nvSpPr>
        <p:spPr>
          <a:xfrm>
            <a:off x="1172348" y="8820000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9" name="사진 칸"/>
          <p:cNvSpPr/>
          <p:nvPr/>
        </p:nvSpPr>
        <p:spPr>
          <a:xfrm>
            <a:off x="5730261" y="8584435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0" name="사진 칸"/>
          <p:cNvSpPr>
            <a:spLocks noGrp="1"/>
          </p:cNvSpPr>
          <p:nvPr>
            <p:ph type="body" sz="quarter" idx="83"/>
          </p:nvPr>
        </p:nvSpPr>
        <p:spPr>
          <a:xfrm>
            <a:off x="5730261" y="8584435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41" name="핵심성과 박스"/>
          <p:cNvSpPr/>
          <p:nvPr/>
        </p:nvSpPr>
        <p:spPr>
          <a:xfrm>
            <a:off x="536870" y="94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4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0 현안 해결 + 선포·상생의 달 + 복리후생 향상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3541728" y="401509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3541728" y="401509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66" name="태그칩"/>
          <p:cNvSpPr/>
          <p:nvPr/>
        </p:nvSpPr>
        <p:spPr>
          <a:xfrm>
            <a:off x="3912879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칩"/>
          <p:cNvSpPr>
            <a:spLocks noGrp="1"/>
          </p:cNvSpPr>
          <p:nvPr>
            <p:ph type="body" sz="quarter" idx="46"/>
          </p:nvPr>
        </p:nvSpPr>
        <p:spPr>
          <a:xfrm>
            <a:off x="3912879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8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1" name="본문"/>
          <p:cNvSpPr>
            <a:spLocks noGrp="1"/>
          </p:cNvSpPr>
          <p:nvPr>
            <p:ph type="body" sz="quarter" idx="48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2" name="표 외곽"/>
          <p:cNvSpPr/>
          <p:nvPr/>
        </p:nvSpPr>
        <p:spPr>
          <a:xfrm>
            <a:off x="723130" y="4612226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46286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6286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5" name="머리칸"/>
          <p:cNvSpPr/>
          <p:nvPr/>
        </p:nvSpPr>
        <p:spPr>
          <a:xfrm>
            <a:off x="1347652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9244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25052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854405" y="5414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4"/>
          </p:nvPr>
        </p:nvSpPr>
        <p:spPr>
          <a:xfrm>
            <a:off x="854405" y="5414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5"/>
          </p:nvPr>
        </p:nvSpPr>
        <p:spPr>
          <a:xfrm>
            <a:off x="734087" y="5601130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25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머리칸"/>
          <p:cNvSpPr/>
          <p:nvPr/>
        </p:nvSpPr>
        <p:spPr>
          <a:xfrm>
            <a:off x="1347652" y="527243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1347652" y="527243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513478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0" name="사진 칸"/>
          <p:cNvSpPr/>
          <p:nvPr/>
        </p:nvSpPr>
        <p:spPr>
          <a:xfrm>
            <a:off x="5916522" y="527791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58"/>
          </p:nvPr>
        </p:nvSpPr>
        <p:spPr>
          <a:xfrm>
            <a:off x="5916522" y="527791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2" name="레일"/>
          <p:cNvSpPr/>
          <p:nvPr/>
        </p:nvSpPr>
        <p:spPr>
          <a:xfrm>
            <a:off x="734087" y="6083217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854405" y="62475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59"/>
          </p:nvPr>
        </p:nvSpPr>
        <p:spPr>
          <a:xfrm>
            <a:off x="854405" y="624756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0"/>
          </p:nvPr>
        </p:nvSpPr>
        <p:spPr>
          <a:xfrm>
            <a:off x="734087" y="6433826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0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배너"/>
          <p:cNvSpPr/>
          <p:nvPr/>
        </p:nvSpPr>
        <p:spPr>
          <a:xfrm>
            <a:off x="1347652" y="610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8" name="배너"/>
          <p:cNvSpPr>
            <a:spLocks noGrp="1"/>
          </p:cNvSpPr>
          <p:nvPr>
            <p:ph type="body" sz="quarter" idx="61"/>
          </p:nvPr>
        </p:nvSpPr>
        <p:spPr>
          <a:xfrm>
            <a:off x="1347652" y="610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표 외곽"/>
          <p:cNvSpPr/>
          <p:nvPr/>
        </p:nvSpPr>
        <p:spPr>
          <a:xfrm>
            <a:off x="723130" y="715022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734087" y="716666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8"/>
          </p:nvPr>
        </p:nvSpPr>
        <p:spPr>
          <a:xfrm>
            <a:off x="734087" y="71666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머리칸"/>
          <p:cNvSpPr/>
          <p:nvPr/>
        </p:nvSpPr>
        <p:spPr>
          <a:xfrm>
            <a:off x="1347652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9"/>
          </p:nvPr>
        </p:nvSpPr>
        <p:spPr>
          <a:xfrm>
            <a:off x="1347652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15" name="머리칸"/>
          <p:cNvSpPr/>
          <p:nvPr/>
        </p:nvSpPr>
        <p:spPr>
          <a:xfrm>
            <a:off x="4171696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70"/>
          </p:nvPr>
        </p:nvSpPr>
        <p:spPr>
          <a:xfrm>
            <a:off x="4171696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2"/>
          </p:nvPr>
        </p:nvSpPr>
        <p:spPr>
          <a:xfrm>
            <a:off x="4182652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9" name="Connector 84"/>
          <p:cNvCxnSpPr/>
          <p:nvPr/>
        </p:nvCxnSpPr>
        <p:spPr>
          <a:xfrm>
            <a:off x="4171696" y="74624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핵심성과 박스"/>
          <p:cNvSpPr/>
          <p:nvPr/>
        </p:nvSpPr>
        <p:spPr>
          <a:xfrm>
            <a:off x="723130" y="7881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핵심성과 라벨"/>
          <p:cNvSpPr/>
          <p:nvPr/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22" name="핵심성과 라벨"/>
          <p:cNvSpPr>
            <a:spLocks noGrp="1"/>
          </p:cNvSpPr>
          <p:nvPr>
            <p:ph type="body" sz="quarter" idx="73"/>
          </p:nvPr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3" name="핵심성과 문구"/>
          <p:cNvSpPr>
            <a:spLocks noGrp="1"/>
          </p:cNvSpPr>
          <p:nvPr>
            <p:ph type="body" sz="quarter" idx="74"/>
          </p:nvPr>
        </p:nvSpPr>
        <p:spPr>
          <a:xfrm>
            <a:off x="1501043" y="7898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124" name="형광 밑줄"/>
          <p:cNvSpPr/>
          <p:nvPr/>
        </p:nvSpPr>
        <p:spPr>
          <a:xfrm>
            <a:off x="723130" y="84670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소제목"/>
          <p:cNvSpPr>
            <a:spLocks noGrp="1"/>
          </p:cNvSpPr>
          <p:nvPr>
            <p:ph type="body" sz="quarter" idx="75"/>
          </p:nvPr>
        </p:nvSpPr>
        <p:spPr>
          <a:xfrm>
            <a:off x="723130" y="8313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6" name="태그칩"/>
          <p:cNvSpPr/>
          <p:nvPr/>
        </p:nvSpPr>
        <p:spPr>
          <a:xfrm>
            <a:off x="4455895" y="83465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7" name="태그칩"/>
          <p:cNvSpPr>
            <a:spLocks noGrp="1"/>
          </p:cNvSpPr>
          <p:nvPr>
            <p:ph type="body" sz="quarter" idx="76"/>
          </p:nvPr>
        </p:nvSpPr>
        <p:spPr>
          <a:xfrm>
            <a:off x="4455895" y="83465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723130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723130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7"/>
          </p:nvPr>
        </p:nvSpPr>
        <p:spPr>
          <a:xfrm>
            <a:off x="723130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31" name="패널 본문"/>
          <p:cNvSpPr>
            <a:spLocks noGrp="1"/>
          </p:cNvSpPr>
          <p:nvPr>
            <p:ph type="body" sz="quarter" idx="78"/>
          </p:nvPr>
        </p:nvSpPr>
        <p:spPr>
          <a:xfrm>
            <a:off x="745043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2" name="요약 바"/>
          <p:cNvSpPr/>
          <p:nvPr/>
        </p:nvSpPr>
        <p:spPr>
          <a:xfrm>
            <a:off x="745043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3" name="요약 바"/>
          <p:cNvSpPr>
            <a:spLocks noGrp="1"/>
          </p:cNvSpPr>
          <p:nvPr>
            <p:ph type="body" sz="quarter" idx="79"/>
          </p:nvPr>
        </p:nvSpPr>
        <p:spPr>
          <a:xfrm>
            <a:off x="745043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4" name="패널 외곽"/>
          <p:cNvSpPr/>
          <p:nvPr/>
        </p:nvSpPr>
        <p:spPr>
          <a:xfrm>
            <a:off x="2837739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패널 머리"/>
          <p:cNvSpPr/>
          <p:nvPr/>
        </p:nvSpPr>
        <p:spPr>
          <a:xfrm>
            <a:off x="2837739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6" name="패널 머리"/>
          <p:cNvSpPr>
            <a:spLocks noGrp="1"/>
          </p:cNvSpPr>
          <p:nvPr>
            <p:ph type="body" sz="quarter" idx="80"/>
          </p:nvPr>
        </p:nvSpPr>
        <p:spPr>
          <a:xfrm>
            <a:off x="2837739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81"/>
          </p:nvPr>
        </p:nvSpPr>
        <p:spPr>
          <a:xfrm>
            <a:off x="2859652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8" name="요약 바"/>
          <p:cNvSpPr/>
          <p:nvPr/>
        </p:nvSpPr>
        <p:spPr>
          <a:xfrm>
            <a:off x="2859652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9" name="요약 바"/>
          <p:cNvSpPr>
            <a:spLocks noGrp="1"/>
          </p:cNvSpPr>
          <p:nvPr>
            <p:ph type="body" sz="quarter" idx="82"/>
          </p:nvPr>
        </p:nvSpPr>
        <p:spPr>
          <a:xfrm>
            <a:off x="2859652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40" name="패널 외곽"/>
          <p:cNvSpPr/>
          <p:nvPr/>
        </p:nvSpPr>
        <p:spPr>
          <a:xfrm>
            <a:off x="4952348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패널 머리"/>
          <p:cNvSpPr/>
          <p:nvPr/>
        </p:nvSpPr>
        <p:spPr>
          <a:xfrm>
            <a:off x="4952348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패널 머리"/>
          <p:cNvSpPr>
            <a:spLocks noGrp="1"/>
          </p:cNvSpPr>
          <p:nvPr>
            <p:ph type="body" sz="quarter" idx="83"/>
          </p:nvPr>
        </p:nvSpPr>
        <p:spPr>
          <a:xfrm>
            <a:off x="4952348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3" name="패널 본문"/>
          <p:cNvSpPr>
            <a:spLocks noGrp="1"/>
          </p:cNvSpPr>
          <p:nvPr>
            <p:ph type="body" sz="quarter" idx="84"/>
          </p:nvPr>
        </p:nvSpPr>
        <p:spPr>
          <a:xfrm>
            <a:off x="4974261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4" name="요약 바"/>
          <p:cNvSpPr/>
          <p:nvPr/>
        </p:nvSpPr>
        <p:spPr>
          <a:xfrm>
            <a:off x="4974261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5" name="요약 바"/>
          <p:cNvSpPr>
            <a:spLocks noGrp="1"/>
          </p:cNvSpPr>
          <p:nvPr>
            <p:ph type="body" sz="quarter" idx="85"/>
          </p:nvPr>
        </p:nvSpPr>
        <p:spPr>
          <a:xfrm>
            <a:off x="4974261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723130" y="968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6"/>
          </p:nvPr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7"/>
          </p:nvPr>
        </p:nvSpPr>
        <p:spPr>
          <a:xfrm>
            <a:off x="1501043" y="970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1 소통 진단 + 근무체계 개선 + 복리후생 향상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삼각 화살표"/>
          <p:cNvSpPr/>
          <p:nvPr/>
        </p:nvSpPr>
        <p:spPr>
          <a:xfrm>
            <a:off x="3823826" y="34952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패널 외곽"/>
          <p:cNvSpPr/>
          <p:nvPr/>
        </p:nvSpPr>
        <p:spPr>
          <a:xfrm>
            <a:off x="536870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패널 머리"/>
          <p:cNvSpPr/>
          <p:nvPr/>
        </p:nvSpPr>
        <p:spPr>
          <a:xfrm>
            <a:off x="536870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5" name="레일"/>
          <p:cNvSpPr/>
          <p:nvPr/>
        </p:nvSpPr>
        <p:spPr>
          <a:xfrm>
            <a:off x="569739" y="399380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 태그"/>
          <p:cNvSpPr/>
          <p:nvPr/>
        </p:nvSpPr>
        <p:spPr>
          <a:xfrm>
            <a:off x="659724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22389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9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982852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1353130" y="459923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69739" y="4610191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59724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840278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59923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1353130" y="5215617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69739" y="5226574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레일 태그"/>
          <p:cNvSpPr/>
          <p:nvPr/>
        </p:nvSpPr>
        <p:spPr>
          <a:xfrm>
            <a:off x="659724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70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456661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1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215617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2" name="패널 외곽"/>
          <p:cNvSpPr/>
          <p:nvPr/>
        </p:nvSpPr>
        <p:spPr>
          <a:xfrm>
            <a:off x="3711522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패널 머리"/>
          <p:cNvSpPr/>
          <p:nvPr/>
        </p:nvSpPr>
        <p:spPr>
          <a:xfrm>
            <a:off x="3711522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4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5" name="레일"/>
          <p:cNvSpPr/>
          <p:nvPr/>
        </p:nvSpPr>
        <p:spPr>
          <a:xfrm>
            <a:off x="3744391" y="399380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 태그"/>
          <p:cNvSpPr/>
          <p:nvPr/>
        </p:nvSpPr>
        <p:spPr>
          <a:xfrm>
            <a:off x="3831637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8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22389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9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982852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4522304" y="459923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레일"/>
          <p:cNvSpPr/>
          <p:nvPr/>
        </p:nvSpPr>
        <p:spPr>
          <a:xfrm>
            <a:off x="3744391" y="4610191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 태그"/>
          <p:cNvSpPr/>
          <p:nvPr/>
        </p:nvSpPr>
        <p:spPr>
          <a:xfrm>
            <a:off x="3831637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4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840278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5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59923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522304" y="5215617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3744391" y="5226574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 태그"/>
          <p:cNvSpPr/>
          <p:nvPr/>
        </p:nvSpPr>
        <p:spPr>
          <a:xfrm>
            <a:off x="3831637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90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456661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215617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2" name="형광 밑줄"/>
          <p:cNvSpPr/>
          <p:nvPr/>
        </p:nvSpPr>
        <p:spPr>
          <a:xfrm>
            <a:off x="536870" y="6127826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974435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94" name="태그칩"/>
          <p:cNvSpPr/>
          <p:nvPr/>
        </p:nvSpPr>
        <p:spPr>
          <a:xfrm>
            <a:off x="4448092" y="6007304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칩"/>
          <p:cNvSpPr>
            <a:spLocks noGrp="1"/>
          </p:cNvSpPr>
          <p:nvPr>
            <p:ph type="body" sz="quarter" idx="59"/>
          </p:nvPr>
        </p:nvSpPr>
        <p:spPr>
          <a:xfrm>
            <a:off x="4448092" y="6007304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6" name="표 외곽"/>
          <p:cNvSpPr/>
          <p:nvPr/>
        </p:nvSpPr>
        <p:spPr>
          <a:xfrm>
            <a:off x="536870" y="6259304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레일"/>
          <p:cNvSpPr/>
          <p:nvPr/>
        </p:nvSpPr>
        <p:spPr>
          <a:xfrm>
            <a:off x="547826" y="6275739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275739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9" name="본문"/>
          <p:cNvSpPr>
            <a:spLocks noGrp="1"/>
          </p:cNvSpPr>
          <p:nvPr>
            <p:ph type="body" sz="quarter" idx="61"/>
          </p:nvPr>
        </p:nvSpPr>
        <p:spPr>
          <a:xfrm>
            <a:off x="1161391" y="6297652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545583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6545583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02" name="본문"/>
          <p:cNvSpPr>
            <a:spLocks noGrp="1"/>
          </p:cNvSpPr>
          <p:nvPr>
            <p:ph type="body" sz="quarter" idx="63"/>
          </p:nvPr>
        </p:nvSpPr>
        <p:spPr>
          <a:xfrm>
            <a:off x="1161391" y="6567496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03" name="레일"/>
          <p:cNvSpPr/>
          <p:nvPr/>
        </p:nvSpPr>
        <p:spPr>
          <a:xfrm>
            <a:off x="547826" y="6815426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815426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5" name="머리칸"/>
          <p:cNvSpPr/>
          <p:nvPr/>
        </p:nvSpPr>
        <p:spPr>
          <a:xfrm>
            <a:off x="1161391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6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7" name="머리칸"/>
          <p:cNvSpPr/>
          <p:nvPr/>
        </p:nvSpPr>
        <p:spPr>
          <a:xfrm>
            <a:off x="3044087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9" name="머리칸"/>
          <p:cNvSpPr/>
          <p:nvPr/>
        </p:nvSpPr>
        <p:spPr>
          <a:xfrm>
            <a:off x="4926783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핵심성과 박스"/>
          <p:cNvSpPr/>
          <p:nvPr/>
        </p:nvSpPr>
        <p:spPr>
          <a:xfrm>
            <a:off x="536870" y="7685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핵심성과 라벨"/>
          <p:cNvSpPr/>
          <p:nvPr/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8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9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314783" y="7701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20" name="형광 밑줄"/>
          <p:cNvSpPr/>
          <p:nvPr/>
        </p:nvSpPr>
        <p:spPr>
          <a:xfrm>
            <a:off x="536870" y="8450609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소제목"/>
          <p:cNvSpPr>
            <a:spLocks noGrp="1"/>
          </p:cNvSpPr>
          <p:nvPr>
            <p:ph type="body" sz="quarter" idx="73"/>
          </p:nvPr>
        </p:nvSpPr>
        <p:spPr>
          <a:xfrm>
            <a:off x="536870" y="8297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2" name="태그칩"/>
          <p:cNvSpPr/>
          <p:nvPr/>
        </p:nvSpPr>
        <p:spPr>
          <a:xfrm>
            <a:off x="4269635" y="8330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3" name="태그칩"/>
          <p:cNvSpPr>
            <a:spLocks noGrp="1"/>
          </p:cNvSpPr>
          <p:nvPr>
            <p:ph type="body" sz="quarter" idx="74"/>
          </p:nvPr>
        </p:nvSpPr>
        <p:spPr>
          <a:xfrm>
            <a:off x="4269635" y="8330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536870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536870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5"/>
          </p:nvPr>
        </p:nvSpPr>
        <p:spPr>
          <a:xfrm>
            <a:off x="536870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6"/>
          </p:nvPr>
        </p:nvSpPr>
        <p:spPr>
          <a:xfrm>
            <a:off x="558783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8" name="요약 바"/>
          <p:cNvSpPr/>
          <p:nvPr/>
        </p:nvSpPr>
        <p:spPr>
          <a:xfrm>
            <a:off x="558783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77"/>
          </p:nvPr>
        </p:nvSpPr>
        <p:spPr>
          <a:xfrm>
            <a:off x="558783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2651478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2651478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78"/>
          </p:nvPr>
        </p:nvSpPr>
        <p:spPr>
          <a:xfrm>
            <a:off x="2651478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9"/>
          </p:nvPr>
        </p:nvSpPr>
        <p:spPr>
          <a:xfrm>
            <a:off x="2673391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2673391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0"/>
          </p:nvPr>
        </p:nvSpPr>
        <p:spPr>
          <a:xfrm>
            <a:off x="2673391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6" name="패널 외곽"/>
          <p:cNvSpPr/>
          <p:nvPr/>
        </p:nvSpPr>
        <p:spPr>
          <a:xfrm>
            <a:off x="4766087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패널 머리"/>
          <p:cNvSpPr/>
          <p:nvPr/>
        </p:nvSpPr>
        <p:spPr>
          <a:xfrm>
            <a:off x="4766087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8" name="패널 머리"/>
          <p:cNvSpPr>
            <a:spLocks noGrp="1"/>
          </p:cNvSpPr>
          <p:nvPr>
            <p:ph type="body" sz="quarter" idx="81"/>
          </p:nvPr>
        </p:nvSpPr>
        <p:spPr>
          <a:xfrm>
            <a:off x="4766087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9" name="패널 본문"/>
          <p:cNvSpPr>
            <a:spLocks noGrp="1"/>
          </p:cNvSpPr>
          <p:nvPr>
            <p:ph type="body" sz="quarter" idx="82"/>
          </p:nvPr>
        </p:nvSpPr>
        <p:spPr>
          <a:xfrm>
            <a:off x="4788000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0" name="요약 바"/>
          <p:cNvSpPr/>
          <p:nvPr/>
        </p:nvSpPr>
        <p:spPr>
          <a:xfrm>
            <a:off x="4788000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1" name="요약 바"/>
          <p:cNvSpPr>
            <a:spLocks noGrp="1"/>
          </p:cNvSpPr>
          <p:nvPr>
            <p:ph type="body" sz="quarter" idx="83"/>
          </p:nvPr>
        </p:nvSpPr>
        <p:spPr>
          <a:xfrm>
            <a:off x="4788000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2" name="핵심성과 박스"/>
          <p:cNvSpPr/>
          <p:nvPr/>
        </p:nvSpPr>
        <p:spPr>
          <a:xfrm>
            <a:off x="536870" y="96710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6874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2 교육체계 + 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4" name="표 외곽"/>
          <p:cNvSpPr/>
          <p:nvPr/>
        </p:nvSpPr>
        <p:spPr>
          <a:xfrm>
            <a:off x="723130" y="6448070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734087" y="646450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646450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1347652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9" name="머리칸"/>
          <p:cNvSpPr/>
          <p:nvPr/>
        </p:nvSpPr>
        <p:spPr>
          <a:xfrm>
            <a:off x="4171696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3"/>
          </p:nvPr>
        </p:nvSpPr>
        <p:spPr>
          <a:xfrm>
            <a:off x="4171696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63" name="Connector 45"/>
          <p:cNvCxnSpPr/>
          <p:nvPr/>
        </p:nvCxnSpPr>
        <p:spPr>
          <a:xfrm>
            <a:off x="4171696" y="67603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709184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709184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70918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4171696" y="73876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734087" y="7719183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7719183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76" name="단계"/>
          <p:cNvSpPr/>
          <p:nvPr/>
        </p:nvSpPr>
        <p:spPr>
          <a:xfrm>
            <a:off x="1347652" y="77410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78" name="단계"/>
          <p:cNvSpPr/>
          <p:nvPr/>
        </p:nvSpPr>
        <p:spPr>
          <a:xfrm>
            <a:off x="2759674" y="77410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2759674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0" name="단계"/>
          <p:cNvSpPr/>
          <p:nvPr/>
        </p:nvSpPr>
        <p:spPr>
          <a:xfrm>
            <a:off x="4171696" y="77410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4"/>
          </p:nvPr>
        </p:nvSpPr>
        <p:spPr>
          <a:xfrm>
            <a:off x="4171696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2" name="단계"/>
          <p:cNvSpPr/>
          <p:nvPr/>
        </p:nvSpPr>
        <p:spPr>
          <a:xfrm>
            <a:off x="5583717" y="77410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5"/>
          </p:nvPr>
        </p:nvSpPr>
        <p:spPr>
          <a:xfrm>
            <a:off x="5583717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2759673" y="77410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4171695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5583717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2770630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89" name="Connector 63"/>
          <p:cNvCxnSpPr/>
          <p:nvPr/>
        </p:nvCxnSpPr>
        <p:spPr>
          <a:xfrm>
            <a:off x="2759674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4182652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1" name="Connector 65"/>
          <p:cNvCxnSpPr/>
          <p:nvPr/>
        </p:nvCxnSpPr>
        <p:spPr>
          <a:xfrm>
            <a:off x="4171696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5594674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583717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734087" y="835200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835200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835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837391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837391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614957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0" name="사진 칸"/>
          <p:cNvSpPr/>
          <p:nvPr/>
        </p:nvSpPr>
        <p:spPr>
          <a:xfrm>
            <a:off x="5916522" y="837939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사진 칸"/>
          <p:cNvSpPr>
            <a:spLocks noGrp="1"/>
          </p:cNvSpPr>
          <p:nvPr>
            <p:ph type="body" sz="quarter" idx="63"/>
          </p:nvPr>
        </p:nvSpPr>
        <p:spPr>
          <a:xfrm>
            <a:off x="5916522" y="837939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2" name="핵심성과 박스"/>
          <p:cNvSpPr/>
          <p:nvPr/>
        </p:nvSpPr>
        <p:spPr>
          <a:xfrm>
            <a:off x="723130" y="9272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4"/>
          </p:nvPr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5"/>
          </p:nvPr>
        </p:nvSpPr>
        <p:spPr>
          <a:xfrm>
            <a:off x="1501043" y="9288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3 현안 해결 + 단체협약 + 근무체계 개선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3" name="형광 밑줄"/>
          <p:cNvSpPr/>
          <p:nvPr/>
        </p:nvSpPr>
        <p:spPr>
          <a:xfrm>
            <a:off x="536870" y="412466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소제목"/>
          <p:cNvSpPr>
            <a:spLocks noGrp="1"/>
          </p:cNvSpPr>
          <p:nvPr>
            <p:ph type="body" sz="quarter" idx="44"/>
          </p:nvPr>
        </p:nvSpPr>
        <p:spPr>
          <a:xfrm>
            <a:off x="536870" y="39712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5" name="표 외곽"/>
          <p:cNvSpPr/>
          <p:nvPr/>
        </p:nvSpPr>
        <p:spPr>
          <a:xfrm>
            <a:off x="536870" y="4256139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2725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2725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8" name="머리칸"/>
          <p:cNvSpPr/>
          <p:nvPr/>
        </p:nvSpPr>
        <p:spPr>
          <a:xfrm>
            <a:off x="1161391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0" name="머리칸"/>
          <p:cNvSpPr/>
          <p:nvPr/>
        </p:nvSpPr>
        <p:spPr>
          <a:xfrm>
            <a:off x="3985435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985435" y="45684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89991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89991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89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머리칸"/>
          <p:cNvSpPr/>
          <p:nvPr/>
        </p:nvSpPr>
        <p:spPr>
          <a:xfrm>
            <a:off x="1161391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/>
          <p:nvPr/>
        </p:nvSpPr>
        <p:spPr>
          <a:xfrm>
            <a:off x="3985435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4" name="Connector 62"/>
          <p:cNvCxnSpPr/>
          <p:nvPr/>
        </p:nvCxnSpPr>
        <p:spPr>
          <a:xfrm>
            <a:off x="3985435" y="519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527252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5527252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7" name="단계"/>
          <p:cNvSpPr/>
          <p:nvPr/>
        </p:nvSpPr>
        <p:spPr>
          <a:xfrm>
            <a:off x="1161391" y="55491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9" name="단계"/>
          <p:cNvSpPr/>
          <p:nvPr/>
        </p:nvSpPr>
        <p:spPr>
          <a:xfrm>
            <a:off x="2573413" y="55491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2573413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91" name="단계"/>
          <p:cNvSpPr/>
          <p:nvPr/>
        </p:nvSpPr>
        <p:spPr>
          <a:xfrm>
            <a:off x="3985435" y="55491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3985435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93" name="단계"/>
          <p:cNvSpPr/>
          <p:nvPr/>
        </p:nvSpPr>
        <p:spPr>
          <a:xfrm>
            <a:off x="5397457" y="55491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9"/>
          </p:nvPr>
        </p:nvSpPr>
        <p:spPr>
          <a:xfrm>
            <a:off x="5397457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2573413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3985434" y="5549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단계 삼각형"/>
          <p:cNvSpPr/>
          <p:nvPr/>
        </p:nvSpPr>
        <p:spPr>
          <a:xfrm>
            <a:off x="5397456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00" name="Connector 73"/>
          <p:cNvCxnSpPr/>
          <p:nvPr/>
        </p:nvCxnSpPr>
        <p:spPr>
          <a:xfrm>
            <a:off x="2573413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04" name="Connector 77"/>
          <p:cNvCxnSpPr/>
          <p:nvPr/>
        </p:nvCxnSpPr>
        <p:spPr>
          <a:xfrm>
            <a:off x="5397457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547826" y="616007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16007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547826" y="61600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161391" y="618198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18198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423026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11" name="사진 칸"/>
          <p:cNvSpPr/>
          <p:nvPr/>
        </p:nvSpPr>
        <p:spPr>
          <a:xfrm>
            <a:off x="5730261" y="618746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사진 칸"/>
          <p:cNvSpPr>
            <a:spLocks noGrp="1"/>
          </p:cNvSpPr>
          <p:nvPr>
            <p:ph type="body" sz="quarter" idx="67"/>
          </p:nvPr>
        </p:nvSpPr>
        <p:spPr>
          <a:xfrm>
            <a:off x="5730261" y="618746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13" name="핵심성과 박스"/>
          <p:cNvSpPr/>
          <p:nvPr/>
        </p:nvSpPr>
        <p:spPr>
          <a:xfrm>
            <a:off x="536870" y="7080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핵심성과 라벨"/>
          <p:cNvSpPr/>
          <p:nvPr/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5" name="핵심성과 라벨"/>
          <p:cNvSpPr>
            <a:spLocks noGrp="1"/>
          </p:cNvSpPr>
          <p:nvPr>
            <p:ph type="body" sz="quarter" idx="68"/>
          </p:nvPr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6" name="핵심성과 문구"/>
          <p:cNvSpPr>
            <a:spLocks noGrp="1"/>
          </p:cNvSpPr>
          <p:nvPr>
            <p:ph type="body" sz="quarter" idx="69"/>
          </p:nvPr>
        </p:nvSpPr>
        <p:spPr>
          <a:xfrm>
            <a:off x="1314783" y="709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117" name="형광 밑줄"/>
          <p:cNvSpPr/>
          <p:nvPr/>
        </p:nvSpPr>
        <p:spPr>
          <a:xfrm>
            <a:off x="536870" y="7665809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소제목"/>
          <p:cNvSpPr>
            <a:spLocks noGrp="1"/>
          </p:cNvSpPr>
          <p:nvPr>
            <p:ph type="body" sz="quarter" idx="70"/>
          </p:nvPr>
        </p:nvSpPr>
        <p:spPr>
          <a:xfrm>
            <a:off x="536870" y="75124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9" name="태그칩"/>
          <p:cNvSpPr/>
          <p:nvPr/>
        </p:nvSpPr>
        <p:spPr>
          <a:xfrm>
            <a:off x="4448092" y="75452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0" name="태그칩"/>
          <p:cNvSpPr>
            <a:spLocks noGrp="1"/>
          </p:cNvSpPr>
          <p:nvPr>
            <p:ph type="body" sz="quarter" idx="71"/>
          </p:nvPr>
        </p:nvSpPr>
        <p:spPr>
          <a:xfrm>
            <a:off x="4448092" y="75452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1" name="표 외곽"/>
          <p:cNvSpPr/>
          <p:nvPr/>
        </p:nvSpPr>
        <p:spPr>
          <a:xfrm>
            <a:off x="536870" y="779728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"/>
          <p:cNvSpPr/>
          <p:nvPr/>
        </p:nvSpPr>
        <p:spPr>
          <a:xfrm>
            <a:off x="547826" y="78137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8137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4" name="본문"/>
          <p:cNvSpPr>
            <a:spLocks noGrp="1"/>
          </p:cNvSpPr>
          <p:nvPr>
            <p:ph type="body" sz="quarter" idx="73"/>
          </p:nvPr>
        </p:nvSpPr>
        <p:spPr>
          <a:xfrm>
            <a:off x="1161391" y="7835635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25" name="레일"/>
          <p:cNvSpPr/>
          <p:nvPr/>
        </p:nvSpPr>
        <p:spPr>
          <a:xfrm>
            <a:off x="547826" y="8083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4"/>
          </p:nvPr>
        </p:nvSpPr>
        <p:spPr>
          <a:xfrm>
            <a:off x="547826" y="8083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27" name="본문"/>
          <p:cNvSpPr>
            <a:spLocks noGrp="1"/>
          </p:cNvSpPr>
          <p:nvPr>
            <p:ph type="body" sz="quarter" idx="75"/>
          </p:nvPr>
        </p:nvSpPr>
        <p:spPr>
          <a:xfrm>
            <a:off x="1161391" y="8105478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8" name="레일"/>
          <p:cNvSpPr/>
          <p:nvPr/>
        </p:nvSpPr>
        <p:spPr>
          <a:xfrm>
            <a:off x="547826" y="8353409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9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353409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0" name="머리칸"/>
          <p:cNvSpPr/>
          <p:nvPr/>
        </p:nvSpPr>
        <p:spPr>
          <a:xfrm>
            <a:off x="1161391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1161391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32" name="머리칸"/>
          <p:cNvSpPr/>
          <p:nvPr/>
        </p:nvSpPr>
        <p:spPr>
          <a:xfrm>
            <a:off x="3044087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3044087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34" name="머리칸"/>
          <p:cNvSpPr/>
          <p:nvPr/>
        </p:nvSpPr>
        <p:spPr>
          <a:xfrm>
            <a:off x="4926783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5" name="머리칸"/>
          <p:cNvSpPr>
            <a:spLocks noGrp="1"/>
          </p:cNvSpPr>
          <p:nvPr>
            <p:ph type="body" sz="quarter" idx="79"/>
          </p:nvPr>
        </p:nvSpPr>
        <p:spPr>
          <a:xfrm>
            <a:off x="4926783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80"/>
          </p:nvPr>
        </p:nvSpPr>
        <p:spPr>
          <a:xfrm>
            <a:off x="1172348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3055043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38" name="Connector 100"/>
          <p:cNvCxnSpPr/>
          <p:nvPr/>
        </p:nvCxnSpPr>
        <p:spPr>
          <a:xfrm>
            <a:off x="3044087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칸 본문"/>
          <p:cNvSpPr>
            <a:spLocks noGrp="1"/>
          </p:cNvSpPr>
          <p:nvPr>
            <p:ph type="body" sz="quarter" idx="82"/>
          </p:nvPr>
        </p:nvSpPr>
        <p:spPr>
          <a:xfrm>
            <a:off x="4937739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40" name="Connector 102"/>
          <p:cNvCxnSpPr/>
          <p:nvPr/>
        </p:nvCxnSpPr>
        <p:spPr>
          <a:xfrm>
            <a:off x="4926783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1" name="핵심성과 박스"/>
          <p:cNvSpPr/>
          <p:nvPr/>
        </p:nvSpPr>
        <p:spPr>
          <a:xfrm>
            <a:off x="536870" y="922320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239635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
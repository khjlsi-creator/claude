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주민과 함께하는 터전·소득·사람 솔루션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문턱은 낮추고 체감 가치는 높인 공간 개방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
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장 제목"/>
          <p:cNvSpPr txBox="1"/>
          <p:nvPr/>
        </p:nvSpPr>
        <p:spPr>
          <a:xfrm>
            <a:off x="810783" y="777913"/>
            <a:ext cx="4590783" cy="399913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0" name="KORAD CI" descr="korad-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  <p:sp>
        <p:nvSpPr>
          <p:cNvPr id="11" name="평가내용 라벨"/>
          <p:cNvSpPr/>
          <p:nvPr/>
        </p:nvSpPr>
        <p:spPr>
          <a:xfrm>
            <a:off x="536870" y="1342174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135313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 txBox="1"/>
          <p:nvPr/>
        </p:nvSpPr>
        <p:spPr>
          <a:xfrm>
            <a:off x="1632522" y="1364087"/>
            <a:ext cx="5127652" cy="553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2081739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 txBox="1"/>
          <p:nvPr/>
        </p:nvSpPr>
        <p:spPr>
          <a:xfrm>
            <a:off x="558783" y="2081739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 txBox="1"/>
          <p:nvPr/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662435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 txBox="1"/>
          <p:nvPr/>
        </p:nvSpPr>
        <p:spPr>
          <a:xfrm>
            <a:off x="536870" y="250904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793913"/>
            <a:ext cx="6300000" cy="2263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810348"/>
            <a:ext cx="580696" cy="85188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8" name="머리칸"/>
          <p:cNvSpPr/>
          <p:nvPr/>
        </p:nvSpPr>
        <p:spPr>
          <a:xfrm>
            <a:off x="1161391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1172348" y="3073304"/>
            <a:ext cx="2802130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3996391" y="3073304"/>
            <a:ext cx="2802130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85435" y="3106174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678668"/>
            <a:ext cx="580696" cy="657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367866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161391" y="372249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6" name="태그 설명"/>
          <p:cNvSpPr txBox="1"/>
          <p:nvPr/>
        </p:nvSpPr>
        <p:spPr>
          <a:xfrm>
            <a:off x="2145304" y="3711537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7" name="태그"/>
          <p:cNvSpPr/>
          <p:nvPr/>
        </p:nvSpPr>
        <p:spPr>
          <a:xfrm>
            <a:off x="1161391" y="391971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8" name="태그 설명"/>
          <p:cNvSpPr txBox="1"/>
          <p:nvPr/>
        </p:nvSpPr>
        <p:spPr>
          <a:xfrm>
            <a:off x="2145304" y="3908755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9" name="태그"/>
          <p:cNvSpPr/>
          <p:nvPr/>
        </p:nvSpPr>
        <p:spPr>
          <a:xfrm>
            <a:off x="1161391" y="411692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0" name="태그 설명"/>
          <p:cNvSpPr txBox="1"/>
          <p:nvPr/>
        </p:nvSpPr>
        <p:spPr>
          <a:xfrm>
            <a:off x="2145304" y="4105972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1" name="레일"/>
          <p:cNvSpPr/>
          <p:nvPr/>
        </p:nvSpPr>
        <p:spPr>
          <a:xfrm>
            <a:off x="547826" y="4352494"/>
            <a:ext cx="580696" cy="68844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435249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161391" y="437440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437440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5" name="단계"/>
          <p:cNvSpPr/>
          <p:nvPr/>
        </p:nvSpPr>
        <p:spPr>
          <a:xfrm>
            <a:off x="4926783" y="437440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044086" y="437440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926782" y="437440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462640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9" name="칸 본문"/>
          <p:cNvSpPr txBox="1"/>
          <p:nvPr/>
        </p:nvSpPr>
        <p:spPr>
          <a:xfrm>
            <a:off x="3055043" y="462640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044087" y="4659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4937739" y="462640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26783" y="4659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삼각 화살표"/>
          <p:cNvSpPr/>
          <p:nvPr/>
        </p:nvSpPr>
        <p:spPr>
          <a:xfrm>
            <a:off x="3823826" y="5101200"/>
            <a:ext cx="350608" cy="142434"/>
          </a:xfrm>
          <a:custGeom>
            <a:avLst/>
            <a:gdLst/>
            <a:ahLst/>
            <a:cxnLst/>
            <a:rect l="l" t="t" r="r" b="b"/>
            <a:pathLst>
              <a:path w="350608" h="142434">
                <a:moveTo>
                  <a:pt x="0" y="0"/>
                </a:moveTo>
                <a:lnTo>
                  <a:pt x="350608" y="0"/>
                </a:lnTo>
                <a:lnTo>
                  <a:pt x="175304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라벨 박스"/>
          <p:cNvSpPr/>
          <p:nvPr/>
        </p:nvSpPr>
        <p:spPr>
          <a:xfrm>
            <a:off x="536870" y="5325809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"/>
          <p:cNvSpPr/>
          <p:nvPr/>
        </p:nvSpPr>
        <p:spPr>
          <a:xfrm>
            <a:off x="547826" y="5336765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6" name="강조 바"/>
          <p:cNvSpPr/>
          <p:nvPr/>
        </p:nvSpPr>
        <p:spPr>
          <a:xfrm>
            <a:off x="1172348" y="5358678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강조 바 글"/>
          <p:cNvSpPr txBox="1"/>
          <p:nvPr/>
        </p:nvSpPr>
        <p:spPr>
          <a:xfrm>
            <a:off x="1172348" y="5358678"/>
            <a:ext cx="5631652" cy="22917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8" name="라벨 박스"/>
          <p:cNvSpPr/>
          <p:nvPr/>
        </p:nvSpPr>
        <p:spPr>
          <a:xfrm>
            <a:off x="536870" y="5675510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5686466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0" name="가운데 글"/>
          <p:cNvSpPr txBox="1"/>
          <p:nvPr/>
        </p:nvSpPr>
        <p:spPr>
          <a:xfrm>
            <a:off x="1172348" y="5691944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1" name="가운데 글"/>
          <p:cNvSpPr txBox="1"/>
          <p:nvPr/>
        </p:nvSpPr>
        <p:spPr>
          <a:xfrm>
            <a:off x="3049565" y="5691944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049565" y="5730292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3" name="가운데 글"/>
          <p:cNvSpPr txBox="1"/>
          <p:nvPr/>
        </p:nvSpPr>
        <p:spPr>
          <a:xfrm>
            <a:off x="4926783" y="5691944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926783" y="5730292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5" name="라벨 박스"/>
          <p:cNvSpPr/>
          <p:nvPr/>
        </p:nvSpPr>
        <p:spPr>
          <a:xfrm>
            <a:off x="536870" y="6020640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6031597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7" name="칸 본문"/>
          <p:cNvSpPr txBox="1"/>
          <p:nvPr/>
        </p:nvSpPr>
        <p:spPr>
          <a:xfrm>
            <a:off x="1183304" y="6037075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8" name="칸 본문"/>
          <p:cNvSpPr txBox="1"/>
          <p:nvPr/>
        </p:nvSpPr>
        <p:spPr>
          <a:xfrm>
            <a:off x="3060522" y="6037075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049565" y="6069944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 txBox="1"/>
          <p:nvPr/>
        </p:nvSpPr>
        <p:spPr>
          <a:xfrm>
            <a:off x="4937739" y="6037075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926783" y="6069944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라벨 박스"/>
          <p:cNvSpPr/>
          <p:nvPr/>
        </p:nvSpPr>
        <p:spPr>
          <a:xfrm>
            <a:off x="536870" y="6719134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547826" y="6730090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4" name="칸 본문"/>
          <p:cNvSpPr txBox="1"/>
          <p:nvPr/>
        </p:nvSpPr>
        <p:spPr>
          <a:xfrm>
            <a:off x="1183304" y="6735569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3060522" y="6735569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049565" y="676843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 txBox="1"/>
          <p:nvPr/>
        </p:nvSpPr>
        <p:spPr>
          <a:xfrm>
            <a:off x="4937739" y="6735569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926783" y="676843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라벨 박스"/>
          <p:cNvSpPr/>
          <p:nvPr/>
        </p:nvSpPr>
        <p:spPr>
          <a:xfrm>
            <a:off x="536870" y="7243231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레일"/>
          <p:cNvSpPr/>
          <p:nvPr/>
        </p:nvSpPr>
        <p:spPr>
          <a:xfrm>
            <a:off x="547826" y="7254188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1" name="칸 본문"/>
          <p:cNvSpPr txBox="1"/>
          <p:nvPr/>
        </p:nvSpPr>
        <p:spPr>
          <a:xfrm>
            <a:off x="1183304" y="7259666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3060522" y="7259666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049565" y="7292536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 txBox="1"/>
          <p:nvPr/>
        </p:nvSpPr>
        <p:spPr>
          <a:xfrm>
            <a:off x="4937739" y="7259666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926783" y="7292536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핵심성과 박스"/>
          <p:cNvSpPr/>
          <p:nvPr/>
        </p:nvSpPr>
        <p:spPr>
          <a:xfrm>
            <a:off x="536870" y="780019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핵심성과 라벨"/>
          <p:cNvSpPr/>
          <p:nvPr/>
        </p:nvSpPr>
        <p:spPr>
          <a:xfrm>
            <a:off x="569739" y="783854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8" name="핵심성과 문구"/>
          <p:cNvSpPr txBox="1"/>
          <p:nvPr/>
        </p:nvSpPr>
        <p:spPr>
          <a:xfrm>
            <a:off x="1314783" y="7816633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소제목"/>
          <p:cNvSpPr txBox="1"/>
          <p:nvPr/>
        </p:nvSpPr>
        <p:spPr>
          <a:xfrm>
            <a:off x="723130" y="77791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7" name="패널 외곽"/>
          <p:cNvSpPr/>
          <p:nvPr/>
        </p:nvSpPr>
        <p:spPr>
          <a:xfrm>
            <a:off x="723130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/>
          <p:nvPr/>
        </p:nvSpPr>
        <p:spPr>
          <a:xfrm>
            <a:off x="756000" y="1347652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 txBox="1"/>
          <p:nvPr/>
        </p:nvSpPr>
        <p:spPr>
          <a:xfrm>
            <a:off x="1429826" y="1336696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29826" y="177314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" name="레일"/>
          <p:cNvSpPr/>
          <p:nvPr/>
        </p:nvSpPr>
        <p:spPr>
          <a:xfrm>
            <a:off x="756000" y="1784097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 txBox="1"/>
          <p:nvPr/>
        </p:nvSpPr>
        <p:spPr>
          <a:xfrm>
            <a:off x="1429826" y="1773141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29826" y="2209586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" name="레일"/>
          <p:cNvSpPr/>
          <p:nvPr/>
        </p:nvSpPr>
        <p:spPr>
          <a:xfrm>
            <a:off x="756000" y="2220543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 txBox="1"/>
          <p:nvPr/>
        </p:nvSpPr>
        <p:spPr>
          <a:xfrm>
            <a:off x="1429826" y="2209586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29826" y="264603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8" name="레일"/>
          <p:cNvSpPr/>
          <p:nvPr/>
        </p:nvSpPr>
        <p:spPr>
          <a:xfrm>
            <a:off x="756000" y="2656988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 txBox="1"/>
          <p:nvPr/>
        </p:nvSpPr>
        <p:spPr>
          <a:xfrm>
            <a:off x="1429826" y="2646031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3897783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/>
          <p:nvPr/>
        </p:nvSpPr>
        <p:spPr>
          <a:xfrm>
            <a:off x="3930652" y="1347652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 txBox="1"/>
          <p:nvPr/>
        </p:nvSpPr>
        <p:spPr>
          <a:xfrm>
            <a:off x="4785261" y="1336696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85261" y="177314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3930652" y="1784097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 txBox="1"/>
          <p:nvPr/>
        </p:nvSpPr>
        <p:spPr>
          <a:xfrm>
            <a:off x="4785261" y="1773141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85261" y="2209586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3930652" y="2220543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 txBox="1"/>
          <p:nvPr/>
        </p:nvSpPr>
        <p:spPr>
          <a:xfrm>
            <a:off x="4785261" y="2209586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785261" y="264603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3930652" y="2656988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 txBox="1"/>
          <p:nvPr/>
        </p:nvSpPr>
        <p:spPr>
          <a:xfrm>
            <a:off x="4785261" y="2646031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3" name="핵심성과 박스"/>
          <p:cNvSpPr/>
          <p:nvPr/>
        </p:nvSpPr>
        <p:spPr>
          <a:xfrm>
            <a:off x="723130" y="319204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323039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 txBox="1"/>
          <p:nvPr/>
        </p:nvSpPr>
        <p:spPr>
          <a:xfrm>
            <a:off x="1501043" y="3208477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번호"/>
          <p:cNvSpPr txBox="1"/>
          <p:nvPr/>
        </p:nvSpPr>
        <p:spPr>
          <a:xfrm>
            <a:off x="558783" y="766957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 txBox="1"/>
          <p:nvPr/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 txBox="1"/>
          <p:nvPr/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479130"/>
            <a:ext cx="4716783" cy="218404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495565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1161391" y="1517478"/>
            <a:ext cx="406487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/>
          <p:nvPr/>
        </p:nvSpPr>
        <p:spPr>
          <a:xfrm>
            <a:off x="547826" y="1948445"/>
            <a:ext cx="580696" cy="84092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547826" y="194844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161391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/>
          <p:nvPr/>
        </p:nvSpPr>
        <p:spPr>
          <a:xfrm>
            <a:off x="3193826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 txBox="1"/>
          <p:nvPr/>
        </p:nvSpPr>
        <p:spPr>
          <a:xfrm>
            <a:off x="1172348" y="2211402"/>
            <a:ext cx="2010522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 txBox="1"/>
          <p:nvPr/>
        </p:nvSpPr>
        <p:spPr>
          <a:xfrm>
            <a:off x="3204783" y="2211402"/>
            <a:ext cx="2010522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193826" y="224427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805809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805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2827722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/>
          <p:nvPr/>
        </p:nvSpPr>
        <p:spPr>
          <a:xfrm>
            <a:off x="2177609" y="2827722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/>
          <p:nvPr/>
        </p:nvSpPr>
        <p:spPr>
          <a:xfrm>
            <a:off x="3193826" y="2827722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/>
          <p:nvPr/>
        </p:nvSpPr>
        <p:spPr>
          <a:xfrm>
            <a:off x="4210043" y="2827722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177608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3193826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210043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 txBox="1"/>
          <p:nvPr/>
        </p:nvSpPr>
        <p:spPr>
          <a:xfrm>
            <a:off x="1172348" y="3079722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 txBox="1"/>
          <p:nvPr/>
        </p:nvSpPr>
        <p:spPr>
          <a:xfrm>
            <a:off x="2188565" y="3079722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177609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3204783" y="3079722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193826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4221000" y="3079722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210043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성과 화살표"/>
          <p:cNvSpPr/>
          <p:nvPr/>
        </p:nvSpPr>
        <p:spPr>
          <a:xfrm>
            <a:off x="5281043" y="2428716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성과 패널"/>
          <p:cNvSpPr/>
          <p:nvPr/>
        </p:nvSpPr>
        <p:spPr>
          <a:xfrm>
            <a:off x="5450870" y="1731130"/>
            <a:ext cx="1386000" cy="1932042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성과 패널 본문"/>
          <p:cNvSpPr txBox="1"/>
          <p:nvPr/>
        </p:nvSpPr>
        <p:spPr>
          <a:xfrm>
            <a:off x="5472783" y="1753043"/>
            <a:ext cx="1342174" cy="1888216"/>
          </a:xfrm>
          <a:prstGeom prst="rect">
            <a:avLst/>
          </a:prstGeom>
          <a:noFill/>
        </p:spPr>
        <p:txBody>
          <a:bodyPr wrap="square" lIns="54000" tIns="18000" rIns="36000" bIns="180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375082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78917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 txBox="1"/>
          <p:nvPr/>
        </p:nvSpPr>
        <p:spPr>
          <a:xfrm>
            <a:off x="1314783" y="3767259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4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소제목"/>
          <p:cNvSpPr txBox="1"/>
          <p:nvPr/>
        </p:nvSpPr>
        <p:spPr>
          <a:xfrm>
            <a:off x="723130" y="77791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7" name="표 외곽"/>
          <p:cNvSpPr/>
          <p:nvPr/>
        </p:nvSpPr>
        <p:spPr>
          <a:xfrm>
            <a:off x="723130" y="1062783"/>
            <a:ext cx="6300000" cy="223973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레일"/>
          <p:cNvSpPr/>
          <p:nvPr/>
        </p:nvSpPr>
        <p:spPr>
          <a:xfrm>
            <a:off x="734087" y="1079217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 txBox="1"/>
          <p:nvPr/>
        </p:nvSpPr>
        <p:spPr>
          <a:xfrm>
            <a:off x="1358609" y="1342174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 txBox="1"/>
          <p:nvPr/>
        </p:nvSpPr>
        <p:spPr>
          <a:xfrm>
            <a:off x="4182652" y="1342174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71696" y="137504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" name="레일"/>
          <p:cNvSpPr/>
          <p:nvPr/>
        </p:nvSpPr>
        <p:spPr>
          <a:xfrm>
            <a:off x="734087" y="1762184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76218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/>
          <p:nvPr/>
        </p:nvSpPr>
        <p:spPr>
          <a:xfrm>
            <a:off x="4171696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 txBox="1"/>
          <p:nvPr/>
        </p:nvSpPr>
        <p:spPr>
          <a:xfrm>
            <a:off x="1358609" y="2025141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4182652" y="2025141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71696" y="2058010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445151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244515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246706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/>
          <p:nvPr/>
        </p:nvSpPr>
        <p:spPr>
          <a:xfrm>
            <a:off x="2759674" y="246706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246706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/>
          <p:nvPr/>
        </p:nvSpPr>
        <p:spPr>
          <a:xfrm>
            <a:off x="5583717" y="246706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759673" y="246706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171695" y="246706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583717" y="246706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358609" y="2719064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2770630" y="2719064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59674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4182652" y="2719064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171696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594674" y="2719064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583717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339016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42851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 txBox="1"/>
          <p:nvPr/>
        </p:nvSpPr>
        <p:spPr>
          <a:xfrm>
            <a:off x="1501043" y="3406602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소제목"/>
          <p:cNvSpPr txBox="1"/>
          <p:nvPr/>
        </p:nvSpPr>
        <p:spPr>
          <a:xfrm>
            <a:off x="536870" y="76695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 txBox="1"/>
          <p:nvPr/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3" name="라벨 박스"/>
          <p:cNvSpPr/>
          <p:nvPr/>
        </p:nvSpPr>
        <p:spPr>
          <a:xfrm>
            <a:off x="536870" y="140791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41887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 txBox="1"/>
          <p:nvPr/>
        </p:nvSpPr>
        <p:spPr>
          <a:xfrm>
            <a:off x="1172348" y="1424348"/>
            <a:ext cx="5631652" cy="26204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 txBox="1"/>
          <p:nvPr/>
        </p:nvSpPr>
        <p:spPr>
          <a:xfrm>
            <a:off x="2180348" y="1735701"/>
            <a:ext cx="4656522" cy="175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7" name="라벨 박스"/>
          <p:cNvSpPr/>
          <p:nvPr/>
        </p:nvSpPr>
        <p:spPr>
          <a:xfrm>
            <a:off x="536870" y="1965788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976744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/>
          <p:nvPr/>
        </p:nvSpPr>
        <p:spPr>
          <a:xfrm>
            <a:off x="1172348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/>
          <p:nvPr/>
        </p:nvSpPr>
        <p:spPr>
          <a:xfrm>
            <a:off x="3049565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 txBox="1"/>
          <p:nvPr/>
        </p:nvSpPr>
        <p:spPr>
          <a:xfrm>
            <a:off x="1183304" y="2234223"/>
            <a:ext cx="1855304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 txBox="1"/>
          <p:nvPr/>
        </p:nvSpPr>
        <p:spPr>
          <a:xfrm>
            <a:off x="3060522" y="2234223"/>
            <a:ext cx="1855304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49565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 txBox="1"/>
          <p:nvPr/>
        </p:nvSpPr>
        <p:spPr>
          <a:xfrm>
            <a:off x="4937739" y="2234223"/>
            <a:ext cx="1855304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926783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라벨 박스"/>
          <p:cNvSpPr/>
          <p:nvPr/>
        </p:nvSpPr>
        <p:spPr>
          <a:xfrm>
            <a:off x="536870" y="2719972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730929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 txBox="1"/>
          <p:nvPr/>
        </p:nvSpPr>
        <p:spPr>
          <a:xfrm>
            <a:off x="1183304" y="2736407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3060522" y="2736407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049565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 txBox="1"/>
          <p:nvPr/>
        </p:nvSpPr>
        <p:spPr>
          <a:xfrm>
            <a:off x="4937739" y="2736407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926783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27693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30980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 txBox="1"/>
          <p:nvPr/>
        </p:nvSpPr>
        <p:spPr>
          <a:xfrm>
            <a:off x="1314783" y="3298852"/>
            <a:ext cx="5456348" cy="480522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4" name="평가내용 라벨"/>
          <p:cNvSpPr/>
          <p:nvPr/>
        </p:nvSpPr>
        <p:spPr>
          <a:xfrm>
            <a:off x="723130" y="777913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5" name="평가내용 제목 박스"/>
          <p:cNvSpPr/>
          <p:nvPr/>
        </p:nvSpPr>
        <p:spPr>
          <a:xfrm>
            <a:off x="1709217" y="788870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평가내용 제목"/>
          <p:cNvSpPr txBox="1"/>
          <p:nvPr/>
        </p:nvSpPr>
        <p:spPr>
          <a:xfrm>
            <a:off x="1818783" y="799826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7" name="점"/>
          <p:cNvSpPr/>
          <p:nvPr/>
        </p:nvSpPr>
        <p:spPr>
          <a:xfrm>
            <a:off x="1057304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점"/>
          <p:cNvSpPr/>
          <p:nvPr/>
        </p:nvSpPr>
        <p:spPr>
          <a:xfrm>
            <a:off x="1134000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점"/>
          <p:cNvSpPr/>
          <p:nvPr/>
        </p:nvSpPr>
        <p:spPr>
          <a:xfrm>
            <a:off x="1210696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점"/>
          <p:cNvSpPr/>
          <p:nvPr/>
        </p:nvSpPr>
        <p:spPr>
          <a:xfrm>
            <a:off x="1287391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1364087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번호 띠"/>
          <p:cNvSpPr/>
          <p:nvPr/>
        </p:nvSpPr>
        <p:spPr>
          <a:xfrm>
            <a:off x="723130" y="1265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번호 탭"/>
          <p:cNvSpPr/>
          <p:nvPr/>
        </p:nvSpPr>
        <p:spPr>
          <a:xfrm>
            <a:off x="745043" y="1287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탭 빗면"/>
          <p:cNvSpPr/>
          <p:nvPr/>
        </p:nvSpPr>
        <p:spPr>
          <a:xfrm>
            <a:off x="1139478" y="1287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번호"/>
          <p:cNvSpPr txBox="1"/>
          <p:nvPr/>
        </p:nvSpPr>
        <p:spPr>
          <a:xfrm>
            <a:off x="745043" y="1265478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번호 띠 제목"/>
          <p:cNvSpPr txBox="1"/>
          <p:nvPr/>
        </p:nvSpPr>
        <p:spPr>
          <a:xfrm>
            <a:off x="1369565" y="1287391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723130" y="1846174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 txBox="1"/>
          <p:nvPr/>
        </p:nvSpPr>
        <p:spPr>
          <a:xfrm>
            <a:off x="723130" y="169278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9" name="태그칩"/>
          <p:cNvSpPr/>
          <p:nvPr/>
        </p:nvSpPr>
        <p:spPr>
          <a:xfrm>
            <a:off x="4367188" y="1725652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977652"/>
            <a:ext cx="6300000" cy="162889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994087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본문"/>
          <p:cNvSpPr txBox="1"/>
          <p:nvPr/>
        </p:nvSpPr>
        <p:spPr>
          <a:xfrm>
            <a:off x="1347652" y="2016000"/>
            <a:ext cx="5648087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2446967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244696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7" name="칸 본문"/>
          <p:cNvSpPr txBox="1"/>
          <p:nvPr/>
        </p:nvSpPr>
        <p:spPr>
          <a:xfrm>
            <a:off x="1358609" y="2709923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8" name="칸 본문"/>
          <p:cNvSpPr txBox="1"/>
          <p:nvPr/>
        </p:nvSpPr>
        <p:spPr>
          <a:xfrm>
            <a:off x="4182652" y="2709923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171696" y="274279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3129934"/>
            <a:ext cx="580696" cy="46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312993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347652" y="317376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3" name="태그 설명"/>
          <p:cNvSpPr txBox="1"/>
          <p:nvPr/>
        </p:nvSpPr>
        <p:spPr>
          <a:xfrm>
            <a:off x="2470605" y="3162803"/>
            <a:ext cx="452513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4" name="태그"/>
          <p:cNvSpPr/>
          <p:nvPr/>
        </p:nvSpPr>
        <p:spPr>
          <a:xfrm>
            <a:off x="1347652" y="3370977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5" name="태그 설명"/>
          <p:cNvSpPr txBox="1"/>
          <p:nvPr/>
        </p:nvSpPr>
        <p:spPr>
          <a:xfrm>
            <a:off x="2470605" y="3360021"/>
            <a:ext cx="452513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010086" y="365036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패널 외곽"/>
          <p:cNvSpPr/>
          <p:nvPr/>
        </p:nvSpPr>
        <p:spPr>
          <a:xfrm>
            <a:off x="723130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패널 머리"/>
          <p:cNvSpPr/>
          <p:nvPr/>
        </p:nvSpPr>
        <p:spPr>
          <a:xfrm>
            <a:off x="723130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9" name="레일"/>
          <p:cNvSpPr/>
          <p:nvPr/>
        </p:nvSpPr>
        <p:spPr>
          <a:xfrm>
            <a:off x="756000" y="4148890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45984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1" name="레일 라벨"/>
          <p:cNvSpPr txBox="1"/>
          <p:nvPr/>
        </p:nvSpPr>
        <p:spPr>
          <a:xfrm>
            <a:off x="756000" y="4378977"/>
            <a:ext cx="739565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2" name="패널 본문"/>
          <p:cNvSpPr txBox="1"/>
          <p:nvPr/>
        </p:nvSpPr>
        <p:spPr>
          <a:xfrm>
            <a:off x="1539391" y="4137934"/>
            <a:ext cx="2276217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539391" y="4793510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56000" y="4804466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 태그"/>
          <p:cNvSpPr/>
          <p:nvPr/>
        </p:nvSpPr>
        <p:spPr>
          <a:xfrm>
            <a:off x="845984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6" name="레일 라벨"/>
          <p:cNvSpPr txBox="1"/>
          <p:nvPr/>
        </p:nvSpPr>
        <p:spPr>
          <a:xfrm>
            <a:off x="756000" y="5034553"/>
            <a:ext cx="739565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7" name="패널 본문"/>
          <p:cNvSpPr txBox="1"/>
          <p:nvPr/>
        </p:nvSpPr>
        <p:spPr>
          <a:xfrm>
            <a:off x="1539391" y="4793510"/>
            <a:ext cx="2276217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539391" y="544908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56000" y="5460042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845984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1" name="레일 라벨"/>
          <p:cNvSpPr txBox="1"/>
          <p:nvPr/>
        </p:nvSpPr>
        <p:spPr>
          <a:xfrm>
            <a:off x="756000" y="5690129"/>
            <a:ext cx="739565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2" name="패널 본문"/>
          <p:cNvSpPr txBox="1"/>
          <p:nvPr/>
        </p:nvSpPr>
        <p:spPr>
          <a:xfrm>
            <a:off x="1539391" y="5449085"/>
            <a:ext cx="2276217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3" name="패널 외곽"/>
          <p:cNvSpPr/>
          <p:nvPr/>
        </p:nvSpPr>
        <p:spPr>
          <a:xfrm>
            <a:off x="3897783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패널 머리"/>
          <p:cNvSpPr/>
          <p:nvPr/>
        </p:nvSpPr>
        <p:spPr>
          <a:xfrm>
            <a:off x="3897783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5" name="레일"/>
          <p:cNvSpPr/>
          <p:nvPr/>
        </p:nvSpPr>
        <p:spPr>
          <a:xfrm>
            <a:off x="3930652" y="4148890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 태그"/>
          <p:cNvSpPr/>
          <p:nvPr/>
        </p:nvSpPr>
        <p:spPr>
          <a:xfrm>
            <a:off x="4017897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57" name="레일 라벨"/>
          <p:cNvSpPr txBox="1"/>
          <p:nvPr/>
        </p:nvSpPr>
        <p:spPr>
          <a:xfrm>
            <a:off x="3930652" y="4378977"/>
            <a:ext cx="734087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8" name="패널 본문"/>
          <p:cNvSpPr txBox="1"/>
          <p:nvPr/>
        </p:nvSpPr>
        <p:spPr>
          <a:xfrm>
            <a:off x="4708565" y="4137934"/>
            <a:ext cx="2281696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708565" y="4793510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3930652" y="4804466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 태그"/>
          <p:cNvSpPr/>
          <p:nvPr/>
        </p:nvSpPr>
        <p:spPr>
          <a:xfrm>
            <a:off x="4017897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2" name="레일 라벨"/>
          <p:cNvSpPr txBox="1"/>
          <p:nvPr/>
        </p:nvSpPr>
        <p:spPr>
          <a:xfrm>
            <a:off x="3930652" y="5034553"/>
            <a:ext cx="734087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3" name="패널 본문"/>
          <p:cNvSpPr txBox="1"/>
          <p:nvPr/>
        </p:nvSpPr>
        <p:spPr>
          <a:xfrm>
            <a:off x="4708565" y="4793510"/>
            <a:ext cx="2281696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708565" y="544908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3930652" y="5460042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67" name="레일 라벨"/>
          <p:cNvSpPr txBox="1"/>
          <p:nvPr/>
        </p:nvSpPr>
        <p:spPr>
          <a:xfrm>
            <a:off x="3930652" y="5690129"/>
            <a:ext cx="734087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8" name="패널 본문"/>
          <p:cNvSpPr txBox="1"/>
          <p:nvPr/>
        </p:nvSpPr>
        <p:spPr>
          <a:xfrm>
            <a:off x="4708565" y="5449085"/>
            <a:ext cx="2281696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69" name="형광 밑줄"/>
          <p:cNvSpPr/>
          <p:nvPr/>
        </p:nvSpPr>
        <p:spPr>
          <a:xfrm>
            <a:off x="723130" y="6400487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소제목"/>
          <p:cNvSpPr txBox="1"/>
          <p:nvPr/>
        </p:nvSpPr>
        <p:spPr>
          <a:xfrm>
            <a:off x="723130" y="624709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71" name="태그칩"/>
          <p:cNvSpPr/>
          <p:nvPr/>
        </p:nvSpPr>
        <p:spPr>
          <a:xfrm>
            <a:off x="3541728" y="6279965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72" name="태그칩"/>
          <p:cNvSpPr/>
          <p:nvPr/>
        </p:nvSpPr>
        <p:spPr>
          <a:xfrm>
            <a:off x="3912879" y="6279965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3" name="라벨 박스"/>
          <p:cNvSpPr/>
          <p:nvPr/>
        </p:nvSpPr>
        <p:spPr>
          <a:xfrm>
            <a:off x="723130" y="65429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65538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5" name="본문"/>
          <p:cNvSpPr txBox="1"/>
          <p:nvPr/>
        </p:nvSpPr>
        <p:spPr>
          <a:xfrm>
            <a:off x="1358609" y="6559357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6877096"/>
            <a:ext cx="6300000" cy="267160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6893530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154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9" name="머리칸"/>
          <p:cNvSpPr/>
          <p:nvPr/>
        </p:nvSpPr>
        <p:spPr>
          <a:xfrm>
            <a:off x="4171696" y="69154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0" name="칸 본문"/>
          <p:cNvSpPr txBox="1"/>
          <p:nvPr/>
        </p:nvSpPr>
        <p:spPr>
          <a:xfrm>
            <a:off x="1358609" y="7156487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81" name="칸 본문"/>
          <p:cNvSpPr txBox="1"/>
          <p:nvPr/>
        </p:nvSpPr>
        <p:spPr>
          <a:xfrm>
            <a:off x="4182652" y="7156487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171696" y="7189357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7576497"/>
            <a:ext cx="580696" cy="85188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 태그"/>
          <p:cNvSpPr/>
          <p:nvPr/>
        </p:nvSpPr>
        <p:spPr>
          <a:xfrm>
            <a:off x="854405" y="774084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5" name="레일 라벨"/>
          <p:cNvSpPr txBox="1"/>
          <p:nvPr/>
        </p:nvSpPr>
        <p:spPr>
          <a:xfrm>
            <a:off x="734087" y="7927106"/>
            <a:ext cx="580696" cy="4793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734086" y="757649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머리칸"/>
          <p:cNvSpPr/>
          <p:nvPr/>
        </p:nvSpPr>
        <p:spPr>
          <a:xfrm>
            <a:off x="1347652" y="759841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88" name="칸 본문"/>
          <p:cNvSpPr txBox="1"/>
          <p:nvPr/>
        </p:nvSpPr>
        <p:spPr>
          <a:xfrm>
            <a:off x="1358609" y="7839454"/>
            <a:ext cx="4514087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89" name="사진 칸"/>
          <p:cNvSpPr/>
          <p:nvPr/>
        </p:nvSpPr>
        <p:spPr>
          <a:xfrm>
            <a:off x="5916522" y="7603889"/>
            <a:ext cx="1079217" cy="79710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0" name="레일"/>
          <p:cNvSpPr/>
          <p:nvPr/>
        </p:nvSpPr>
        <p:spPr>
          <a:xfrm>
            <a:off x="734087" y="8444817"/>
            <a:ext cx="580696" cy="108745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 태그"/>
          <p:cNvSpPr/>
          <p:nvPr/>
        </p:nvSpPr>
        <p:spPr>
          <a:xfrm>
            <a:off x="854405" y="860916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92" name="레일 라벨"/>
          <p:cNvSpPr txBox="1"/>
          <p:nvPr/>
        </p:nvSpPr>
        <p:spPr>
          <a:xfrm>
            <a:off x="734087" y="8795426"/>
            <a:ext cx="580696" cy="714929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3" name="레일 삼각형"/>
          <p:cNvSpPr/>
          <p:nvPr/>
        </p:nvSpPr>
        <p:spPr>
          <a:xfrm>
            <a:off x="734086" y="8444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배너"/>
          <p:cNvSpPr/>
          <p:nvPr/>
        </p:nvSpPr>
        <p:spPr>
          <a:xfrm>
            <a:off x="1347652" y="84667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5" name="머리칸"/>
          <p:cNvSpPr/>
          <p:nvPr/>
        </p:nvSpPr>
        <p:spPr>
          <a:xfrm>
            <a:off x="1347652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97" name="머리칸"/>
          <p:cNvSpPr/>
          <p:nvPr/>
        </p:nvSpPr>
        <p:spPr>
          <a:xfrm>
            <a:off x="5113043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98" name="칸 본문"/>
          <p:cNvSpPr txBox="1"/>
          <p:nvPr/>
        </p:nvSpPr>
        <p:spPr>
          <a:xfrm>
            <a:off x="1358609" y="8943339"/>
            <a:ext cx="1860783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99" name="칸 본문"/>
          <p:cNvSpPr txBox="1"/>
          <p:nvPr/>
        </p:nvSpPr>
        <p:spPr>
          <a:xfrm>
            <a:off x="3241304" y="8943339"/>
            <a:ext cx="1860783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3230348" y="8976209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 txBox="1"/>
          <p:nvPr/>
        </p:nvSpPr>
        <p:spPr>
          <a:xfrm>
            <a:off x="5124000" y="8943339"/>
            <a:ext cx="1860783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5113043" y="8976209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표 외곽"/>
          <p:cNvSpPr/>
          <p:nvPr/>
        </p:nvSpPr>
        <p:spPr>
          <a:xfrm>
            <a:off x="536870" y="766957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1" name="칸 본문"/>
          <p:cNvSpPr txBox="1"/>
          <p:nvPr/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2" name="칸 본문"/>
          <p:cNvSpPr txBox="1"/>
          <p:nvPr/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" name="핵심성과 박스"/>
          <p:cNvSpPr/>
          <p:nvPr/>
        </p:nvSpPr>
        <p:spPr>
          <a:xfrm>
            <a:off x="536870" y="156496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핵심성과 라벨"/>
          <p:cNvSpPr/>
          <p:nvPr/>
        </p:nvSpPr>
        <p:spPr>
          <a:xfrm>
            <a:off x="569739" y="160331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 txBox="1"/>
          <p:nvPr/>
        </p:nvSpPr>
        <p:spPr>
          <a:xfrm>
            <a:off x="1314783" y="1581402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" name="라벨 박스"/>
          <p:cNvSpPr/>
          <p:nvPr/>
        </p:nvSpPr>
        <p:spPr>
          <a:xfrm>
            <a:off x="723130" y="150104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734087" y="151200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 txBox="1"/>
          <p:nvPr/>
        </p:nvSpPr>
        <p:spPr>
          <a:xfrm>
            <a:off x="1358609" y="1517478"/>
            <a:ext cx="5631652" cy="26204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723130" y="1850744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861701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358609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/>
          <p:nvPr/>
        </p:nvSpPr>
        <p:spPr>
          <a:xfrm>
            <a:off x="4174435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369565" y="2119179"/>
            <a:ext cx="2793913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4185391" y="2119179"/>
            <a:ext cx="2793913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74435" y="2152049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2604929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2615885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4" name="강조 바"/>
          <p:cNvSpPr/>
          <p:nvPr/>
        </p:nvSpPr>
        <p:spPr>
          <a:xfrm>
            <a:off x="1358609" y="2637798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강조 바 글"/>
          <p:cNvSpPr txBox="1"/>
          <p:nvPr/>
        </p:nvSpPr>
        <p:spPr>
          <a:xfrm>
            <a:off x="1358609" y="2637798"/>
            <a:ext cx="5631652" cy="22917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6" name="라벨 박스"/>
          <p:cNvSpPr/>
          <p:nvPr/>
        </p:nvSpPr>
        <p:spPr>
          <a:xfrm>
            <a:off x="723130" y="2954630"/>
            <a:ext cx="6300000" cy="68844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2965586"/>
            <a:ext cx="591652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1358609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/>
          <p:nvPr/>
        </p:nvSpPr>
        <p:spPr>
          <a:xfrm>
            <a:off x="3235826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/>
          <p:nvPr/>
        </p:nvSpPr>
        <p:spPr>
          <a:xfrm>
            <a:off x="5113043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1369565" y="3223064"/>
            <a:ext cx="1855304" cy="40357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3246783" y="3223064"/>
            <a:ext cx="1855304" cy="40357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35826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5124000" y="3223064"/>
            <a:ext cx="1855304" cy="40357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13043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삼각 화살표"/>
          <p:cNvSpPr/>
          <p:nvPr/>
        </p:nvSpPr>
        <p:spPr>
          <a:xfrm>
            <a:off x="4010086" y="3686900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944379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형광 밑줄"/>
          <p:cNvSpPr/>
          <p:nvPr/>
        </p:nvSpPr>
        <p:spPr>
          <a:xfrm>
            <a:off x="723130" y="6420553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소제목"/>
          <p:cNvSpPr txBox="1"/>
          <p:nvPr/>
        </p:nvSpPr>
        <p:spPr>
          <a:xfrm>
            <a:off x="723130" y="6267162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40" name="태그칩"/>
          <p:cNvSpPr/>
          <p:nvPr/>
        </p:nvSpPr>
        <p:spPr>
          <a:xfrm>
            <a:off x="3595310" y="6300031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1" name="표 외곽"/>
          <p:cNvSpPr/>
          <p:nvPr/>
        </p:nvSpPr>
        <p:spPr>
          <a:xfrm>
            <a:off x="723130" y="6552031"/>
            <a:ext cx="6300000" cy="23465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734087" y="6568466"/>
            <a:ext cx="580696" cy="114861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43" name="배너"/>
          <p:cNvSpPr/>
          <p:nvPr/>
        </p:nvSpPr>
        <p:spPr>
          <a:xfrm>
            <a:off x="1347652" y="659037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44" name="머리칸"/>
          <p:cNvSpPr/>
          <p:nvPr/>
        </p:nvSpPr>
        <p:spPr>
          <a:xfrm>
            <a:off x="1347652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45" name="머리칸"/>
          <p:cNvSpPr/>
          <p:nvPr/>
        </p:nvSpPr>
        <p:spPr>
          <a:xfrm>
            <a:off x="3230348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47" name="칸 본문"/>
          <p:cNvSpPr txBox="1"/>
          <p:nvPr/>
        </p:nvSpPr>
        <p:spPr>
          <a:xfrm>
            <a:off x="1358609" y="7066988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48" name="칸 본문"/>
          <p:cNvSpPr txBox="1"/>
          <p:nvPr/>
        </p:nvSpPr>
        <p:spPr>
          <a:xfrm>
            <a:off x="3241304" y="7066988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230348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 txBox="1"/>
          <p:nvPr/>
        </p:nvSpPr>
        <p:spPr>
          <a:xfrm>
            <a:off x="5124000" y="7066988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113043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7497955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3" name="태그 설명"/>
          <p:cNvSpPr txBox="1"/>
          <p:nvPr/>
        </p:nvSpPr>
        <p:spPr>
          <a:xfrm>
            <a:off x="1972988" y="7486998"/>
            <a:ext cx="5022751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7733520"/>
            <a:ext cx="580696" cy="114861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55" name="레일 삼각형"/>
          <p:cNvSpPr/>
          <p:nvPr/>
        </p:nvSpPr>
        <p:spPr>
          <a:xfrm>
            <a:off x="734086" y="773352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배너"/>
          <p:cNvSpPr/>
          <p:nvPr/>
        </p:nvSpPr>
        <p:spPr>
          <a:xfrm>
            <a:off x="1347652" y="775543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57" name="머리칸"/>
          <p:cNvSpPr/>
          <p:nvPr/>
        </p:nvSpPr>
        <p:spPr>
          <a:xfrm>
            <a:off x="1347652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58" name="머리칸"/>
          <p:cNvSpPr/>
          <p:nvPr/>
        </p:nvSpPr>
        <p:spPr>
          <a:xfrm>
            <a:off x="4171696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59" name="칸 본문"/>
          <p:cNvSpPr txBox="1"/>
          <p:nvPr/>
        </p:nvSpPr>
        <p:spPr>
          <a:xfrm>
            <a:off x="1358609" y="8232042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60" name="칸 본문"/>
          <p:cNvSpPr txBox="1"/>
          <p:nvPr/>
        </p:nvSpPr>
        <p:spPr>
          <a:xfrm>
            <a:off x="4182652" y="8232042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71696" y="826491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태그"/>
          <p:cNvSpPr/>
          <p:nvPr/>
        </p:nvSpPr>
        <p:spPr>
          <a:xfrm>
            <a:off x="1347652" y="8663009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63" name="태그 설명"/>
          <p:cNvSpPr txBox="1"/>
          <p:nvPr/>
        </p:nvSpPr>
        <p:spPr>
          <a:xfrm>
            <a:off x="1972988" y="8652052"/>
            <a:ext cx="5022751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64" name="핵심성과 박스"/>
          <p:cNvSpPr/>
          <p:nvPr/>
        </p:nvSpPr>
        <p:spPr>
          <a:xfrm>
            <a:off x="723130" y="8986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9024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6" name="핵심성과 문구"/>
          <p:cNvSpPr txBox="1"/>
          <p:nvPr/>
        </p:nvSpPr>
        <p:spPr>
          <a:xfrm>
            <a:off x="1501043" y="9002661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0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254522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 txBox="1"/>
          <p:nvPr/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2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966696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83130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7" name="칸 본문"/>
          <p:cNvSpPr txBox="1"/>
          <p:nvPr/>
        </p:nvSpPr>
        <p:spPr>
          <a:xfrm>
            <a:off x="1172348" y="2246087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8" name="칸 본문"/>
          <p:cNvSpPr txBox="1"/>
          <p:nvPr/>
        </p:nvSpPr>
        <p:spPr>
          <a:xfrm>
            <a:off x="3996391" y="2246087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985435" y="22789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720880"/>
            <a:ext cx="350608" cy="142434"/>
          </a:xfrm>
          <a:custGeom>
            <a:avLst/>
            <a:gdLst/>
            <a:ahLst/>
            <a:cxnLst/>
            <a:rect l="l" t="t" r="r" b="b"/>
            <a:pathLst>
              <a:path w="350608" h="142434">
                <a:moveTo>
                  <a:pt x="0" y="0"/>
                </a:moveTo>
                <a:lnTo>
                  <a:pt x="350608" y="0"/>
                </a:lnTo>
                <a:lnTo>
                  <a:pt x="175304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934532"/>
            <a:ext cx="6300000" cy="288525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950967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3" name="머리칸"/>
          <p:cNvSpPr/>
          <p:nvPr/>
        </p:nvSpPr>
        <p:spPr>
          <a:xfrm>
            <a:off x="1161391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5" name="칸 본문"/>
          <p:cNvSpPr txBox="1"/>
          <p:nvPr/>
        </p:nvSpPr>
        <p:spPr>
          <a:xfrm>
            <a:off x="1172348" y="3213923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6" name="칸 본문"/>
          <p:cNvSpPr txBox="1"/>
          <p:nvPr/>
        </p:nvSpPr>
        <p:spPr>
          <a:xfrm>
            <a:off x="3996391" y="3213923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85435" y="3246793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644890"/>
            <a:ext cx="580696" cy="101532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364489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161391" y="366680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366680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2" name="단계"/>
          <p:cNvSpPr/>
          <p:nvPr/>
        </p:nvSpPr>
        <p:spPr>
          <a:xfrm>
            <a:off x="3985435" y="366680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366680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573413" y="366680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985434" y="366680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397456" y="366680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 txBox="1"/>
          <p:nvPr/>
        </p:nvSpPr>
        <p:spPr>
          <a:xfrm>
            <a:off x="1172348" y="3918803"/>
            <a:ext cx="1390109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48" name="칸 본문"/>
          <p:cNvSpPr txBox="1"/>
          <p:nvPr/>
        </p:nvSpPr>
        <p:spPr>
          <a:xfrm>
            <a:off x="2584370" y="3918803"/>
            <a:ext cx="1390109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573413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 txBox="1"/>
          <p:nvPr/>
        </p:nvSpPr>
        <p:spPr>
          <a:xfrm>
            <a:off x="3996391" y="3918803"/>
            <a:ext cx="1390109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985435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 txBox="1"/>
          <p:nvPr/>
        </p:nvSpPr>
        <p:spPr>
          <a:xfrm>
            <a:off x="5408413" y="3918803"/>
            <a:ext cx="1390109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397457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676650"/>
            <a:ext cx="580696" cy="112670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5" name="레일 삼각형"/>
          <p:cNvSpPr/>
          <p:nvPr/>
        </p:nvSpPr>
        <p:spPr>
          <a:xfrm>
            <a:off x="547826" y="467665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머리칸"/>
          <p:cNvSpPr/>
          <p:nvPr/>
        </p:nvSpPr>
        <p:spPr>
          <a:xfrm>
            <a:off x="1161391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58" name="칸 본문"/>
          <p:cNvSpPr txBox="1"/>
          <p:nvPr/>
        </p:nvSpPr>
        <p:spPr>
          <a:xfrm>
            <a:off x="1172348" y="4939607"/>
            <a:ext cx="2802130" cy="19631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59" name="인라인 표"/>
          <p:cNvGraphicFramePr>
            <a:graphicFrameLocks noGrp="1"/>
          </p:cNvGraphicFramePr>
          <p:nvPr/>
        </p:nvGraphicFramePr>
        <p:xfrm>
          <a:off x="1205217" y="5146873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칸 본문"/>
          <p:cNvSpPr txBox="1"/>
          <p:nvPr/>
        </p:nvSpPr>
        <p:spPr>
          <a:xfrm>
            <a:off x="1172348" y="5585134"/>
            <a:ext cx="2802130" cy="19631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1" name="칸 본문"/>
          <p:cNvSpPr txBox="1"/>
          <p:nvPr/>
        </p:nvSpPr>
        <p:spPr>
          <a:xfrm>
            <a:off x="3996391" y="4939607"/>
            <a:ext cx="2802130" cy="84183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985435" y="4972477"/>
            <a:ext cx="0" cy="77609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59074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59457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5" name="핵심성과 문구"/>
          <p:cNvSpPr txBox="1"/>
          <p:nvPr/>
        </p:nvSpPr>
        <p:spPr>
          <a:xfrm>
            <a:off x="1314783" y="5923878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1" name="라벨 박스"/>
          <p:cNvSpPr/>
          <p:nvPr/>
        </p:nvSpPr>
        <p:spPr>
          <a:xfrm>
            <a:off x="723130" y="1501043"/>
            <a:ext cx="6300000" cy="174578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512000"/>
            <a:ext cx="591652" cy="172386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 txBox="1"/>
          <p:nvPr/>
        </p:nvSpPr>
        <p:spPr>
          <a:xfrm>
            <a:off x="1369565" y="1769478"/>
            <a:ext cx="1855304" cy="146091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17" name="칸 본문"/>
          <p:cNvSpPr txBox="1"/>
          <p:nvPr/>
        </p:nvSpPr>
        <p:spPr>
          <a:xfrm>
            <a:off x="3246783" y="1769478"/>
            <a:ext cx="1855304" cy="146091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35826" y="1802348"/>
            <a:ext cx="0" cy="139517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5134957" y="1780435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 txBox="1"/>
          <p:nvPr/>
        </p:nvSpPr>
        <p:spPr>
          <a:xfrm>
            <a:off x="5682783" y="1780435"/>
            <a:ext cx="1296522" cy="703064"/>
          </a:xfrm>
          <a:prstGeom prst="rect">
            <a:avLst/>
          </a:prstGeom>
          <a:noFill/>
        </p:spPr>
        <p:txBody>
          <a:bodyPr wrap="square" lIns="432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4957" y="249445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134957" y="2499934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 txBox="1"/>
          <p:nvPr/>
        </p:nvSpPr>
        <p:spPr>
          <a:xfrm>
            <a:off x="5682783" y="2499934"/>
            <a:ext cx="1296522" cy="703064"/>
          </a:xfrm>
          <a:prstGeom prst="rect">
            <a:avLst/>
          </a:prstGeom>
          <a:noFill/>
        </p:spPr>
        <p:txBody>
          <a:bodyPr wrap="square" lIns="432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113043" y="1802348"/>
            <a:ext cx="0" cy="139517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라벨 박스"/>
          <p:cNvSpPr/>
          <p:nvPr/>
        </p:nvSpPr>
        <p:spPr>
          <a:xfrm>
            <a:off x="723130" y="330160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734087" y="331256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 txBox="1"/>
          <p:nvPr/>
        </p:nvSpPr>
        <p:spPr>
          <a:xfrm>
            <a:off x="1358609" y="3318042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 txBox="1"/>
          <p:nvPr/>
        </p:nvSpPr>
        <p:spPr>
          <a:xfrm>
            <a:off x="3235826" y="3318042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35826" y="335639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0" name="가운데 글"/>
          <p:cNvSpPr txBox="1"/>
          <p:nvPr/>
        </p:nvSpPr>
        <p:spPr>
          <a:xfrm>
            <a:off x="5113043" y="3318042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113043" y="335639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3646737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3657694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 txBox="1"/>
          <p:nvPr/>
        </p:nvSpPr>
        <p:spPr>
          <a:xfrm>
            <a:off x="1369565" y="3663172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 txBox="1"/>
          <p:nvPr/>
        </p:nvSpPr>
        <p:spPr>
          <a:xfrm>
            <a:off x="3246783" y="3663172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235826" y="3696042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5124000" y="3663172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113043" y="3696042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형광 밑줄"/>
          <p:cNvSpPr/>
          <p:nvPr/>
        </p:nvSpPr>
        <p:spPr>
          <a:xfrm>
            <a:off x="723130" y="456436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소제목"/>
          <p:cNvSpPr txBox="1"/>
          <p:nvPr/>
        </p:nvSpPr>
        <p:spPr>
          <a:xfrm>
            <a:off x="723130" y="4410970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41" name="태그칩"/>
          <p:cNvSpPr/>
          <p:nvPr/>
        </p:nvSpPr>
        <p:spPr>
          <a:xfrm>
            <a:off x="4494817" y="444384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2" name="표 외곽"/>
          <p:cNvSpPr/>
          <p:nvPr/>
        </p:nvSpPr>
        <p:spPr>
          <a:xfrm>
            <a:off x="723130" y="4695840"/>
            <a:ext cx="5297478" cy="224521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734087" y="4712275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4" name="머리칸"/>
          <p:cNvSpPr/>
          <p:nvPr/>
        </p:nvSpPr>
        <p:spPr>
          <a:xfrm>
            <a:off x="1347652" y="473418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5" name="머리칸"/>
          <p:cNvSpPr/>
          <p:nvPr/>
        </p:nvSpPr>
        <p:spPr>
          <a:xfrm>
            <a:off x="3670435" y="473418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 txBox="1"/>
          <p:nvPr/>
        </p:nvSpPr>
        <p:spPr>
          <a:xfrm>
            <a:off x="1358609" y="4975231"/>
            <a:ext cx="230087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47" name="칸 본문"/>
          <p:cNvSpPr txBox="1"/>
          <p:nvPr/>
        </p:nvSpPr>
        <p:spPr>
          <a:xfrm>
            <a:off x="3681391" y="4975231"/>
            <a:ext cx="230087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670435" y="500810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395242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539524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머리칸"/>
          <p:cNvSpPr/>
          <p:nvPr/>
        </p:nvSpPr>
        <p:spPr>
          <a:xfrm>
            <a:off x="1347652" y="541715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52" name="머리칸"/>
          <p:cNvSpPr/>
          <p:nvPr/>
        </p:nvSpPr>
        <p:spPr>
          <a:xfrm>
            <a:off x="3670435" y="541715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53" name="칸 본문"/>
          <p:cNvSpPr txBox="1"/>
          <p:nvPr/>
        </p:nvSpPr>
        <p:spPr>
          <a:xfrm>
            <a:off x="1358609" y="5658198"/>
            <a:ext cx="230087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54" name="칸 본문"/>
          <p:cNvSpPr txBox="1"/>
          <p:nvPr/>
        </p:nvSpPr>
        <p:spPr>
          <a:xfrm>
            <a:off x="3681391" y="5658198"/>
            <a:ext cx="230087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670435" y="5691068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6078209"/>
            <a:ext cx="580696" cy="84640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734086" y="60782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배너"/>
          <p:cNvSpPr/>
          <p:nvPr/>
        </p:nvSpPr>
        <p:spPr>
          <a:xfrm>
            <a:off x="1347652" y="6100122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59" name="본문"/>
          <p:cNvSpPr txBox="1"/>
          <p:nvPr/>
        </p:nvSpPr>
        <p:spPr>
          <a:xfrm>
            <a:off x="1347652" y="6335687"/>
            <a:ext cx="4645565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60" name="사진 칸"/>
          <p:cNvSpPr/>
          <p:nvPr/>
        </p:nvSpPr>
        <p:spPr>
          <a:xfrm>
            <a:off x="6064435" y="4712275"/>
            <a:ext cx="958696" cy="1349499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61" name="사진 칸"/>
          <p:cNvSpPr/>
          <p:nvPr/>
        </p:nvSpPr>
        <p:spPr>
          <a:xfrm>
            <a:off x="6064435" y="6078209"/>
            <a:ext cx="958696" cy="84640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2" name="형광 밑줄"/>
          <p:cNvSpPr/>
          <p:nvPr/>
        </p:nvSpPr>
        <p:spPr>
          <a:xfrm>
            <a:off x="723130" y="7214963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소제목"/>
          <p:cNvSpPr txBox="1"/>
          <p:nvPr/>
        </p:nvSpPr>
        <p:spPr>
          <a:xfrm>
            <a:off x="723130" y="7061572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4" name="태그칩"/>
          <p:cNvSpPr/>
          <p:nvPr/>
        </p:nvSpPr>
        <p:spPr>
          <a:xfrm>
            <a:off x="4634353" y="709444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5" name="표 외곽"/>
          <p:cNvSpPr/>
          <p:nvPr/>
        </p:nvSpPr>
        <p:spPr>
          <a:xfrm>
            <a:off x="723130" y="7346442"/>
            <a:ext cx="6300000" cy="159420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734087" y="7362877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7" name="본문"/>
          <p:cNvSpPr txBox="1"/>
          <p:nvPr/>
        </p:nvSpPr>
        <p:spPr>
          <a:xfrm>
            <a:off x="1347652" y="7384790"/>
            <a:ext cx="5648087" cy="21822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68" name="레일"/>
          <p:cNvSpPr/>
          <p:nvPr/>
        </p:nvSpPr>
        <p:spPr>
          <a:xfrm>
            <a:off x="734087" y="7641360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69" name="본문"/>
          <p:cNvSpPr txBox="1"/>
          <p:nvPr/>
        </p:nvSpPr>
        <p:spPr>
          <a:xfrm>
            <a:off x="1347652" y="7663273"/>
            <a:ext cx="5648087" cy="21822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7919843"/>
            <a:ext cx="580696" cy="100436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71" name="머리칸"/>
          <p:cNvSpPr/>
          <p:nvPr/>
        </p:nvSpPr>
        <p:spPr>
          <a:xfrm>
            <a:off x="1347652" y="79417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72" name="머리칸"/>
          <p:cNvSpPr/>
          <p:nvPr/>
        </p:nvSpPr>
        <p:spPr>
          <a:xfrm>
            <a:off x="3230348" y="79417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73" name="머리칸"/>
          <p:cNvSpPr/>
          <p:nvPr/>
        </p:nvSpPr>
        <p:spPr>
          <a:xfrm>
            <a:off x="5113043" y="79417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74" name="칸 본문"/>
          <p:cNvSpPr txBox="1"/>
          <p:nvPr/>
        </p:nvSpPr>
        <p:spPr>
          <a:xfrm>
            <a:off x="1358609" y="8182800"/>
            <a:ext cx="1860783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3241304" y="8182800"/>
            <a:ext cx="1860783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230348" y="8215670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 txBox="1"/>
          <p:nvPr/>
        </p:nvSpPr>
        <p:spPr>
          <a:xfrm>
            <a:off x="5124000" y="8182800"/>
            <a:ext cx="1860783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113043" y="8215670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723130" y="902829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756000" y="906664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 txBox="1"/>
          <p:nvPr/>
        </p:nvSpPr>
        <p:spPr>
          <a:xfrm>
            <a:off x="1501043" y="9044734"/>
            <a:ext cx="5456348" cy="45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소제목"/>
          <p:cNvSpPr txBox="1"/>
          <p:nvPr/>
        </p:nvSpPr>
        <p:spPr>
          <a:xfrm>
            <a:off x="536870" y="76695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106278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 txBox="1"/>
          <p:nvPr/>
        </p:nvSpPr>
        <p:spPr>
          <a:xfrm>
            <a:off x="558783" y="1303826"/>
            <a:ext cx="2026957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13" name="요약 바"/>
          <p:cNvSpPr/>
          <p:nvPr/>
        </p:nvSpPr>
        <p:spPr>
          <a:xfrm>
            <a:off x="558783" y="204523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2651478" y="106278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 txBox="1"/>
          <p:nvPr/>
        </p:nvSpPr>
        <p:spPr>
          <a:xfrm>
            <a:off x="2673391" y="1303826"/>
            <a:ext cx="2026957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17" name="요약 바"/>
          <p:cNvSpPr/>
          <p:nvPr/>
        </p:nvSpPr>
        <p:spPr>
          <a:xfrm>
            <a:off x="2673391" y="204523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4766087" y="106278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 txBox="1"/>
          <p:nvPr/>
        </p:nvSpPr>
        <p:spPr>
          <a:xfrm>
            <a:off x="4788000" y="1303826"/>
            <a:ext cx="2026957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21" name="요약 바"/>
          <p:cNvSpPr/>
          <p:nvPr/>
        </p:nvSpPr>
        <p:spPr>
          <a:xfrm>
            <a:off x="4788000" y="204523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2" name="핵심성과 박스"/>
          <p:cNvSpPr/>
          <p:nvPr/>
        </p:nvSpPr>
        <p:spPr>
          <a:xfrm>
            <a:off x="536870" y="237393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핵심성과 라벨"/>
          <p:cNvSpPr/>
          <p:nvPr/>
        </p:nvSpPr>
        <p:spPr>
          <a:xfrm>
            <a:off x="569739" y="241228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 txBox="1"/>
          <p:nvPr/>
        </p:nvSpPr>
        <p:spPr>
          <a:xfrm>
            <a:off x="1314783" y="2390369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
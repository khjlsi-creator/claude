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장 제목"/>
          <p:cNvSpPr txBox="1"/>
          <p:nvPr/>
        </p:nvSpPr>
        <p:spPr>
          <a:xfrm>
            <a:off x="810783" y="777913"/>
            <a:ext cx="4590783" cy="399913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0" name="KORAD CI" descr="korad-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  <p:sp>
        <p:nvSpPr>
          <p:cNvPr id="11" name="평가내용 라벨"/>
          <p:cNvSpPr/>
          <p:nvPr/>
        </p:nvSpPr>
        <p:spPr>
          <a:xfrm>
            <a:off x="536870" y="1342174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135313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 txBox="1"/>
          <p:nvPr/>
        </p:nvSpPr>
        <p:spPr>
          <a:xfrm>
            <a:off x="1632522" y="1364087"/>
            <a:ext cx="5127652" cy="553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2081739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2103652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2103652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 txBox="1"/>
          <p:nvPr/>
        </p:nvSpPr>
        <p:spPr>
          <a:xfrm>
            <a:off x="558783" y="2081739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 txBox="1"/>
          <p:nvPr/>
        </p:nvSpPr>
        <p:spPr>
          <a:xfrm>
            <a:off x="1183304" y="2103652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2662435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 txBox="1"/>
          <p:nvPr/>
        </p:nvSpPr>
        <p:spPr>
          <a:xfrm>
            <a:off x="536870" y="250904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793913"/>
            <a:ext cx="6300000" cy="2263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810348"/>
            <a:ext cx="580696" cy="85188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8" name="머리칸"/>
          <p:cNvSpPr/>
          <p:nvPr/>
        </p:nvSpPr>
        <p:spPr>
          <a:xfrm>
            <a:off x="1161391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0" name="칸 본문"/>
          <p:cNvSpPr txBox="1"/>
          <p:nvPr/>
        </p:nvSpPr>
        <p:spPr>
          <a:xfrm>
            <a:off x="1172348" y="3073304"/>
            <a:ext cx="2802130" cy="56701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3996391" y="3073304"/>
            <a:ext cx="2802130" cy="56701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985435" y="3106174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678668"/>
            <a:ext cx="580696" cy="657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쐐기"/>
          <p:cNvSpPr/>
          <p:nvPr/>
        </p:nvSpPr>
        <p:spPr>
          <a:xfrm>
            <a:off x="547826" y="3678667"/>
            <a:ext cx="580695" cy="142435"/>
          </a:xfrm>
          <a:custGeom>
            <a:avLst/>
            <a:gdLst/>
            <a:ahLst/>
            <a:cxnLst/>
            <a:rect l="l" t="t" r="r" b="b"/>
            <a:pathLst>
              <a:path w="580695" h="142435">
                <a:moveTo>
                  <a:pt x="0" y="0"/>
                </a:moveTo>
                <a:lnTo>
                  <a:pt x="580695" y="0"/>
                </a:lnTo>
                <a:lnTo>
                  <a:pt x="290347" y="142435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161391" y="3722494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6" name="태그 설명"/>
          <p:cNvSpPr txBox="1"/>
          <p:nvPr/>
        </p:nvSpPr>
        <p:spPr>
          <a:xfrm>
            <a:off x="2145304" y="3711537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7" name="태그"/>
          <p:cNvSpPr/>
          <p:nvPr/>
        </p:nvSpPr>
        <p:spPr>
          <a:xfrm>
            <a:off x="1161391" y="391971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8" name="태그 설명"/>
          <p:cNvSpPr txBox="1"/>
          <p:nvPr/>
        </p:nvSpPr>
        <p:spPr>
          <a:xfrm>
            <a:off x="2145304" y="3908755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9" name="태그"/>
          <p:cNvSpPr/>
          <p:nvPr/>
        </p:nvSpPr>
        <p:spPr>
          <a:xfrm>
            <a:off x="1161391" y="411692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0" name="태그 설명"/>
          <p:cNvSpPr txBox="1"/>
          <p:nvPr/>
        </p:nvSpPr>
        <p:spPr>
          <a:xfrm>
            <a:off x="2145304" y="4105972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41" name="레일"/>
          <p:cNvSpPr/>
          <p:nvPr/>
        </p:nvSpPr>
        <p:spPr>
          <a:xfrm>
            <a:off x="547826" y="4352494"/>
            <a:ext cx="580696" cy="68844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2" name="레일 쐐기"/>
          <p:cNvSpPr/>
          <p:nvPr/>
        </p:nvSpPr>
        <p:spPr>
          <a:xfrm>
            <a:off x="547826" y="4352493"/>
            <a:ext cx="580695" cy="142435"/>
          </a:xfrm>
          <a:custGeom>
            <a:avLst/>
            <a:gdLst/>
            <a:ahLst/>
            <a:cxnLst/>
            <a:rect l="l" t="t" r="r" b="b"/>
            <a:pathLst>
              <a:path w="580695" h="142435">
                <a:moveTo>
                  <a:pt x="0" y="0"/>
                </a:moveTo>
                <a:lnTo>
                  <a:pt x="580695" y="0"/>
                </a:lnTo>
                <a:lnTo>
                  <a:pt x="290347" y="142435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161391" y="4374407"/>
            <a:ext cx="1948435" cy="230087"/>
          </a:xfrm>
          <a:prstGeom prst="homePlate">
            <a:avLst>
              <a:gd name="adj" fmla="val 30000"/>
            </a:avLst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2978348" y="4374407"/>
            <a:ext cx="2014174" cy="230087"/>
          </a:xfrm>
          <a:prstGeom prst="chevron">
            <a:avLst>
              <a:gd name="adj" fmla="val 30000"/>
            </a:avLst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5" name="단계"/>
          <p:cNvSpPr/>
          <p:nvPr/>
        </p:nvSpPr>
        <p:spPr>
          <a:xfrm>
            <a:off x="4861043" y="4374407"/>
            <a:ext cx="1948435" cy="230087"/>
          </a:xfrm>
          <a:prstGeom prst="chevron">
            <a:avLst>
              <a:gd name="adj" fmla="val 30000"/>
            </a:avLst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6" name="칸 본문"/>
          <p:cNvSpPr txBox="1"/>
          <p:nvPr/>
        </p:nvSpPr>
        <p:spPr>
          <a:xfrm>
            <a:off x="1172348" y="4626407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7" name="칸 본문"/>
          <p:cNvSpPr txBox="1"/>
          <p:nvPr/>
        </p:nvSpPr>
        <p:spPr>
          <a:xfrm>
            <a:off x="3055043" y="4626407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044087" y="465927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 txBox="1"/>
          <p:nvPr/>
        </p:nvSpPr>
        <p:spPr>
          <a:xfrm>
            <a:off x="4937739" y="4626407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926783" y="465927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연결 막대"/>
          <p:cNvSpPr/>
          <p:nvPr/>
        </p:nvSpPr>
        <p:spPr>
          <a:xfrm>
            <a:off x="1698261" y="5084765"/>
            <a:ext cx="4601739" cy="3287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연결 끝"/>
          <p:cNvSpPr/>
          <p:nvPr/>
        </p:nvSpPr>
        <p:spPr>
          <a:xfrm>
            <a:off x="1698261" y="5084765"/>
            <a:ext cx="27391" cy="7669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연결 끝"/>
          <p:cNvSpPr/>
          <p:nvPr/>
        </p:nvSpPr>
        <p:spPr>
          <a:xfrm>
            <a:off x="6272609" y="5084765"/>
            <a:ext cx="27391" cy="7669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연결 화살표"/>
          <p:cNvSpPr/>
          <p:nvPr/>
        </p:nvSpPr>
        <p:spPr>
          <a:xfrm>
            <a:off x="3889565" y="5101200"/>
            <a:ext cx="219130" cy="169826"/>
          </a:xfrm>
          <a:prstGeom prst="downArrow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라벨 박스"/>
          <p:cNvSpPr/>
          <p:nvPr/>
        </p:nvSpPr>
        <p:spPr>
          <a:xfrm>
            <a:off x="536870" y="5325809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547826" y="5336765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7" name="강조 바"/>
          <p:cNvSpPr/>
          <p:nvPr/>
        </p:nvSpPr>
        <p:spPr>
          <a:xfrm>
            <a:off x="1172348" y="5358678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강조 바 글"/>
          <p:cNvSpPr txBox="1"/>
          <p:nvPr/>
        </p:nvSpPr>
        <p:spPr>
          <a:xfrm>
            <a:off x="1172348" y="5358678"/>
            <a:ext cx="5631652" cy="22917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59" name="라벨 박스"/>
          <p:cNvSpPr/>
          <p:nvPr/>
        </p:nvSpPr>
        <p:spPr>
          <a:xfrm>
            <a:off x="536870" y="5675510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레일"/>
          <p:cNvSpPr/>
          <p:nvPr/>
        </p:nvSpPr>
        <p:spPr>
          <a:xfrm>
            <a:off x="547826" y="5686466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1" name="가운데 글"/>
          <p:cNvSpPr txBox="1"/>
          <p:nvPr/>
        </p:nvSpPr>
        <p:spPr>
          <a:xfrm>
            <a:off x="1172348" y="5691944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2" name="가운데 글"/>
          <p:cNvSpPr txBox="1"/>
          <p:nvPr/>
        </p:nvSpPr>
        <p:spPr>
          <a:xfrm>
            <a:off x="3049565" y="5691944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3049565" y="5730292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4" name="가운데 글"/>
          <p:cNvSpPr txBox="1"/>
          <p:nvPr/>
        </p:nvSpPr>
        <p:spPr>
          <a:xfrm>
            <a:off x="4926783" y="5691944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926783" y="5730292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6" name="라벨 박스"/>
          <p:cNvSpPr/>
          <p:nvPr/>
        </p:nvSpPr>
        <p:spPr>
          <a:xfrm>
            <a:off x="536870" y="6020640"/>
            <a:ext cx="6300000" cy="64371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"/>
          <p:cNvSpPr/>
          <p:nvPr/>
        </p:nvSpPr>
        <p:spPr>
          <a:xfrm>
            <a:off x="547826" y="6031597"/>
            <a:ext cx="591652" cy="62179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8" name="칸 본문"/>
          <p:cNvSpPr txBox="1"/>
          <p:nvPr/>
        </p:nvSpPr>
        <p:spPr>
          <a:xfrm>
            <a:off x="1183304" y="6037075"/>
            <a:ext cx="1855304" cy="61084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69" name="칸 본문"/>
          <p:cNvSpPr txBox="1"/>
          <p:nvPr/>
        </p:nvSpPr>
        <p:spPr>
          <a:xfrm>
            <a:off x="3060522" y="6037075"/>
            <a:ext cx="1855304" cy="61084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049565" y="6069944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 txBox="1"/>
          <p:nvPr/>
        </p:nvSpPr>
        <p:spPr>
          <a:xfrm>
            <a:off x="4937739" y="6037075"/>
            <a:ext cx="1855304" cy="61084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926783" y="6069944"/>
            <a:ext cx="0" cy="54510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라벨 박스"/>
          <p:cNvSpPr/>
          <p:nvPr/>
        </p:nvSpPr>
        <p:spPr>
          <a:xfrm>
            <a:off x="536870" y="6719134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레일"/>
          <p:cNvSpPr/>
          <p:nvPr/>
        </p:nvSpPr>
        <p:spPr>
          <a:xfrm>
            <a:off x="547826" y="6730090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75" name="칸 본문"/>
          <p:cNvSpPr txBox="1"/>
          <p:nvPr/>
        </p:nvSpPr>
        <p:spPr>
          <a:xfrm>
            <a:off x="1183304" y="6735569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76" name="칸 본문"/>
          <p:cNvSpPr txBox="1"/>
          <p:nvPr/>
        </p:nvSpPr>
        <p:spPr>
          <a:xfrm>
            <a:off x="3060522" y="6735569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3049565" y="6768438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 txBox="1"/>
          <p:nvPr/>
        </p:nvSpPr>
        <p:spPr>
          <a:xfrm>
            <a:off x="4937739" y="6735569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4926783" y="6768438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라벨 박스"/>
          <p:cNvSpPr/>
          <p:nvPr/>
        </p:nvSpPr>
        <p:spPr>
          <a:xfrm>
            <a:off x="536870" y="7243231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"/>
          <p:cNvSpPr/>
          <p:nvPr/>
        </p:nvSpPr>
        <p:spPr>
          <a:xfrm>
            <a:off x="547826" y="7254188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2" name="칸 본문"/>
          <p:cNvSpPr txBox="1"/>
          <p:nvPr/>
        </p:nvSpPr>
        <p:spPr>
          <a:xfrm>
            <a:off x="1183304" y="7259666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3" name="칸 본문"/>
          <p:cNvSpPr txBox="1"/>
          <p:nvPr/>
        </p:nvSpPr>
        <p:spPr>
          <a:xfrm>
            <a:off x="3060522" y="7259666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3049565" y="7292536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7259666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926783" y="7292536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핵심성과 박스"/>
          <p:cNvSpPr/>
          <p:nvPr/>
        </p:nvSpPr>
        <p:spPr>
          <a:xfrm>
            <a:off x="536870" y="780019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핵심성과 라벨"/>
          <p:cNvSpPr/>
          <p:nvPr/>
        </p:nvSpPr>
        <p:spPr>
          <a:xfrm>
            <a:off x="569739" y="783854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9" name="핵심성과 문구"/>
          <p:cNvSpPr txBox="1"/>
          <p:nvPr/>
        </p:nvSpPr>
        <p:spPr>
          <a:xfrm>
            <a:off x="1314783" y="7816633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소제목"/>
          <p:cNvSpPr txBox="1"/>
          <p:nvPr/>
        </p:nvSpPr>
        <p:spPr>
          <a:xfrm>
            <a:off x="723130" y="77791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7" name="패널 외곽"/>
          <p:cNvSpPr/>
          <p:nvPr/>
        </p:nvSpPr>
        <p:spPr>
          <a:xfrm>
            <a:off x="723130" y="1073739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/>
          <p:nvPr/>
        </p:nvSpPr>
        <p:spPr>
          <a:xfrm>
            <a:off x="756000" y="1347652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 txBox="1"/>
          <p:nvPr/>
        </p:nvSpPr>
        <p:spPr>
          <a:xfrm>
            <a:off x="1429826" y="1336696"/>
            <a:ext cx="2385783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29826" y="1773141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" name="레일"/>
          <p:cNvSpPr/>
          <p:nvPr/>
        </p:nvSpPr>
        <p:spPr>
          <a:xfrm>
            <a:off x="756000" y="1784097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 txBox="1"/>
          <p:nvPr/>
        </p:nvSpPr>
        <p:spPr>
          <a:xfrm>
            <a:off x="1429826" y="1773141"/>
            <a:ext cx="2385783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29826" y="2209586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" name="레일"/>
          <p:cNvSpPr/>
          <p:nvPr/>
        </p:nvSpPr>
        <p:spPr>
          <a:xfrm>
            <a:off x="756000" y="2220543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 txBox="1"/>
          <p:nvPr/>
        </p:nvSpPr>
        <p:spPr>
          <a:xfrm>
            <a:off x="1429826" y="2209586"/>
            <a:ext cx="2385783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29826" y="2646031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8" name="레일"/>
          <p:cNvSpPr/>
          <p:nvPr/>
        </p:nvSpPr>
        <p:spPr>
          <a:xfrm>
            <a:off x="756000" y="2656988"/>
            <a:ext cx="630000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 txBox="1"/>
          <p:nvPr/>
        </p:nvSpPr>
        <p:spPr>
          <a:xfrm>
            <a:off x="1429826" y="2646031"/>
            <a:ext cx="2385783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3897783" y="1073739"/>
            <a:ext cx="3125348" cy="203065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/>
          <p:nvPr/>
        </p:nvSpPr>
        <p:spPr>
          <a:xfrm>
            <a:off x="3930652" y="1347652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 txBox="1"/>
          <p:nvPr/>
        </p:nvSpPr>
        <p:spPr>
          <a:xfrm>
            <a:off x="4785261" y="1336696"/>
            <a:ext cx="2205000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785261" y="1773141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3930652" y="1784097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 txBox="1"/>
          <p:nvPr/>
        </p:nvSpPr>
        <p:spPr>
          <a:xfrm>
            <a:off x="4785261" y="1773141"/>
            <a:ext cx="2205000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785261" y="2209586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3930652" y="2220543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 txBox="1"/>
          <p:nvPr/>
        </p:nvSpPr>
        <p:spPr>
          <a:xfrm>
            <a:off x="4785261" y="2209586"/>
            <a:ext cx="2205000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785261" y="2646031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3930652" y="2656988"/>
            <a:ext cx="810783" cy="414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 txBox="1"/>
          <p:nvPr/>
        </p:nvSpPr>
        <p:spPr>
          <a:xfrm>
            <a:off x="4785261" y="2646031"/>
            <a:ext cx="2205000" cy="436445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3" name="핵심성과 박스"/>
          <p:cNvSpPr/>
          <p:nvPr/>
        </p:nvSpPr>
        <p:spPr>
          <a:xfrm>
            <a:off x="723130" y="319204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323039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 txBox="1"/>
          <p:nvPr/>
        </p:nvSpPr>
        <p:spPr>
          <a:xfrm>
            <a:off x="1501043" y="3208477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번호"/>
          <p:cNvSpPr txBox="1"/>
          <p:nvPr/>
        </p:nvSpPr>
        <p:spPr>
          <a:xfrm>
            <a:off x="558783" y="766957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 txBox="1"/>
          <p:nvPr/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 txBox="1"/>
          <p:nvPr/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479130"/>
            <a:ext cx="4716783" cy="218404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495565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 txBox="1"/>
          <p:nvPr/>
        </p:nvSpPr>
        <p:spPr>
          <a:xfrm>
            <a:off x="1161391" y="1517478"/>
            <a:ext cx="406487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/>
          <p:nvPr/>
        </p:nvSpPr>
        <p:spPr>
          <a:xfrm>
            <a:off x="547826" y="1948445"/>
            <a:ext cx="580696" cy="84092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9" name="레일 쐐기"/>
          <p:cNvSpPr/>
          <p:nvPr/>
        </p:nvSpPr>
        <p:spPr>
          <a:xfrm>
            <a:off x="547826" y="1948445"/>
            <a:ext cx="580695" cy="142435"/>
          </a:xfrm>
          <a:custGeom>
            <a:avLst/>
            <a:gdLst/>
            <a:ahLst/>
            <a:cxnLst/>
            <a:rect l="l" t="t" r="r" b="b"/>
            <a:pathLst>
              <a:path w="580695" h="142435">
                <a:moveTo>
                  <a:pt x="0" y="0"/>
                </a:moveTo>
                <a:lnTo>
                  <a:pt x="580695" y="0"/>
                </a:lnTo>
                <a:lnTo>
                  <a:pt x="290347" y="142435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161391" y="1970358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/>
          <p:nvPr/>
        </p:nvSpPr>
        <p:spPr>
          <a:xfrm>
            <a:off x="3193826" y="1970358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 txBox="1"/>
          <p:nvPr/>
        </p:nvSpPr>
        <p:spPr>
          <a:xfrm>
            <a:off x="1172348" y="2211402"/>
            <a:ext cx="2010522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 txBox="1"/>
          <p:nvPr/>
        </p:nvSpPr>
        <p:spPr>
          <a:xfrm>
            <a:off x="3204783" y="2211402"/>
            <a:ext cx="2010522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193826" y="2244271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805809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쐐기"/>
          <p:cNvSpPr/>
          <p:nvPr/>
        </p:nvSpPr>
        <p:spPr>
          <a:xfrm>
            <a:off x="547826" y="2805808"/>
            <a:ext cx="580695" cy="142435"/>
          </a:xfrm>
          <a:custGeom>
            <a:avLst/>
            <a:gdLst/>
            <a:ahLst/>
            <a:cxnLst/>
            <a:rect l="l" t="t" r="r" b="b"/>
            <a:pathLst>
              <a:path w="580695" h="142435">
                <a:moveTo>
                  <a:pt x="0" y="0"/>
                </a:moveTo>
                <a:lnTo>
                  <a:pt x="580695" y="0"/>
                </a:lnTo>
                <a:lnTo>
                  <a:pt x="290347" y="142435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2827722"/>
            <a:ext cx="1081957" cy="230087"/>
          </a:xfrm>
          <a:prstGeom prst="homePlate">
            <a:avLst>
              <a:gd name="adj" fmla="val 30000"/>
            </a:avLst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/>
          <p:nvPr/>
        </p:nvSpPr>
        <p:spPr>
          <a:xfrm>
            <a:off x="2111870" y="2827722"/>
            <a:ext cx="1147696" cy="230087"/>
          </a:xfrm>
          <a:prstGeom prst="chevron">
            <a:avLst>
              <a:gd name="adj" fmla="val 30000"/>
            </a:avLst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/>
          <p:nvPr/>
        </p:nvSpPr>
        <p:spPr>
          <a:xfrm>
            <a:off x="3128087" y="2827722"/>
            <a:ext cx="1147696" cy="230087"/>
          </a:xfrm>
          <a:prstGeom prst="chevron">
            <a:avLst>
              <a:gd name="adj" fmla="val 30000"/>
            </a:avLst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/>
          <p:nvPr/>
        </p:nvSpPr>
        <p:spPr>
          <a:xfrm>
            <a:off x="4144304" y="2827722"/>
            <a:ext cx="1081957" cy="230087"/>
          </a:xfrm>
          <a:prstGeom prst="chevron">
            <a:avLst>
              <a:gd name="adj" fmla="val 30000"/>
            </a:avLst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1172348" y="3079722"/>
            <a:ext cx="994304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2" name="칸 본문"/>
          <p:cNvSpPr txBox="1"/>
          <p:nvPr/>
        </p:nvSpPr>
        <p:spPr>
          <a:xfrm>
            <a:off x="2188565" y="3079722"/>
            <a:ext cx="994304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177609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 txBox="1"/>
          <p:nvPr/>
        </p:nvSpPr>
        <p:spPr>
          <a:xfrm>
            <a:off x="3204783" y="3079722"/>
            <a:ext cx="994304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193826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 txBox="1"/>
          <p:nvPr/>
        </p:nvSpPr>
        <p:spPr>
          <a:xfrm>
            <a:off x="4221000" y="3079722"/>
            <a:ext cx="994304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210043" y="3112591"/>
            <a:ext cx="0" cy="47936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성과 화살표"/>
          <p:cNvSpPr/>
          <p:nvPr/>
        </p:nvSpPr>
        <p:spPr>
          <a:xfrm>
            <a:off x="5275565" y="2450630"/>
            <a:ext cx="153391" cy="241043"/>
          </a:xfrm>
          <a:prstGeom prst="rightArrow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성과 패널"/>
          <p:cNvSpPr/>
          <p:nvPr/>
        </p:nvSpPr>
        <p:spPr>
          <a:xfrm>
            <a:off x="5450870" y="1731130"/>
            <a:ext cx="1386000" cy="1932042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성과 패널 본문"/>
          <p:cNvSpPr txBox="1"/>
          <p:nvPr/>
        </p:nvSpPr>
        <p:spPr>
          <a:xfrm>
            <a:off x="5472783" y="1753043"/>
            <a:ext cx="1342174" cy="1888216"/>
          </a:xfrm>
          <a:prstGeom prst="rect">
            <a:avLst/>
          </a:prstGeom>
          <a:noFill/>
        </p:spPr>
        <p:txBody>
          <a:bodyPr wrap="square" lIns="54000" tIns="18000" rIns="36000" bIns="180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2" name="핵심성과 박스"/>
          <p:cNvSpPr/>
          <p:nvPr/>
        </p:nvSpPr>
        <p:spPr>
          <a:xfrm>
            <a:off x="536870" y="375082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569739" y="378917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4" name="핵심성과 문구"/>
          <p:cNvSpPr txBox="1"/>
          <p:nvPr/>
        </p:nvSpPr>
        <p:spPr>
          <a:xfrm>
            <a:off x="1314783" y="3767259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4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소제목"/>
          <p:cNvSpPr txBox="1"/>
          <p:nvPr/>
        </p:nvSpPr>
        <p:spPr>
          <a:xfrm>
            <a:off x="723130" y="77791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7" name="표 외곽"/>
          <p:cNvSpPr/>
          <p:nvPr/>
        </p:nvSpPr>
        <p:spPr>
          <a:xfrm>
            <a:off x="723130" y="1062783"/>
            <a:ext cx="6300000" cy="223973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레일"/>
          <p:cNvSpPr/>
          <p:nvPr/>
        </p:nvSpPr>
        <p:spPr>
          <a:xfrm>
            <a:off x="734087" y="1079217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 txBox="1"/>
          <p:nvPr/>
        </p:nvSpPr>
        <p:spPr>
          <a:xfrm>
            <a:off x="1358609" y="1342174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 txBox="1"/>
          <p:nvPr/>
        </p:nvSpPr>
        <p:spPr>
          <a:xfrm>
            <a:off x="4182652" y="1342174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71696" y="1375043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" name="레일"/>
          <p:cNvSpPr/>
          <p:nvPr/>
        </p:nvSpPr>
        <p:spPr>
          <a:xfrm>
            <a:off x="734087" y="1762184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5" name="레일 쐐기"/>
          <p:cNvSpPr/>
          <p:nvPr/>
        </p:nvSpPr>
        <p:spPr>
          <a:xfrm>
            <a:off x="734086" y="1762184"/>
            <a:ext cx="580696" cy="142435"/>
          </a:xfrm>
          <a:custGeom>
            <a:avLst/>
            <a:gdLst/>
            <a:ahLst/>
            <a:cxnLst/>
            <a:rect l="l" t="t" r="r" b="b"/>
            <a:pathLst>
              <a:path w="580696" h="142435">
                <a:moveTo>
                  <a:pt x="0" y="0"/>
                </a:moveTo>
                <a:lnTo>
                  <a:pt x="580696" y="0"/>
                </a:lnTo>
                <a:lnTo>
                  <a:pt x="290348" y="142435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머리칸"/>
          <p:cNvSpPr/>
          <p:nvPr/>
        </p:nvSpPr>
        <p:spPr>
          <a:xfrm>
            <a:off x="1347652" y="178409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/>
          <p:nvPr/>
        </p:nvSpPr>
        <p:spPr>
          <a:xfrm>
            <a:off x="4171696" y="178409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 txBox="1"/>
          <p:nvPr/>
        </p:nvSpPr>
        <p:spPr>
          <a:xfrm>
            <a:off x="1358609" y="2025141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4182652" y="2025141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71696" y="2058010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445151"/>
            <a:ext cx="580696" cy="84092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2" name="레일 쐐기"/>
          <p:cNvSpPr/>
          <p:nvPr/>
        </p:nvSpPr>
        <p:spPr>
          <a:xfrm>
            <a:off x="734086" y="2445151"/>
            <a:ext cx="580696" cy="142435"/>
          </a:xfrm>
          <a:custGeom>
            <a:avLst/>
            <a:gdLst/>
            <a:ahLst/>
            <a:cxnLst/>
            <a:rect l="l" t="t" r="r" b="b"/>
            <a:pathLst>
              <a:path w="580696" h="142435">
                <a:moveTo>
                  <a:pt x="0" y="0"/>
                </a:moveTo>
                <a:lnTo>
                  <a:pt x="580696" y="0"/>
                </a:lnTo>
                <a:lnTo>
                  <a:pt x="290348" y="142435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2467064"/>
            <a:ext cx="1477761" cy="230087"/>
          </a:xfrm>
          <a:prstGeom prst="homePlate">
            <a:avLst>
              <a:gd name="adj" fmla="val 30000"/>
            </a:avLst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/>
          <p:nvPr/>
        </p:nvSpPr>
        <p:spPr>
          <a:xfrm>
            <a:off x="2693935" y="2467064"/>
            <a:ext cx="1543500" cy="230087"/>
          </a:xfrm>
          <a:prstGeom prst="chevron">
            <a:avLst>
              <a:gd name="adj" fmla="val 30000"/>
            </a:avLst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/>
          <p:nvPr/>
        </p:nvSpPr>
        <p:spPr>
          <a:xfrm>
            <a:off x="4105957" y="2467064"/>
            <a:ext cx="1543500" cy="230087"/>
          </a:xfrm>
          <a:prstGeom prst="chevron">
            <a:avLst>
              <a:gd name="adj" fmla="val 30000"/>
            </a:avLst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/>
          <p:nvPr/>
        </p:nvSpPr>
        <p:spPr>
          <a:xfrm>
            <a:off x="5517978" y="2467064"/>
            <a:ext cx="1477761" cy="230087"/>
          </a:xfrm>
          <a:prstGeom prst="chevron">
            <a:avLst>
              <a:gd name="adj" fmla="val 30000"/>
            </a:avLst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27" name="칸 본문"/>
          <p:cNvSpPr txBox="1"/>
          <p:nvPr/>
        </p:nvSpPr>
        <p:spPr>
          <a:xfrm>
            <a:off x="1358609" y="2719064"/>
            <a:ext cx="1390109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28" name="칸 본문"/>
          <p:cNvSpPr txBox="1"/>
          <p:nvPr/>
        </p:nvSpPr>
        <p:spPr>
          <a:xfrm>
            <a:off x="2770630" y="2719064"/>
            <a:ext cx="1390109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759674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4182652" y="2719064"/>
            <a:ext cx="1390109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171696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 txBox="1"/>
          <p:nvPr/>
        </p:nvSpPr>
        <p:spPr>
          <a:xfrm>
            <a:off x="5594674" y="2719064"/>
            <a:ext cx="1390109" cy="54510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583717" y="2751934"/>
            <a:ext cx="0" cy="47936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723130" y="339016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756000" y="342851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 txBox="1"/>
          <p:nvPr/>
        </p:nvSpPr>
        <p:spPr>
          <a:xfrm>
            <a:off x="1501043" y="3406602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소제목"/>
          <p:cNvSpPr txBox="1"/>
          <p:nvPr/>
        </p:nvSpPr>
        <p:spPr>
          <a:xfrm>
            <a:off x="536870" y="76695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 txBox="1"/>
          <p:nvPr/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3" name="라벨 박스"/>
          <p:cNvSpPr/>
          <p:nvPr/>
        </p:nvSpPr>
        <p:spPr>
          <a:xfrm>
            <a:off x="536870" y="140791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418870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 txBox="1"/>
          <p:nvPr/>
        </p:nvSpPr>
        <p:spPr>
          <a:xfrm>
            <a:off x="1172348" y="1424348"/>
            <a:ext cx="5631652" cy="26204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 txBox="1"/>
          <p:nvPr/>
        </p:nvSpPr>
        <p:spPr>
          <a:xfrm>
            <a:off x="2180348" y="1735701"/>
            <a:ext cx="4656522" cy="175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7" name="라벨 박스"/>
          <p:cNvSpPr/>
          <p:nvPr/>
        </p:nvSpPr>
        <p:spPr>
          <a:xfrm>
            <a:off x="536870" y="1965788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976744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/>
          <p:nvPr/>
        </p:nvSpPr>
        <p:spPr>
          <a:xfrm>
            <a:off x="1172348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/>
          <p:nvPr/>
        </p:nvSpPr>
        <p:spPr>
          <a:xfrm>
            <a:off x="3049565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99317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 txBox="1"/>
          <p:nvPr/>
        </p:nvSpPr>
        <p:spPr>
          <a:xfrm>
            <a:off x="1183304" y="2234223"/>
            <a:ext cx="1855304" cy="41453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 txBox="1"/>
          <p:nvPr/>
        </p:nvSpPr>
        <p:spPr>
          <a:xfrm>
            <a:off x="3060522" y="2234223"/>
            <a:ext cx="1855304" cy="41453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049565" y="2267092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 txBox="1"/>
          <p:nvPr/>
        </p:nvSpPr>
        <p:spPr>
          <a:xfrm>
            <a:off x="4937739" y="2234223"/>
            <a:ext cx="1855304" cy="41453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926783" y="2267092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라벨 박스"/>
          <p:cNvSpPr/>
          <p:nvPr/>
        </p:nvSpPr>
        <p:spPr>
          <a:xfrm>
            <a:off x="536870" y="2719972"/>
            <a:ext cx="6300000" cy="46931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730929"/>
            <a:ext cx="591652" cy="44740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 txBox="1"/>
          <p:nvPr/>
        </p:nvSpPr>
        <p:spPr>
          <a:xfrm>
            <a:off x="1183304" y="2736407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 txBox="1"/>
          <p:nvPr/>
        </p:nvSpPr>
        <p:spPr>
          <a:xfrm>
            <a:off x="3060522" y="2736407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049565" y="2769277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 txBox="1"/>
          <p:nvPr/>
        </p:nvSpPr>
        <p:spPr>
          <a:xfrm>
            <a:off x="4937739" y="2736407"/>
            <a:ext cx="1855304" cy="43644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926783" y="2769277"/>
            <a:ext cx="0" cy="37070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27693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309809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 txBox="1"/>
          <p:nvPr/>
        </p:nvSpPr>
        <p:spPr>
          <a:xfrm>
            <a:off x="1314783" y="3298852"/>
            <a:ext cx="5456348" cy="480522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4" name="평가내용 라벨"/>
          <p:cNvSpPr/>
          <p:nvPr/>
        </p:nvSpPr>
        <p:spPr>
          <a:xfrm>
            <a:off x="723130" y="777913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5" name="평가내용 제목 박스"/>
          <p:cNvSpPr/>
          <p:nvPr/>
        </p:nvSpPr>
        <p:spPr>
          <a:xfrm>
            <a:off x="1709217" y="788870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평가내용 제목"/>
          <p:cNvSpPr txBox="1"/>
          <p:nvPr/>
        </p:nvSpPr>
        <p:spPr>
          <a:xfrm>
            <a:off x="1818783" y="799826"/>
            <a:ext cx="5127652" cy="301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7" name="점"/>
          <p:cNvSpPr/>
          <p:nvPr/>
        </p:nvSpPr>
        <p:spPr>
          <a:xfrm>
            <a:off x="1057304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점"/>
          <p:cNvSpPr/>
          <p:nvPr/>
        </p:nvSpPr>
        <p:spPr>
          <a:xfrm>
            <a:off x="1134000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점"/>
          <p:cNvSpPr/>
          <p:nvPr/>
        </p:nvSpPr>
        <p:spPr>
          <a:xfrm>
            <a:off x="1210696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점"/>
          <p:cNvSpPr/>
          <p:nvPr/>
        </p:nvSpPr>
        <p:spPr>
          <a:xfrm>
            <a:off x="1287391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점"/>
          <p:cNvSpPr/>
          <p:nvPr/>
        </p:nvSpPr>
        <p:spPr>
          <a:xfrm>
            <a:off x="1364087" y="1062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번호 띠"/>
          <p:cNvSpPr/>
          <p:nvPr/>
        </p:nvSpPr>
        <p:spPr>
          <a:xfrm>
            <a:off x="723130" y="1265478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번호 탭"/>
          <p:cNvSpPr/>
          <p:nvPr/>
        </p:nvSpPr>
        <p:spPr>
          <a:xfrm>
            <a:off x="745043" y="1287391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탭 빗면"/>
          <p:cNvSpPr/>
          <p:nvPr/>
        </p:nvSpPr>
        <p:spPr>
          <a:xfrm>
            <a:off x="1139478" y="1287391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번호"/>
          <p:cNvSpPr txBox="1"/>
          <p:nvPr/>
        </p:nvSpPr>
        <p:spPr>
          <a:xfrm>
            <a:off x="745043" y="1265478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번호 띠 제목"/>
          <p:cNvSpPr txBox="1"/>
          <p:nvPr/>
        </p:nvSpPr>
        <p:spPr>
          <a:xfrm>
            <a:off x="1369565" y="1287391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723130" y="1846174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 txBox="1"/>
          <p:nvPr/>
        </p:nvSpPr>
        <p:spPr>
          <a:xfrm>
            <a:off x="723130" y="169278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9" name="태그칩"/>
          <p:cNvSpPr/>
          <p:nvPr/>
        </p:nvSpPr>
        <p:spPr>
          <a:xfrm>
            <a:off x="4367188" y="1725652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977652"/>
            <a:ext cx="6300000" cy="162889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994087"/>
            <a:ext cx="580696" cy="43644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본문"/>
          <p:cNvSpPr txBox="1"/>
          <p:nvPr/>
        </p:nvSpPr>
        <p:spPr>
          <a:xfrm>
            <a:off x="1347652" y="2016000"/>
            <a:ext cx="5648087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2446967"/>
            <a:ext cx="580696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쐐기"/>
          <p:cNvSpPr/>
          <p:nvPr/>
        </p:nvSpPr>
        <p:spPr>
          <a:xfrm>
            <a:off x="734086" y="2446966"/>
            <a:ext cx="580696" cy="142435"/>
          </a:xfrm>
          <a:custGeom>
            <a:avLst/>
            <a:gdLst/>
            <a:ahLst/>
            <a:cxnLst/>
            <a:rect l="l" t="t" r="r" b="b"/>
            <a:pathLst>
              <a:path w="580696" h="142435">
                <a:moveTo>
                  <a:pt x="0" y="0"/>
                </a:moveTo>
                <a:lnTo>
                  <a:pt x="580696" y="0"/>
                </a:lnTo>
                <a:lnTo>
                  <a:pt x="290348" y="142435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2468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2468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7" name="칸 본문"/>
          <p:cNvSpPr txBox="1"/>
          <p:nvPr/>
        </p:nvSpPr>
        <p:spPr>
          <a:xfrm>
            <a:off x="1358609" y="2709923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8" name="칸 본문"/>
          <p:cNvSpPr txBox="1"/>
          <p:nvPr/>
        </p:nvSpPr>
        <p:spPr>
          <a:xfrm>
            <a:off x="4182652" y="2709923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171696" y="2742793"/>
            <a:ext cx="0" cy="31592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3129934"/>
            <a:ext cx="580696" cy="46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레일 쐐기"/>
          <p:cNvSpPr/>
          <p:nvPr/>
        </p:nvSpPr>
        <p:spPr>
          <a:xfrm>
            <a:off x="734086" y="3129933"/>
            <a:ext cx="580696" cy="142435"/>
          </a:xfrm>
          <a:custGeom>
            <a:avLst/>
            <a:gdLst/>
            <a:ahLst/>
            <a:cxnLst/>
            <a:rect l="l" t="t" r="r" b="b"/>
            <a:pathLst>
              <a:path w="580696" h="142435">
                <a:moveTo>
                  <a:pt x="0" y="0"/>
                </a:moveTo>
                <a:lnTo>
                  <a:pt x="580696" y="0"/>
                </a:lnTo>
                <a:lnTo>
                  <a:pt x="290348" y="142435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347652" y="317376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3" name="태그 설명"/>
          <p:cNvSpPr txBox="1"/>
          <p:nvPr/>
        </p:nvSpPr>
        <p:spPr>
          <a:xfrm>
            <a:off x="2470605" y="3162803"/>
            <a:ext cx="452513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4" name="태그"/>
          <p:cNvSpPr/>
          <p:nvPr/>
        </p:nvSpPr>
        <p:spPr>
          <a:xfrm>
            <a:off x="1347652" y="3370977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5" name="태그 설명"/>
          <p:cNvSpPr txBox="1"/>
          <p:nvPr/>
        </p:nvSpPr>
        <p:spPr>
          <a:xfrm>
            <a:off x="2470605" y="3360021"/>
            <a:ext cx="452513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6" name="연결 막대"/>
          <p:cNvSpPr/>
          <p:nvPr/>
        </p:nvSpPr>
        <p:spPr>
          <a:xfrm>
            <a:off x="1884522" y="3633934"/>
            <a:ext cx="4601739" cy="3287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연결 끝"/>
          <p:cNvSpPr/>
          <p:nvPr/>
        </p:nvSpPr>
        <p:spPr>
          <a:xfrm>
            <a:off x="1884522" y="3633934"/>
            <a:ext cx="27391" cy="7669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연결 끝"/>
          <p:cNvSpPr/>
          <p:nvPr/>
        </p:nvSpPr>
        <p:spPr>
          <a:xfrm>
            <a:off x="6458870" y="3633934"/>
            <a:ext cx="27391" cy="7669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연결 화살표"/>
          <p:cNvSpPr/>
          <p:nvPr/>
        </p:nvSpPr>
        <p:spPr>
          <a:xfrm>
            <a:off x="4075826" y="3650369"/>
            <a:ext cx="219130" cy="169826"/>
          </a:xfrm>
          <a:prstGeom prst="downArrow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패널 외곽"/>
          <p:cNvSpPr/>
          <p:nvPr/>
        </p:nvSpPr>
        <p:spPr>
          <a:xfrm>
            <a:off x="723130" y="3874977"/>
            <a:ext cx="3125348" cy="225159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패널 머리"/>
          <p:cNvSpPr/>
          <p:nvPr/>
        </p:nvSpPr>
        <p:spPr>
          <a:xfrm>
            <a:off x="723130" y="387497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2" name="레일"/>
          <p:cNvSpPr/>
          <p:nvPr/>
        </p:nvSpPr>
        <p:spPr>
          <a:xfrm>
            <a:off x="756000" y="4148890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 태그"/>
          <p:cNvSpPr/>
          <p:nvPr/>
        </p:nvSpPr>
        <p:spPr>
          <a:xfrm>
            <a:off x="845984" y="41927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4" name="레일 라벨"/>
          <p:cNvSpPr txBox="1"/>
          <p:nvPr/>
        </p:nvSpPr>
        <p:spPr>
          <a:xfrm>
            <a:off x="756000" y="4378977"/>
            <a:ext cx="739565" cy="38166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5" name="패널 본문"/>
          <p:cNvSpPr txBox="1"/>
          <p:nvPr/>
        </p:nvSpPr>
        <p:spPr>
          <a:xfrm>
            <a:off x="1539391" y="4137934"/>
            <a:ext cx="2276217" cy="65557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539391" y="4793510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56000" y="4804466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845984" y="484829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9" name="레일 라벨"/>
          <p:cNvSpPr txBox="1"/>
          <p:nvPr/>
        </p:nvSpPr>
        <p:spPr>
          <a:xfrm>
            <a:off x="756000" y="5034553"/>
            <a:ext cx="739565" cy="38166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0" name="패널 본문"/>
          <p:cNvSpPr txBox="1"/>
          <p:nvPr/>
        </p:nvSpPr>
        <p:spPr>
          <a:xfrm>
            <a:off x="1539391" y="4793510"/>
            <a:ext cx="2276217" cy="65557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539391" y="544908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56000" y="5460042"/>
            <a:ext cx="739565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845984" y="550386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54" name="레일 라벨"/>
          <p:cNvSpPr txBox="1"/>
          <p:nvPr/>
        </p:nvSpPr>
        <p:spPr>
          <a:xfrm>
            <a:off x="756000" y="5690129"/>
            <a:ext cx="739565" cy="38166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55" name="패널 본문"/>
          <p:cNvSpPr txBox="1"/>
          <p:nvPr/>
        </p:nvSpPr>
        <p:spPr>
          <a:xfrm>
            <a:off x="1539391" y="5449085"/>
            <a:ext cx="2276217" cy="65557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56" name="패널 외곽"/>
          <p:cNvSpPr/>
          <p:nvPr/>
        </p:nvSpPr>
        <p:spPr>
          <a:xfrm>
            <a:off x="3897783" y="3874977"/>
            <a:ext cx="3125348" cy="225159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패널 머리"/>
          <p:cNvSpPr/>
          <p:nvPr/>
        </p:nvSpPr>
        <p:spPr>
          <a:xfrm>
            <a:off x="3897783" y="387497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8" name="레일"/>
          <p:cNvSpPr/>
          <p:nvPr/>
        </p:nvSpPr>
        <p:spPr>
          <a:xfrm>
            <a:off x="3930652" y="4148890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 태그"/>
          <p:cNvSpPr/>
          <p:nvPr/>
        </p:nvSpPr>
        <p:spPr>
          <a:xfrm>
            <a:off x="4017897" y="419271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0" name="레일 라벨"/>
          <p:cNvSpPr txBox="1"/>
          <p:nvPr/>
        </p:nvSpPr>
        <p:spPr>
          <a:xfrm>
            <a:off x="3930652" y="4378977"/>
            <a:ext cx="734087" cy="38166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1" name="패널 본문"/>
          <p:cNvSpPr txBox="1"/>
          <p:nvPr/>
        </p:nvSpPr>
        <p:spPr>
          <a:xfrm>
            <a:off x="4708565" y="4137934"/>
            <a:ext cx="2281696" cy="65557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708565" y="4793510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3930652" y="4804466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4017897" y="484829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65" name="레일 라벨"/>
          <p:cNvSpPr txBox="1"/>
          <p:nvPr/>
        </p:nvSpPr>
        <p:spPr>
          <a:xfrm>
            <a:off x="3930652" y="5034553"/>
            <a:ext cx="734087" cy="38166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66" name="패널 본문"/>
          <p:cNvSpPr txBox="1"/>
          <p:nvPr/>
        </p:nvSpPr>
        <p:spPr>
          <a:xfrm>
            <a:off x="4708565" y="4793510"/>
            <a:ext cx="2281696" cy="65557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708565" y="544908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레일"/>
          <p:cNvSpPr/>
          <p:nvPr/>
        </p:nvSpPr>
        <p:spPr>
          <a:xfrm>
            <a:off x="3930652" y="5460042"/>
            <a:ext cx="734087" cy="63366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레일 태그"/>
          <p:cNvSpPr/>
          <p:nvPr/>
        </p:nvSpPr>
        <p:spPr>
          <a:xfrm>
            <a:off x="4017897" y="550386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70" name="레일 라벨"/>
          <p:cNvSpPr txBox="1"/>
          <p:nvPr/>
        </p:nvSpPr>
        <p:spPr>
          <a:xfrm>
            <a:off x="3930652" y="5690129"/>
            <a:ext cx="734087" cy="38166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71" name="패널 본문"/>
          <p:cNvSpPr txBox="1"/>
          <p:nvPr/>
        </p:nvSpPr>
        <p:spPr>
          <a:xfrm>
            <a:off x="4708565" y="5449085"/>
            <a:ext cx="2281696" cy="655576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72" name="형광 밑줄"/>
          <p:cNvSpPr/>
          <p:nvPr/>
        </p:nvSpPr>
        <p:spPr>
          <a:xfrm>
            <a:off x="723130" y="6400487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소제목"/>
          <p:cNvSpPr txBox="1"/>
          <p:nvPr/>
        </p:nvSpPr>
        <p:spPr>
          <a:xfrm>
            <a:off x="723130" y="6247096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74" name="태그칩"/>
          <p:cNvSpPr/>
          <p:nvPr/>
        </p:nvSpPr>
        <p:spPr>
          <a:xfrm>
            <a:off x="3541728" y="6279965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75" name="태그칩"/>
          <p:cNvSpPr/>
          <p:nvPr/>
        </p:nvSpPr>
        <p:spPr>
          <a:xfrm>
            <a:off x="3912879" y="6279965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76" name="라벨 박스"/>
          <p:cNvSpPr/>
          <p:nvPr/>
        </p:nvSpPr>
        <p:spPr>
          <a:xfrm>
            <a:off x="723130" y="65429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65538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78" name="본문"/>
          <p:cNvSpPr txBox="1"/>
          <p:nvPr/>
        </p:nvSpPr>
        <p:spPr>
          <a:xfrm>
            <a:off x="1358609" y="6559357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79" name="표 외곽"/>
          <p:cNvSpPr/>
          <p:nvPr/>
        </p:nvSpPr>
        <p:spPr>
          <a:xfrm>
            <a:off x="723130" y="6877096"/>
            <a:ext cx="6300000" cy="267160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레일"/>
          <p:cNvSpPr/>
          <p:nvPr/>
        </p:nvSpPr>
        <p:spPr>
          <a:xfrm>
            <a:off x="734087" y="6893530"/>
            <a:ext cx="580696" cy="66653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69154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82" name="머리칸"/>
          <p:cNvSpPr/>
          <p:nvPr/>
        </p:nvSpPr>
        <p:spPr>
          <a:xfrm>
            <a:off x="4171696" y="69154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3" name="칸 본문"/>
          <p:cNvSpPr txBox="1"/>
          <p:nvPr/>
        </p:nvSpPr>
        <p:spPr>
          <a:xfrm>
            <a:off x="1358609" y="7156487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84" name="칸 본문"/>
          <p:cNvSpPr txBox="1"/>
          <p:nvPr/>
        </p:nvSpPr>
        <p:spPr>
          <a:xfrm>
            <a:off x="4182652" y="7156487"/>
            <a:ext cx="2802130" cy="38166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171696" y="7189357"/>
            <a:ext cx="0" cy="31592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레일"/>
          <p:cNvSpPr/>
          <p:nvPr/>
        </p:nvSpPr>
        <p:spPr>
          <a:xfrm>
            <a:off x="734087" y="7576497"/>
            <a:ext cx="580696" cy="85188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 태그"/>
          <p:cNvSpPr/>
          <p:nvPr/>
        </p:nvSpPr>
        <p:spPr>
          <a:xfrm>
            <a:off x="854405" y="7740845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88" name="레일 라벨"/>
          <p:cNvSpPr txBox="1"/>
          <p:nvPr/>
        </p:nvSpPr>
        <p:spPr>
          <a:xfrm>
            <a:off x="734087" y="7927106"/>
            <a:ext cx="580696" cy="479363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89" name="레일 쐐기"/>
          <p:cNvSpPr/>
          <p:nvPr/>
        </p:nvSpPr>
        <p:spPr>
          <a:xfrm>
            <a:off x="734086" y="7576497"/>
            <a:ext cx="580696" cy="142435"/>
          </a:xfrm>
          <a:custGeom>
            <a:avLst/>
            <a:gdLst/>
            <a:ahLst/>
            <a:cxnLst/>
            <a:rect l="l" t="t" r="r" b="b"/>
            <a:pathLst>
              <a:path w="580696" h="142435">
                <a:moveTo>
                  <a:pt x="0" y="0"/>
                </a:moveTo>
                <a:lnTo>
                  <a:pt x="580696" y="0"/>
                </a:lnTo>
                <a:lnTo>
                  <a:pt x="290348" y="142435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머리칸"/>
          <p:cNvSpPr/>
          <p:nvPr/>
        </p:nvSpPr>
        <p:spPr>
          <a:xfrm>
            <a:off x="1347652" y="759841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91" name="칸 본문"/>
          <p:cNvSpPr txBox="1"/>
          <p:nvPr/>
        </p:nvSpPr>
        <p:spPr>
          <a:xfrm>
            <a:off x="1358609" y="7839454"/>
            <a:ext cx="4514087" cy="56701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92" name="사진 칸"/>
          <p:cNvSpPr/>
          <p:nvPr/>
        </p:nvSpPr>
        <p:spPr>
          <a:xfrm>
            <a:off x="5916522" y="7603889"/>
            <a:ext cx="1079217" cy="79710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93" name="레일"/>
          <p:cNvSpPr/>
          <p:nvPr/>
        </p:nvSpPr>
        <p:spPr>
          <a:xfrm>
            <a:off x="734087" y="8444817"/>
            <a:ext cx="580696" cy="108745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레일 태그"/>
          <p:cNvSpPr/>
          <p:nvPr/>
        </p:nvSpPr>
        <p:spPr>
          <a:xfrm>
            <a:off x="854405" y="8609165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95" name="레일 라벨"/>
          <p:cNvSpPr txBox="1"/>
          <p:nvPr/>
        </p:nvSpPr>
        <p:spPr>
          <a:xfrm>
            <a:off x="734087" y="8795426"/>
            <a:ext cx="580696" cy="714929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96" name="레일 쐐기"/>
          <p:cNvSpPr/>
          <p:nvPr/>
        </p:nvSpPr>
        <p:spPr>
          <a:xfrm>
            <a:off x="734086" y="8444817"/>
            <a:ext cx="580696" cy="142435"/>
          </a:xfrm>
          <a:custGeom>
            <a:avLst/>
            <a:gdLst/>
            <a:ahLst/>
            <a:cxnLst/>
            <a:rect l="l" t="t" r="r" b="b"/>
            <a:pathLst>
              <a:path w="580696" h="142435">
                <a:moveTo>
                  <a:pt x="0" y="0"/>
                </a:moveTo>
                <a:lnTo>
                  <a:pt x="580696" y="0"/>
                </a:lnTo>
                <a:lnTo>
                  <a:pt x="290348" y="142435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배너"/>
          <p:cNvSpPr/>
          <p:nvPr/>
        </p:nvSpPr>
        <p:spPr>
          <a:xfrm>
            <a:off x="1347652" y="84667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98" name="머리칸"/>
          <p:cNvSpPr/>
          <p:nvPr/>
        </p:nvSpPr>
        <p:spPr>
          <a:xfrm>
            <a:off x="1347652" y="87022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87022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100" name="머리칸"/>
          <p:cNvSpPr/>
          <p:nvPr/>
        </p:nvSpPr>
        <p:spPr>
          <a:xfrm>
            <a:off x="5113043" y="87022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01" name="칸 본문"/>
          <p:cNvSpPr txBox="1"/>
          <p:nvPr/>
        </p:nvSpPr>
        <p:spPr>
          <a:xfrm>
            <a:off x="1358609" y="8943339"/>
            <a:ext cx="1860783" cy="56701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02" name="칸 본문"/>
          <p:cNvSpPr txBox="1"/>
          <p:nvPr/>
        </p:nvSpPr>
        <p:spPr>
          <a:xfrm>
            <a:off x="3241304" y="8943339"/>
            <a:ext cx="1860783" cy="56701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230348" y="8976209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4" name="칸 본문"/>
          <p:cNvSpPr txBox="1"/>
          <p:nvPr/>
        </p:nvSpPr>
        <p:spPr>
          <a:xfrm>
            <a:off x="5124000" y="8943339"/>
            <a:ext cx="1860783" cy="56701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113043" y="8976209"/>
            <a:ext cx="0" cy="50127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표 외곽"/>
          <p:cNvSpPr/>
          <p:nvPr/>
        </p:nvSpPr>
        <p:spPr>
          <a:xfrm>
            <a:off x="536870" y="766957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레일"/>
          <p:cNvSpPr/>
          <p:nvPr/>
        </p:nvSpPr>
        <p:spPr>
          <a:xfrm>
            <a:off x="547826" y="783391"/>
            <a:ext cx="580696" cy="67748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0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1" name="칸 본문"/>
          <p:cNvSpPr txBox="1"/>
          <p:nvPr/>
        </p:nvSpPr>
        <p:spPr>
          <a:xfrm>
            <a:off x="1172348" y="1046348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2" name="칸 본문"/>
          <p:cNvSpPr txBox="1"/>
          <p:nvPr/>
        </p:nvSpPr>
        <p:spPr>
          <a:xfrm>
            <a:off x="3996391" y="1046348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985435" y="107921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" name="핵심성과 박스"/>
          <p:cNvSpPr/>
          <p:nvPr/>
        </p:nvSpPr>
        <p:spPr>
          <a:xfrm>
            <a:off x="536870" y="156496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핵심성과 라벨"/>
          <p:cNvSpPr/>
          <p:nvPr/>
        </p:nvSpPr>
        <p:spPr>
          <a:xfrm>
            <a:off x="569739" y="160331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 txBox="1"/>
          <p:nvPr/>
        </p:nvSpPr>
        <p:spPr>
          <a:xfrm>
            <a:off x="1314783" y="1581402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4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번호"/>
          <p:cNvSpPr txBox="1"/>
          <p:nvPr/>
        </p:nvSpPr>
        <p:spPr>
          <a:xfrm>
            <a:off x="745043" y="77791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 txBox="1"/>
          <p:nvPr/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 txBox="1"/>
          <p:nvPr/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2" name="라벨 박스"/>
          <p:cNvSpPr/>
          <p:nvPr/>
        </p:nvSpPr>
        <p:spPr>
          <a:xfrm>
            <a:off x="723130" y="1501043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734087" y="1512000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 txBox="1"/>
          <p:nvPr/>
        </p:nvSpPr>
        <p:spPr>
          <a:xfrm>
            <a:off x="1358609" y="1517478"/>
            <a:ext cx="5631652" cy="26204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5" name="라벨 박스"/>
          <p:cNvSpPr/>
          <p:nvPr/>
        </p:nvSpPr>
        <p:spPr>
          <a:xfrm>
            <a:off x="723130" y="1850744"/>
            <a:ext cx="6300000" cy="69940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861701"/>
            <a:ext cx="591652" cy="67748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358609" y="1878136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/>
          <p:nvPr/>
        </p:nvSpPr>
        <p:spPr>
          <a:xfrm>
            <a:off x="4174435" y="1878136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1369565" y="2119179"/>
            <a:ext cx="2793913" cy="41453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 txBox="1"/>
          <p:nvPr/>
        </p:nvSpPr>
        <p:spPr>
          <a:xfrm>
            <a:off x="4185391" y="2119179"/>
            <a:ext cx="2793913" cy="414532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74435" y="2152049"/>
            <a:ext cx="0" cy="34879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라벨 박스"/>
          <p:cNvSpPr/>
          <p:nvPr/>
        </p:nvSpPr>
        <p:spPr>
          <a:xfrm>
            <a:off x="723130" y="2604929"/>
            <a:ext cx="6300000" cy="29491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2615885"/>
            <a:ext cx="591652" cy="27300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4" name="강조 바"/>
          <p:cNvSpPr/>
          <p:nvPr/>
        </p:nvSpPr>
        <p:spPr>
          <a:xfrm>
            <a:off x="1358609" y="2637798"/>
            <a:ext cx="5631652" cy="22917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강조 바 글"/>
          <p:cNvSpPr txBox="1"/>
          <p:nvPr/>
        </p:nvSpPr>
        <p:spPr>
          <a:xfrm>
            <a:off x="1358609" y="2637798"/>
            <a:ext cx="5631652" cy="22917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6" name="라벨 박스"/>
          <p:cNvSpPr/>
          <p:nvPr/>
        </p:nvSpPr>
        <p:spPr>
          <a:xfrm>
            <a:off x="723130" y="2954630"/>
            <a:ext cx="6300000" cy="68844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2965586"/>
            <a:ext cx="591652" cy="66653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1358609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/>
          <p:nvPr/>
        </p:nvSpPr>
        <p:spPr>
          <a:xfrm>
            <a:off x="3235826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/>
          <p:nvPr/>
        </p:nvSpPr>
        <p:spPr>
          <a:xfrm>
            <a:off x="5113043" y="2982021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1369565" y="3223064"/>
            <a:ext cx="1855304" cy="40357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 txBox="1"/>
          <p:nvPr/>
        </p:nvSpPr>
        <p:spPr>
          <a:xfrm>
            <a:off x="3246783" y="3223064"/>
            <a:ext cx="1855304" cy="40357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35826" y="3255934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 txBox="1"/>
          <p:nvPr/>
        </p:nvSpPr>
        <p:spPr>
          <a:xfrm>
            <a:off x="5124000" y="3223064"/>
            <a:ext cx="1855304" cy="40357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113043" y="3255934"/>
            <a:ext cx="0" cy="33783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연결 막대"/>
          <p:cNvSpPr/>
          <p:nvPr/>
        </p:nvSpPr>
        <p:spPr>
          <a:xfrm>
            <a:off x="1884522" y="3670466"/>
            <a:ext cx="4601739" cy="3287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연결 끝"/>
          <p:cNvSpPr/>
          <p:nvPr/>
        </p:nvSpPr>
        <p:spPr>
          <a:xfrm>
            <a:off x="1884522" y="3670466"/>
            <a:ext cx="27391" cy="7669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연결 끝"/>
          <p:cNvSpPr/>
          <p:nvPr/>
        </p:nvSpPr>
        <p:spPr>
          <a:xfrm>
            <a:off x="6458870" y="3670466"/>
            <a:ext cx="27391" cy="7669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연결 화살표"/>
          <p:cNvSpPr/>
          <p:nvPr/>
        </p:nvSpPr>
        <p:spPr>
          <a:xfrm>
            <a:off x="4075826" y="3686901"/>
            <a:ext cx="219130" cy="169826"/>
          </a:xfrm>
          <a:prstGeom prst="downArrow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40" name="실적표"/>
          <p:cNvGraphicFramePr>
            <a:graphicFrameLocks noGrp="1"/>
          </p:cNvGraphicFramePr>
          <p:nvPr/>
        </p:nvGraphicFramePr>
        <p:xfrm>
          <a:off x="723130" y="3944379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형광 밑줄"/>
          <p:cNvSpPr/>
          <p:nvPr/>
        </p:nvSpPr>
        <p:spPr>
          <a:xfrm>
            <a:off x="723130" y="6420553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소제목"/>
          <p:cNvSpPr txBox="1"/>
          <p:nvPr/>
        </p:nvSpPr>
        <p:spPr>
          <a:xfrm>
            <a:off x="723130" y="6267162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43" name="태그칩"/>
          <p:cNvSpPr/>
          <p:nvPr/>
        </p:nvSpPr>
        <p:spPr>
          <a:xfrm>
            <a:off x="3595310" y="6300031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4" name="표 외곽"/>
          <p:cNvSpPr/>
          <p:nvPr/>
        </p:nvSpPr>
        <p:spPr>
          <a:xfrm>
            <a:off x="723130" y="6552031"/>
            <a:ext cx="6300000" cy="23465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6568466"/>
            <a:ext cx="580696" cy="114861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46" name="배너"/>
          <p:cNvSpPr/>
          <p:nvPr/>
        </p:nvSpPr>
        <p:spPr>
          <a:xfrm>
            <a:off x="1347652" y="659037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47" name="머리칸"/>
          <p:cNvSpPr/>
          <p:nvPr/>
        </p:nvSpPr>
        <p:spPr>
          <a:xfrm>
            <a:off x="1347652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49" name="머리칸"/>
          <p:cNvSpPr/>
          <p:nvPr/>
        </p:nvSpPr>
        <p:spPr>
          <a:xfrm>
            <a:off x="5113043" y="682594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50" name="칸 본문"/>
          <p:cNvSpPr txBox="1"/>
          <p:nvPr/>
        </p:nvSpPr>
        <p:spPr>
          <a:xfrm>
            <a:off x="1358609" y="7066988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51" name="칸 본문"/>
          <p:cNvSpPr txBox="1"/>
          <p:nvPr/>
        </p:nvSpPr>
        <p:spPr>
          <a:xfrm>
            <a:off x="3241304" y="7066988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230348" y="70998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124000" y="7066988"/>
            <a:ext cx="1860783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113043" y="70998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태그"/>
          <p:cNvSpPr/>
          <p:nvPr/>
        </p:nvSpPr>
        <p:spPr>
          <a:xfrm>
            <a:off x="1347652" y="7497955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56" name="태그 설명"/>
          <p:cNvSpPr txBox="1"/>
          <p:nvPr/>
        </p:nvSpPr>
        <p:spPr>
          <a:xfrm>
            <a:off x="1972988" y="7486998"/>
            <a:ext cx="5022751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7733520"/>
            <a:ext cx="580696" cy="114861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58" name="레일 쐐기"/>
          <p:cNvSpPr/>
          <p:nvPr/>
        </p:nvSpPr>
        <p:spPr>
          <a:xfrm>
            <a:off x="734086" y="7733520"/>
            <a:ext cx="580696" cy="142434"/>
          </a:xfrm>
          <a:custGeom>
            <a:avLst/>
            <a:gdLst/>
            <a:ahLst/>
            <a:cxnLst/>
            <a:rect l="l" t="t" r="r" b="b"/>
            <a:pathLst>
              <a:path w="580696" h="142434">
                <a:moveTo>
                  <a:pt x="0" y="0"/>
                </a:moveTo>
                <a:lnTo>
                  <a:pt x="580696" y="0"/>
                </a:lnTo>
                <a:lnTo>
                  <a:pt x="290348" y="142434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775543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60" name="머리칸"/>
          <p:cNvSpPr/>
          <p:nvPr/>
        </p:nvSpPr>
        <p:spPr>
          <a:xfrm>
            <a:off x="1347652" y="799099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61" name="머리칸"/>
          <p:cNvSpPr/>
          <p:nvPr/>
        </p:nvSpPr>
        <p:spPr>
          <a:xfrm>
            <a:off x="4171696" y="799099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62" name="칸 본문"/>
          <p:cNvSpPr txBox="1"/>
          <p:nvPr/>
        </p:nvSpPr>
        <p:spPr>
          <a:xfrm>
            <a:off x="1358609" y="8232042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63" name="칸 본문"/>
          <p:cNvSpPr txBox="1"/>
          <p:nvPr/>
        </p:nvSpPr>
        <p:spPr>
          <a:xfrm>
            <a:off x="4182652" y="8232042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171696" y="8264911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347652" y="8663009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66" name="태그 설명"/>
          <p:cNvSpPr txBox="1"/>
          <p:nvPr/>
        </p:nvSpPr>
        <p:spPr>
          <a:xfrm>
            <a:off x="1972988" y="8652052"/>
            <a:ext cx="5022751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67" name="핵심성과 박스"/>
          <p:cNvSpPr/>
          <p:nvPr/>
        </p:nvSpPr>
        <p:spPr>
          <a:xfrm>
            <a:off x="723130" y="89862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756000" y="90245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9" name="핵심성과 문구"/>
          <p:cNvSpPr txBox="1"/>
          <p:nvPr/>
        </p:nvSpPr>
        <p:spPr>
          <a:xfrm>
            <a:off x="1501043" y="9002661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평가내용 제목"/>
          <p:cNvSpPr txBox="1"/>
          <p:nvPr/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0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번호"/>
          <p:cNvSpPr txBox="1"/>
          <p:nvPr/>
        </p:nvSpPr>
        <p:spPr>
          <a:xfrm>
            <a:off x="558783" y="1254522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 txBox="1"/>
          <p:nvPr/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0" name="형광 밑줄"/>
          <p:cNvSpPr/>
          <p:nvPr/>
        </p:nvSpPr>
        <p:spPr>
          <a:xfrm>
            <a:off x="536870" y="1835217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소제목"/>
          <p:cNvSpPr txBox="1"/>
          <p:nvPr/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2" name="태그칩"/>
          <p:cNvSpPr/>
          <p:nvPr/>
        </p:nvSpPr>
        <p:spPr>
          <a:xfrm>
            <a:off x="4123324" y="17146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966696"/>
            <a:ext cx="6300000" cy="71035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83130"/>
            <a:ext cx="580696" cy="67748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7" name="칸 본문"/>
          <p:cNvSpPr txBox="1"/>
          <p:nvPr/>
        </p:nvSpPr>
        <p:spPr>
          <a:xfrm>
            <a:off x="1172348" y="2246087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8" name="칸 본문"/>
          <p:cNvSpPr txBox="1"/>
          <p:nvPr/>
        </p:nvSpPr>
        <p:spPr>
          <a:xfrm>
            <a:off x="3996391" y="2246087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985435" y="2278957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연결 막대"/>
          <p:cNvSpPr/>
          <p:nvPr/>
        </p:nvSpPr>
        <p:spPr>
          <a:xfrm>
            <a:off x="1698261" y="2704445"/>
            <a:ext cx="4601739" cy="3287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연결 끝"/>
          <p:cNvSpPr/>
          <p:nvPr/>
        </p:nvSpPr>
        <p:spPr>
          <a:xfrm>
            <a:off x="1698261" y="2704445"/>
            <a:ext cx="27391" cy="7669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연결 끝"/>
          <p:cNvSpPr/>
          <p:nvPr/>
        </p:nvSpPr>
        <p:spPr>
          <a:xfrm>
            <a:off x="6272609" y="2704445"/>
            <a:ext cx="27391" cy="7669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연결 화살표"/>
          <p:cNvSpPr/>
          <p:nvPr/>
        </p:nvSpPr>
        <p:spPr>
          <a:xfrm>
            <a:off x="3889565" y="2720880"/>
            <a:ext cx="219130" cy="169826"/>
          </a:xfrm>
          <a:prstGeom prst="downArrow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934532"/>
            <a:ext cx="6300000" cy="288525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950967"/>
            <a:ext cx="580696" cy="67748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972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7" name="머리칸"/>
          <p:cNvSpPr/>
          <p:nvPr/>
        </p:nvSpPr>
        <p:spPr>
          <a:xfrm>
            <a:off x="3985435" y="297288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8" name="칸 본문"/>
          <p:cNvSpPr txBox="1"/>
          <p:nvPr/>
        </p:nvSpPr>
        <p:spPr>
          <a:xfrm>
            <a:off x="1172348" y="3213923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9" name="칸 본문"/>
          <p:cNvSpPr txBox="1"/>
          <p:nvPr/>
        </p:nvSpPr>
        <p:spPr>
          <a:xfrm>
            <a:off x="3996391" y="3213923"/>
            <a:ext cx="2802130" cy="39261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985435" y="3246793"/>
            <a:ext cx="0" cy="32688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644890"/>
            <a:ext cx="580696" cy="101532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2" name="레일 쐐기"/>
          <p:cNvSpPr/>
          <p:nvPr/>
        </p:nvSpPr>
        <p:spPr>
          <a:xfrm>
            <a:off x="547826" y="3644890"/>
            <a:ext cx="580695" cy="142435"/>
          </a:xfrm>
          <a:custGeom>
            <a:avLst/>
            <a:gdLst/>
            <a:ahLst/>
            <a:cxnLst/>
            <a:rect l="l" t="t" r="r" b="b"/>
            <a:pathLst>
              <a:path w="580695" h="142435">
                <a:moveTo>
                  <a:pt x="0" y="0"/>
                </a:moveTo>
                <a:lnTo>
                  <a:pt x="580695" y="0"/>
                </a:lnTo>
                <a:lnTo>
                  <a:pt x="290347" y="142435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161391" y="3666803"/>
            <a:ext cx="1477761" cy="230087"/>
          </a:xfrm>
          <a:prstGeom prst="homePlate">
            <a:avLst>
              <a:gd name="adj" fmla="val 30000"/>
            </a:avLst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507674" y="3666803"/>
            <a:ext cx="1543500" cy="230087"/>
          </a:xfrm>
          <a:prstGeom prst="chevron">
            <a:avLst>
              <a:gd name="adj" fmla="val 30000"/>
            </a:avLst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5" name="단계"/>
          <p:cNvSpPr/>
          <p:nvPr/>
        </p:nvSpPr>
        <p:spPr>
          <a:xfrm>
            <a:off x="3919696" y="3666803"/>
            <a:ext cx="1543500" cy="230087"/>
          </a:xfrm>
          <a:prstGeom prst="chevron">
            <a:avLst>
              <a:gd name="adj" fmla="val 30000"/>
            </a:avLst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6" name="단계"/>
          <p:cNvSpPr/>
          <p:nvPr/>
        </p:nvSpPr>
        <p:spPr>
          <a:xfrm>
            <a:off x="5331717" y="3666803"/>
            <a:ext cx="1477761" cy="230087"/>
          </a:xfrm>
          <a:prstGeom prst="chevron">
            <a:avLst>
              <a:gd name="adj" fmla="val 30000"/>
            </a:avLst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47" name="칸 본문"/>
          <p:cNvSpPr txBox="1"/>
          <p:nvPr/>
        </p:nvSpPr>
        <p:spPr>
          <a:xfrm>
            <a:off x="1172348" y="3918803"/>
            <a:ext cx="1390109" cy="71949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48" name="칸 본문"/>
          <p:cNvSpPr txBox="1"/>
          <p:nvPr/>
        </p:nvSpPr>
        <p:spPr>
          <a:xfrm>
            <a:off x="2584370" y="3918803"/>
            <a:ext cx="1390109" cy="71949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573413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 txBox="1"/>
          <p:nvPr/>
        </p:nvSpPr>
        <p:spPr>
          <a:xfrm>
            <a:off x="3996391" y="3918803"/>
            <a:ext cx="1390109" cy="71949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985435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 txBox="1"/>
          <p:nvPr/>
        </p:nvSpPr>
        <p:spPr>
          <a:xfrm>
            <a:off x="5408413" y="3918803"/>
            <a:ext cx="1390109" cy="71949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397457" y="3951673"/>
            <a:ext cx="0" cy="65376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676650"/>
            <a:ext cx="580696" cy="112670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5" name="레일 쐐기"/>
          <p:cNvSpPr/>
          <p:nvPr/>
        </p:nvSpPr>
        <p:spPr>
          <a:xfrm>
            <a:off x="547826" y="4676650"/>
            <a:ext cx="580695" cy="142435"/>
          </a:xfrm>
          <a:custGeom>
            <a:avLst/>
            <a:gdLst/>
            <a:ahLst/>
            <a:cxnLst/>
            <a:rect l="l" t="t" r="r" b="b"/>
            <a:pathLst>
              <a:path w="580695" h="142435">
                <a:moveTo>
                  <a:pt x="0" y="0"/>
                </a:moveTo>
                <a:lnTo>
                  <a:pt x="580695" y="0"/>
                </a:lnTo>
                <a:lnTo>
                  <a:pt x="290347" y="142435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머리칸"/>
          <p:cNvSpPr/>
          <p:nvPr/>
        </p:nvSpPr>
        <p:spPr>
          <a:xfrm>
            <a:off x="1161391" y="469856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69856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58" name="칸 본문"/>
          <p:cNvSpPr txBox="1"/>
          <p:nvPr/>
        </p:nvSpPr>
        <p:spPr>
          <a:xfrm>
            <a:off x="1172348" y="4939607"/>
            <a:ext cx="2802130" cy="19631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59" name="인라인 표"/>
          <p:cNvGraphicFramePr>
            <a:graphicFrameLocks noGrp="1"/>
          </p:cNvGraphicFramePr>
          <p:nvPr/>
        </p:nvGraphicFramePr>
        <p:xfrm>
          <a:off x="1205217" y="5146873"/>
          <a:ext cx="2758301" cy="416348"/>
        </p:xfrm>
        <a:graphic>
          <a:graphicData uri="http://schemas.openxmlformats.org/drawingml/2006/table">
            <a:tbl>
              <a:tblPr/>
              <a:tblGrid>
                <a:gridCol w="394043"/>
                <a:gridCol w="394043"/>
                <a:gridCol w="394043"/>
                <a:gridCol w="394043"/>
                <a:gridCol w="394043"/>
                <a:gridCol w="394043"/>
                <a:gridCol w="394043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칸 본문"/>
          <p:cNvSpPr txBox="1"/>
          <p:nvPr/>
        </p:nvSpPr>
        <p:spPr>
          <a:xfrm>
            <a:off x="1172348" y="5585134"/>
            <a:ext cx="2802130" cy="19631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1" name="칸 본문"/>
          <p:cNvSpPr txBox="1"/>
          <p:nvPr/>
        </p:nvSpPr>
        <p:spPr>
          <a:xfrm>
            <a:off x="3996391" y="4939607"/>
            <a:ext cx="2802130" cy="841837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985435" y="4972477"/>
            <a:ext cx="0" cy="77609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59074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59457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5" name="핵심성과 문구"/>
          <p:cNvSpPr txBox="1"/>
          <p:nvPr/>
        </p:nvSpPr>
        <p:spPr>
          <a:xfrm>
            <a:off x="1314783" y="5923878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
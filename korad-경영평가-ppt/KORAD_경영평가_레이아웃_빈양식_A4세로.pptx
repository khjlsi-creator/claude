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2 평가내용 +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번호 띠"/>
          <p:cNvSpPr/>
          <p:nvPr/>
        </p:nvSpPr>
        <p:spPr>
          <a:xfrm>
            <a:off x="723130" y="1517478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탭"/>
          <p:cNvSpPr/>
          <p:nvPr/>
        </p:nvSpPr>
        <p:spPr>
          <a:xfrm>
            <a:off x="745043" y="1539391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번호 탭 빗면"/>
          <p:cNvSpPr/>
          <p:nvPr/>
        </p:nvSpPr>
        <p:spPr>
          <a:xfrm>
            <a:off x="1139478" y="1539391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"/>
          <p:cNvSpPr>
            <a:spLocks noGrp="1"/>
          </p:cNvSpPr>
          <p:nvPr>
            <p:ph type="body" sz="quarter" idx="22"/>
          </p:nvPr>
        </p:nvSpPr>
        <p:spPr>
          <a:xfrm>
            <a:off x="745043" y="1517478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369565" y="1539391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3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4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81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819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819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태그"/>
          <p:cNvSpPr/>
          <p:nvPr/>
        </p:nvSpPr>
        <p:spPr>
          <a:xfrm>
            <a:off x="1347652" y="1625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625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4" name="태그 설명"/>
          <p:cNvSpPr>
            <a:spLocks noGrp="1"/>
          </p:cNvSpPr>
          <p:nvPr>
            <p:ph type="body" sz="quarter" idx="27"/>
          </p:nvPr>
        </p:nvSpPr>
        <p:spPr>
          <a:xfrm>
            <a:off x="2331565" y="1614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5" name="태그"/>
          <p:cNvSpPr/>
          <p:nvPr/>
        </p:nvSpPr>
        <p:spPr>
          <a:xfrm>
            <a:off x="1347652" y="1823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823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2331565" y="1812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8" name="태그"/>
          <p:cNvSpPr/>
          <p:nvPr/>
        </p:nvSpPr>
        <p:spPr>
          <a:xfrm>
            <a:off x="1347652" y="2020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020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1"/>
          </p:nvPr>
        </p:nvSpPr>
        <p:spPr>
          <a:xfrm>
            <a:off x="2331565" y="2009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239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393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2393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2261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261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2261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261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2261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261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2261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2261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13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513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546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513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546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5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16968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6968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169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19160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9160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머리칸"/>
          <p:cNvSpPr/>
          <p:nvPr/>
        </p:nvSpPr>
        <p:spPr>
          <a:xfrm>
            <a:off x="3193826" y="119160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193826" y="119160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32643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04783" y="1432643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193826" y="146551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951826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51826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95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973739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73739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9" name="단계"/>
          <p:cNvSpPr/>
          <p:nvPr/>
        </p:nvSpPr>
        <p:spPr>
          <a:xfrm>
            <a:off x="2177609" y="1973739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177609" y="1973739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1" name="단계"/>
          <p:cNvSpPr/>
          <p:nvPr/>
        </p:nvSpPr>
        <p:spPr>
          <a:xfrm>
            <a:off x="3193826" y="1973739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193826" y="1973739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3" name="단계"/>
          <p:cNvSpPr/>
          <p:nvPr/>
        </p:nvSpPr>
        <p:spPr>
          <a:xfrm>
            <a:off x="4210043" y="1973739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210043" y="1973739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2177608" y="19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3193826" y="19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210043" y="19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25739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2188565" y="2225739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2177609" y="225860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204783" y="2225739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193826" y="225860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221000" y="2225739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210043" y="225860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성과 화살표"/>
          <p:cNvSpPr/>
          <p:nvPr/>
        </p:nvSpPr>
        <p:spPr>
          <a:xfrm>
            <a:off x="5281043" y="1610765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성과 패널 머리"/>
          <p:cNvSpPr/>
          <p:nvPr/>
        </p:nvSpPr>
        <p:spPr>
          <a:xfrm>
            <a:off x="5450870" y="76695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450870" y="76695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성과 패널"/>
          <p:cNvSpPr/>
          <p:nvPr/>
        </p:nvSpPr>
        <p:spPr>
          <a:xfrm>
            <a:off x="5450870" y="101895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472783" y="104087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6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16209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16209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16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38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38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4381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4381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7916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67916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4171696" y="1712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3807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3807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380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599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599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4" name="단계"/>
          <p:cNvSpPr/>
          <p:nvPr/>
        </p:nvSpPr>
        <p:spPr>
          <a:xfrm>
            <a:off x="2759674" y="20599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2759674" y="20599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20599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0599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8" name="단계"/>
          <p:cNvSpPr/>
          <p:nvPr/>
        </p:nvSpPr>
        <p:spPr>
          <a:xfrm>
            <a:off x="5583717" y="20599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5583717" y="20599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2759673" y="2059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171695" y="2059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583717" y="2059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11983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2770630" y="2311983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2759674" y="234485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311983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4171696" y="234485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5594674" y="2311983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49" name="Connector 32"/>
          <p:cNvCxnSpPr/>
          <p:nvPr/>
        </p:nvCxnSpPr>
        <p:spPr>
          <a:xfrm>
            <a:off x="5583717" y="234485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7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16968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6968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169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191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91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191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91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432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432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465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79154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79154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915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1161391" y="183537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83537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2284344" y="182441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0" name="태그"/>
          <p:cNvSpPr/>
          <p:nvPr/>
        </p:nvSpPr>
        <p:spPr>
          <a:xfrm>
            <a:off x="1161391" y="2032591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032591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2284344" y="202163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08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16209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 태그"/>
          <p:cNvSpPr/>
          <p:nvPr/>
        </p:nvSpPr>
        <p:spPr>
          <a:xfrm>
            <a:off x="854405" y="1580557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1" name="레일 태그"/>
          <p:cNvSpPr>
            <a:spLocks noGrp="1"/>
          </p:cNvSpPr>
          <p:nvPr>
            <p:ph type="body" sz="quarter" idx="25"/>
          </p:nvPr>
        </p:nvSpPr>
        <p:spPr>
          <a:xfrm>
            <a:off x="854405" y="1580557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2" name="레일 라벨"/>
          <p:cNvSpPr>
            <a:spLocks noGrp="1"/>
          </p:cNvSpPr>
          <p:nvPr>
            <p:ph type="body" sz="quarter" idx="26"/>
          </p:nvPr>
        </p:nvSpPr>
        <p:spPr>
          <a:xfrm>
            <a:off x="734087" y="1766817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16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38122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38122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79165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7" name="사진 칸"/>
          <p:cNvSpPr/>
          <p:nvPr/>
        </p:nvSpPr>
        <p:spPr>
          <a:xfrm>
            <a:off x="5916522" y="144360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8" name="사진 칸"/>
          <p:cNvSpPr>
            <a:spLocks noGrp="1"/>
          </p:cNvSpPr>
          <p:nvPr>
            <p:ph type="body" sz="quarter" idx="29"/>
          </p:nvPr>
        </p:nvSpPr>
        <p:spPr>
          <a:xfrm>
            <a:off x="5916522" y="1443600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224890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854405" y="2413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30"/>
          </p:nvPr>
        </p:nvSpPr>
        <p:spPr>
          <a:xfrm>
            <a:off x="854405" y="2413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599513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2489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347652" y="2270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270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25063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063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25063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063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25063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063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74742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74742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2780296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74742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2780296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09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0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4" name="머리칸"/>
          <p:cNvSpPr/>
          <p:nvPr/>
        </p:nvSpPr>
        <p:spPr>
          <a:xfrm>
            <a:off x="1347652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1347652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6" name="머리칸"/>
          <p:cNvSpPr/>
          <p:nvPr/>
        </p:nvSpPr>
        <p:spPr>
          <a:xfrm>
            <a:off x="3230348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3230348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8" name="머리칸"/>
          <p:cNvSpPr/>
          <p:nvPr/>
        </p:nvSpPr>
        <p:spPr>
          <a:xfrm>
            <a:off x="5113043" y="105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5113043" y="105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292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292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2" name="Connector 11"/>
          <p:cNvCxnSpPr/>
          <p:nvPr/>
        </p:nvCxnSpPr>
        <p:spPr>
          <a:xfrm>
            <a:off x="3230348" y="1325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292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13043" y="1325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347652" y="1673687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673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1662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1892817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92817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19147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9147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50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50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5" name="머리칸"/>
          <p:cNvSpPr/>
          <p:nvPr/>
        </p:nvSpPr>
        <p:spPr>
          <a:xfrm>
            <a:off x="4171696" y="2150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4171696" y="2150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391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391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24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태그"/>
          <p:cNvSpPr/>
          <p:nvPr/>
        </p:nvSpPr>
        <p:spPr>
          <a:xfrm>
            <a:off x="1347652" y="2772157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77215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972988" y="276120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1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10730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0730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10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3264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3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5" name="단계"/>
          <p:cNvSpPr/>
          <p:nvPr/>
        </p:nvSpPr>
        <p:spPr>
          <a:xfrm>
            <a:off x="2573413" y="143264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3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43264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3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9" name="단계"/>
          <p:cNvSpPr/>
          <p:nvPr/>
        </p:nvSpPr>
        <p:spPr>
          <a:xfrm>
            <a:off x="5397457" y="143264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3264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573413" y="1432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3985434" y="1432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397456" y="1432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84643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684643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2573413" y="1717513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684643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1717513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684643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5397457" y="1717513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358626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358626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2358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23805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3805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23805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3805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1583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258470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2621583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2654452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2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3670435" y="816261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670435" y="816261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3681391" y="1057304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3670435" y="10901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16209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16209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162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381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381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4" name="머리칸"/>
          <p:cNvSpPr/>
          <p:nvPr/>
        </p:nvSpPr>
        <p:spPr>
          <a:xfrm>
            <a:off x="3670435" y="1438122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670435" y="1438122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791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681391" y="1679165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670435" y="17120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38070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3807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380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059983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059983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4" name="본문"/>
          <p:cNvSpPr>
            <a:spLocks noGrp="1"/>
          </p:cNvSpPr>
          <p:nvPr>
            <p:ph type="body" sz="quarter" idx="32"/>
          </p:nvPr>
        </p:nvSpPr>
        <p:spPr>
          <a:xfrm>
            <a:off x="1347652" y="2295548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35" name="사진 칸"/>
          <p:cNvSpPr/>
          <p:nvPr/>
        </p:nvSpPr>
        <p:spPr>
          <a:xfrm>
            <a:off x="6064435" y="794348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6" name="사진 칸"/>
          <p:cNvSpPr>
            <a:spLocks noGrp="1"/>
          </p:cNvSpPr>
          <p:nvPr>
            <p:ph type="body" sz="quarter" idx="33"/>
          </p:nvPr>
        </p:nvSpPr>
        <p:spPr>
          <a:xfrm>
            <a:off x="6064435" y="794348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7" name="사진 칸"/>
          <p:cNvSpPr/>
          <p:nvPr/>
        </p:nvSpPr>
        <p:spPr>
          <a:xfrm>
            <a:off x="6064435" y="2038070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8" name="사진 칸"/>
          <p:cNvSpPr>
            <a:spLocks noGrp="1"/>
          </p:cNvSpPr>
          <p:nvPr>
            <p:ph type="body" sz="quarter" idx="34"/>
          </p:nvPr>
        </p:nvSpPr>
        <p:spPr>
          <a:xfrm>
            <a:off x="6064435" y="2038070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3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05323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5323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161391" y="1075148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7" name="레일"/>
          <p:cNvSpPr/>
          <p:nvPr/>
        </p:nvSpPr>
        <p:spPr>
          <a:xfrm>
            <a:off x="547826" y="1323078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323078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44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344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44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344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44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344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8603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8603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618904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86035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618904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4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2" name="강조 바"/>
          <p:cNvSpPr/>
          <p:nvPr/>
        </p:nvSpPr>
        <p:spPr>
          <a:xfrm>
            <a:off x="1358609" y="810783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강조 바 글"/>
          <p:cNvSpPr>
            <a:spLocks noGrp="1"/>
          </p:cNvSpPr>
          <p:nvPr>
            <p:ph type="body" sz="quarter" idx="21"/>
          </p:nvPr>
        </p:nvSpPr>
        <p:spPr>
          <a:xfrm>
            <a:off x="1358609" y="810783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723130" y="1123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34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4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39478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4"/>
          </p:nvPr>
        </p:nvSpPr>
        <p:spPr>
          <a:xfrm>
            <a:off x="3235826" y="1139478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19" name="Connector 11"/>
          <p:cNvCxnSpPr/>
          <p:nvPr/>
        </p:nvCxnSpPr>
        <p:spPr>
          <a:xfrm>
            <a:off x="3235826" y="1177826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0" name="가운데 글"/>
          <p:cNvSpPr>
            <a:spLocks noGrp="1"/>
          </p:cNvSpPr>
          <p:nvPr>
            <p:ph type="body" sz="quarter" idx="25"/>
          </p:nvPr>
        </p:nvSpPr>
        <p:spPr>
          <a:xfrm>
            <a:off x="5113043" y="1139478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5113043" y="1177826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2" name="라벨 박스"/>
          <p:cNvSpPr/>
          <p:nvPr/>
        </p:nvSpPr>
        <p:spPr>
          <a:xfrm>
            <a:off x="723130" y="1468174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479130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9130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484609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484609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235826" y="1517478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84609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5113043" y="1517478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라벨 박스"/>
          <p:cNvSpPr/>
          <p:nvPr/>
        </p:nvSpPr>
        <p:spPr>
          <a:xfrm>
            <a:off x="723130" y="206953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734087" y="208048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8048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69565" y="208596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6783" y="208596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35826" y="2118835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08596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113043" y="2118835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라벨 박스"/>
          <p:cNvSpPr/>
          <p:nvPr/>
        </p:nvSpPr>
        <p:spPr>
          <a:xfrm>
            <a:off x="723130" y="2510609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521565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521565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52704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52704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235826" y="2559913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704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5113043" y="2559913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5 추진배경 · 점검방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본문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7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6 점검항목 · 점검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046348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5113043" y="1079217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723130" y="1481948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492904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492904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69565" y="149838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6783" y="149838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5826" y="1531252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498383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531252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7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33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161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270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270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848991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848991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161252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172209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72209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18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39429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39977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39977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39977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195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196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6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30243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313391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13391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2716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3812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3812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2716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82441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83537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83537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82441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22167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23262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23262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22167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2716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3812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3812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2716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82441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83537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83537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82441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22167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23262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23262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22167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2 핵심성과 한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RL23 핵심성과 두 줄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핵심성과 박스"/>
          <p:cNvSpPr/>
          <p:nvPr/>
        </p:nvSpPr>
        <p:spPr>
          <a:xfrm>
            <a:off x="536870" y="76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핵심성과 라벨"/>
          <p:cNvSpPr/>
          <p:nvPr/>
        </p:nvSpPr>
        <p:spPr>
          <a:xfrm>
            <a:off x="569739" y="79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569739" y="79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314783" y="78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L24 추진성과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1 전략 수립 + 운영 현황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  <p:sp>
        <p:nvSpPr>
          <p:cNvPr id="14" name="평가내용 라벨"/>
          <p:cNvSpPr/>
          <p:nvPr/>
        </p:nvSpPr>
        <p:spPr>
          <a:xfrm>
            <a:off x="536870" y="1342174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5" name="평가내용 라벨"/>
          <p:cNvSpPr>
            <a:spLocks noGrp="1"/>
          </p:cNvSpPr>
          <p:nvPr>
            <p:ph type="body" sz="quarter" idx="21"/>
          </p:nvPr>
        </p:nvSpPr>
        <p:spPr>
          <a:xfrm>
            <a:off x="536870" y="1342174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6" name="평가내용 제목 박스"/>
          <p:cNvSpPr/>
          <p:nvPr/>
        </p:nvSpPr>
        <p:spPr>
          <a:xfrm>
            <a:off x="1522957" y="135313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평가내용 제목"/>
          <p:cNvSpPr>
            <a:spLocks noGrp="1"/>
          </p:cNvSpPr>
          <p:nvPr>
            <p:ph type="body" sz="quarter" idx="22"/>
          </p:nvPr>
        </p:nvSpPr>
        <p:spPr>
          <a:xfrm>
            <a:off x="1632522" y="1364087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8" name="점"/>
          <p:cNvSpPr/>
          <p:nvPr/>
        </p:nvSpPr>
        <p:spPr>
          <a:xfrm>
            <a:off x="871043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점"/>
          <p:cNvSpPr/>
          <p:nvPr/>
        </p:nvSpPr>
        <p:spPr>
          <a:xfrm>
            <a:off x="947739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점"/>
          <p:cNvSpPr/>
          <p:nvPr/>
        </p:nvSpPr>
        <p:spPr>
          <a:xfrm>
            <a:off x="1024435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점"/>
          <p:cNvSpPr/>
          <p:nvPr/>
        </p:nvSpPr>
        <p:spPr>
          <a:xfrm>
            <a:off x="1101130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점"/>
          <p:cNvSpPr/>
          <p:nvPr/>
        </p:nvSpPr>
        <p:spPr>
          <a:xfrm>
            <a:off x="1177826" y="187904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번호 띠"/>
          <p:cNvSpPr/>
          <p:nvPr/>
        </p:nvSpPr>
        <p:spPr>
          <a:xfrm>
            <a:off x="536870" y="2081739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번호 탭"/>
          <p:cNvSpPr/>
          <p:nvPr/>
        </p:nvSpPr>
        <p:spPr>
          <a:xfrm>
            <a:off x="558782" y="2103652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번호 탭 빗면"/>
          <p:cNvSpPr/>
          <p:nvPr/>
        </p:nvSpPr>
        <p:spPr>
          <a:xfrm>
            <a:off x="953217" y="2103652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번호"/>
          <p:cNvSpPr>
            <a:spLocks noGrp="1"/>
          </p:cNvSpPr>
          <p:nvPr>
            <p:ph type="body" sz="quarter" idx="23"/>
          </p:nvPr>
        </p:nvSpPr>
        <p:spPr>
          <a:xfrm>
            <a:off x="558783" y="2081739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7" name="번호 띠 제목"/>
          <p:cNvSpPr>
            <a:spLocks noGrp="1"/>
          </p:cNvSpPr>
          <p:nvPr>
            <p:ph type="body" sz="quarter" idx="24"/>
          </p:nvPr>
        </p:nvSpPr>
        <p:spPr>
          <a:xfrm>
            <a:off x="1183304" y="2103652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28" name="형광 밑줄"/>
          <p:cNvSpPr/>
          <p:nvPr/>
        </p:nvSpPr>
        <p:spPr>
          <a:xfrm>
            <a:off x="536870" y="2662435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소제목"/>
          <p:cNvSpPr>
            <a:spLocks noGrp="1"/>
          </p:cNvSpPr>
          <p:nvPr>
            <p:ph type="body" sz="quarter" idx="25"/>
          </p:nvPr>
        </p:nvSpPr>
        <p:spPr>
          <a:xfrm>
            <a:off x="536870" y="25090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30" name="표 외곽"/>
          <p:cNvSpPr/>
          <p:nvPr/>
        </p:nvSpPr>
        <p:spPr>
          <a:xfrm>
            <a:off x="536870" y="2793913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"/>
          <p:cNvSpPr/>
          <p:nvPr/>
        </p:nvSpPr>
        <p:spPr>
          <a:xfrm>
            <a:off x="547826" y="2810348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810348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3" name="머리칸"/>
          <p:cNvSpPr/>
          <p:nvPr/>
        </p:nvSpPr>
        <p:spPr>
          <a:xfrm>
            <a:off x="1161391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5" name="머리칸"/>
          <p:cNvSpPr/>
          <p:nvPr/>
        </p:nvSpPr>
        <p:spPr>
          <a:xfrm>
            <a:off x="3985435" y="2832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832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3073304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39" name="Connector 31"/>
          <p:cNvCxnSpPr/>
          <p:nvPr/>
        </p:nvCxnSpPr>
        <p:spPr>
          <a:xfrm>
            <a:off x="3985435" y="3106174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597965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597965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5979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태그"/>
          <p:cNvSpPr/>
          <p:nvPr/>
        </p:nvSpPr>
        <p:spPr>
          <a:xfrm>
            <a:off x="1161391" y="364179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364179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45" name="태그 설명"/>
          <p:cNvSpPr>
            <a:spLocks noGrp="1"/>
          </p:cNvSpPr>
          <p:nvPr>
            <p:ph type="body" sz="quarter" idx="33"/>
          </p:nvPr>
        </p:nvSpPr>
        <p:spPr>
          <a:xfrm>
            <a:off x="2145304" y="3630835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46" name="태그"/>
          <p:cNvSpPr/>
          <p:nvPr/>
        </p:nvSpPr>
        <p:spPr>
          <a:xfrm>
            <a:off x="1161391" y="3839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839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48" name="태그 설명"/>
          <p:cNvSpPr>
            <a:spLocks noGrp="1"/>
          </p:cNvSpPr>
          <p:nvPr>
            <p:ph type="body" sz="quarter" idx="35"/>
          </p:nvPr>
        </p:nvSpPr>
        <p:spPr>
          <a:xfrm>
            <a:off x="2145304" y="3828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49" name="태그"/>
          <p:cNvSpPr/>
          <p:nvPr/>
        </p:nvSpPr>
        <p:spPr>
          <a:xfrm>
            <a:off x="1161391" y="4036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4036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51" name="태그 설명"/>
          <p:cNvSpPr>
            <a:spLocks noGrp="1"/>
          </p:cNvSpPr>
          <p:nvPr>
            <p:ph type="body" sz="quarter" idx="37"/>
          </p:nvPr>
        </p:nvSpPr>
        <p:spPr>
          <a:xfrm>
            <a:off x="2145304" y="4025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52" name="레일"/>
          <p:cNvSpPr/>
          <p:nvPr/>
        </p:nvSpPr>
        <p:spPr>
          <a:xfrm>
            <a:off x="547826" y="42553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42553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42553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"/>
          <p:cNvSpPr/>
          <p:nvPr/>
        </p:nvSpPr>
        <p:spPr>
          <a:xfrm>
            <a:off x="1161391" y="4277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57" name="단계"/>
          <p:cNvSpPr/>
          <p:nvPr/>
        </p:nvSpPr>
        <p:spPr>
          <a:xfrm>
            <a:off x="3044087" y="4277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59" name="단계"/>
          <p:cNvSpPr/>
          <p:nvPr/>
        </p:nvSpPr>
        <p:spPr>
          <a:xfrm>
            <a:off x="4926783" y="4277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4277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61" name="단계 삼각형"/>
          <p:cNvSpPr/>
          <p:nvPr/>
        </p:nvSpPr>
        <p:spPr>
          <a:xfrm>
            <a:off x="3044086" y="4277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4926782" y="4277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3044087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45292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67" name="Connector 51"/>
          <p:cNvCxnSpPr/>
          <p:nvPr/>
        </p:nvCxnSpPr>
        <p:spPr>
          <a:xfrm>
            <a:off x="4926783" y="45621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삼각 화살표"/>
          <p:cNvSpPr/>
          <p:nvPr/>
        </p:nvSpPr>
        <p:spPr>
          <a:xfrm>
            <a:off x="3823826" y="4937478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라벨 박스"/>
          <p:cNvSpPr/>
          <p:nvPr/>
        </p:nvSpPr>
        <p:spPr>
          <a:xfrm>
            <a:off x="536870" y="516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517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17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72" name="강조 바"/>
          <p:cNvSpPr/>
          <p:nvPr/>
        </p:nvSpPr>
        <p:spPr>
          <a:xfrm>
            <a:off x="1172348" y="5194957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강조 바 글"/>
          <p:cNvSpPr>
            <a:spLocks noGrp="1"/>
          </p:cNvSpPr>
          <p:nvPr>
            <p:ph type="body" sz="quarter" idx="46"/>
          </p:nvPr>
        </p:nvSpPr>
        <p:spPr>
          <a:xfrm>
            <a:off x="1172348" y="5194957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74" name="라벨 박스"/>
          <p:cNvSpPr/>
          <p:nvPr/>
        </p:nvSpPr>
        <p:spPr>
          <a:xfrm>
            <a:off x="536870" y="5507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5518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518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77" name="가운데 글"/>
          <p:cNvSpPr>
            <a:spLocks noGrp="1"/>
          </p:cNvSpPr>
          <p:nvPr>
            <p:ph type="body" sz="quarter" idx="48"/>
          </p:nvPr>
        </p:nvSpPr>
        <p:spPr>
          <a:xfrm>
            <a:off x="1172348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78" name="가운데 글"/>
          <p:cNvSpPr>
            <a:spLocks noGrp="1"/>
          </p:cNvSpPr>
          <p:nvPr>
            <p:ph type="body" sz="quarter" idx="49"/>
          </p:nvPr>
        </p:nvSpPr>
        <p:spPr>
          <a:xfrm>
            <a:off x="3049565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79" name="Connector 61"/>
          <p:cNvCxnSpPr/>
          <p:nvPr/>
        </p:nvCxnSpPr>
        <p:spPr>
          <a:xfrm>
            <a:off x="3049565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80" name="가운데 글"/>
          <p:cNvSpPr>
            <a:spLocks noGrp="1"/>
          </p:cNvSpPr>
          <p:nvPr>
            <p:ph type="body" sz="quarter" idx="50"/>
          </p:nvPr>
        </p:nvSpPr>
        <p:spPr>
          <a:xfrm>
            <a:off x="4926783" y="552365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81" name="Connector 63"/>
          <p:cNvCxnSpPr/>
          <p:nvPr/>
        </p:nvCxnSpPr>
        <p:spPr>
          <a:xfrm>
            <a:off x="4926783" y="5562000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82" name="라벨 박스"/>
          <p:cNvSpPr/>
          <p:nvPr/>
        </p:nvSpPr>
        <p:spPr>
          <a:xfrm>
            <a:off x="536870" y="5852348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586330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586330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2"/>
          </p:nvPr>
        </p:nvSpPr>
        <p:spPr>
          <a:xfrm>
            <a:off x="1183304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3"/>
          </p:nvPr>
        </p:nvSpPr>
        <p:spPr>
          <a:xfrm>
            <a:off x="3060522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87" name="Connector 68"/>
          <p:cNvCxnSpPr/>
          <p:nvPr/>
        </p:nvCxnSpPr>
        <p:spPr>
          <a:xfrm>
            <a:off x="3049565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>
            <a:spLocks noGrp="1"/>
          </p:cNvSpPr>
          <p:nvPr>
            <p:ph type="body" sz="quarter" idx="54"/>
          </p:nvPr>
        </p:nvSpPr>
        <p:spPr>
          <a:xfrm>
            <a:off x="4937739" y="5868783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89" name="Connector 70"/>
          <p:cNvCxnSpPr/>
          <p:nvPr/>
        </p:nvCxnSpPr>
        <p:spPr>
          <a:xfrm>
            <a:off x="4926783" y="590165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라벨 박스"/>
          <p:cNvSpPr/>
          <p:nvPr/>
        </p:nvSpPr>
        <p:spPr>
          <a:xfrm>
            <a:off x="536870" y="645370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547826" y="6464661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55"/>
          </p:nvPr>
        </p:nvSpPr>
        <p:spPr>
          <a:xfrm>
            <a:off x="547826" y="6464661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1183304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3060522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95" name="Connector 75"/>
          <p:cNvCxnSpPr/>
          <p:nvPr/>
        </p:nvCxnSpPr>
        <p:spPr>
          <a:xfrm>
            <a:off x="3049565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8"/>
          </p:nvPr>
        </p:nvSpPr>
        <p:spPr>
          <a:xfrm>
            <a:off x="4937739" y="647013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97" name="Connector 77"/>
          <p:cNvCxnSpPr/>
          <p:nvPr/>
        </p:nvCxnSpPr>
        <p:spPr>
          <a:xfrm>
            <a:off x="4926783" y="6503009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라벨 박스"/>
          <p:cNvSpPr/>
          <p:nvPr/>
        </p:nvSpPr>
        <p:spPr>
          <a:xfrm>
            <a:off x="536870" y="68947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레일"/>
          <p:cNvSpPr/>
          <p:nvPr/>
        </p:nvSpPr>
        <p:spPr>
          <a:xfrm>
            <a:off x="547826" y="69057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0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057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0"/>
          </p:nvPr>
        </p:nvSpPr>
        <p:spPr>
          <a:xfrm>
            <a:off x="1183304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1"/>
          </p:nvPr>
        </p:nvSpPr>
        <p:spPr>
          <a:xfrm>
            <a:off x="3060522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103" name="Connector 82"/>
          <p:cNvCxnSpPr/>
          <p:nvPr/>
        </p:nvCxnSpPr>
        <p:spPr>
          <a:xfrm>
            <a:off x="3049565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69112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105" name="Connector 84"/>
          <p:cNvCxnSpPr/>
          <p:nvPr/>
        </p:nvCxnSpPr>
        <p:spPr>
          <a:xfrm>
            <a:off x="4926783" y="69440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형광 밑줄"/>
          <p:cNvSpPr/>
          <p:nvPr/>
        </p:nvSpPr>
        <p:spPr>
          <a:xfrm>
            <a:off x="536870" y="7554991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7" name="소제목"/>
          <p:cNvSpPr>
            <a:spLocks noGrp="1"/>
          </p:cNvSpPr>
          <p:nvPr>
            <p:ph type="body" sz="quarter" idx="63"/>
          </p:nvPr>
        </p:nvSpPr>
        <p:spPr>
          <a:xfrm>
            <a:off x="536870" y="74016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08" name="태그칩"/>
          <p:cNvSpPr/>
          <p:nvPr/>
        </p:nvSpPr>
        <p:spPr>
          <a:xfrm>
            <a:off x="3540771" y="74344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태그칩"/>
          <p:cNvSpPr>
            <a:spLocks noGrp="1"/>
          </p:cNvSpPr>
          <p:nvPr>
            <p:ph type="body" sz="quarter" idx="64"/>
          </p:nvPr>
        </p:nvSpPr>
        <p:spPr>
          <a:xfrm>
            <a:off x="3540771" y="74344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10" name="패널 외곽"/>
          <p:cNvSpPr/>
          <p:nvPr/>
        </p:nvSpPr>
        <p:spPr>
          <a:xfrm>
            <a:off x="536870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패널 머리"/>
          <p:cNvSpPr/>
          <p:nvPr/>
        </p:nvSpPr>
        <p:spPr>
          <a:xfrm>
            <a:off x="536870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2" name="패널 머리"/>
          <p:cNvSpPr>
            <a:spLocks noGrp="1"/>
          </p:cNvSpPr>
          <p:nvPr>
            <p:ph type="body" sz="quarter" idx="65"/>
          </p:nvPr>
        </p:nvSpPr>
        <p:spPr>
          <a:xfrm>
            <a:off x="536870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13" name="레일"/>
          <p:cNvSpPr/>
          <p:nvPr/>
        </p:nvSpPr>
        <p:spPr>
          <a:xfrm>
            <a:off x="569739" y="797133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4" name="레일"/>
          <p:cNvSpPr>
            <a:spLocks noGrp="1"/>
          </p:cNvSpPr>
          <p:nvPr>
            <p:ph type="body" sz="quarter" idx="66"/>
          </p:nvPr>
        </p:nvSpPr>
        <p:spPr>
          <a:xfrm>
            <a:off x="569739" y="797133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15" name="패널 본문"/>
          <p:cNvSpPr>
            <a:spLocks noGrp="1"/>
          </p:cNvSpPr>
          <p:nvPr>
            <p:ph type="body" sz="quarter" idx="67"/>
          </p:nvPr>
        </p:nvSpPr>
        <p:spPr>
          <a:xfrm>
            <a:off x="1243565" y="796038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16" name="Connector 92"/>
          <p:cNvCxnSpPr/>
          <p:nvPr/>
        </p:nvCxnSpPr>
        <p:spPr>
          <a:xfrm>
            <a:off x="1243565" y="835763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레일"/>
          <p:cNvSpPr/>
          <p:nvPr/>
        </p:nvSpPr>
        <p:spPr>
          <a:xfrm>
            <a:off x="569739" y="8368591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8" name="레일"/>
          <p:cNvSpPr>
            <a:spLocks noGrp="1"/>
          </p:cNvSpPr>
          <p:nvPr>
            <p:ph type="body" sz="quarter" idx="68"/>
          </p:nvPr>
        </p:nvSpPr>
        <p:spPr>
          <a:xfrm>
            <a:off x="569739" y="8368591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19" name="패널 본문"/>
          <p:cNvSpPr>
            <a:spLocks noGrp="1"/>
          </p:cNvSpPr>
          <p:nvPr>
            <p:ph type="body" sz="quarter" idx="69"/>
          </p:nvPr>
        </p:nvSpPr>
        <p:spPr>
          <a:xfrm>
            <a:off x="1243565" y="835763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120" name="Connector 95"/>
          <p:cNvCxnSpPr/>
          <p:nvPr/>
        </p:nvCxnSpPr>
        <p:spPr>
          <a:xfrm>
            <a:off x="1243565" y="875488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레일"/>
          <p:cNvSpPr/>
          <p:nvPr/>
        </p:nvSpPr>
        <p:spPr>
          <a:xfrm>
            <a:off x="569739" y="8765843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0"/>
          </p:nvPr>
        </p:nvSpPr>
        <p:spPr>
          <a:xfrm>
            <a:off x="569739" y="8765843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23" name="패널 본문"/>
          <p:cNvSpPr>
            <a:spLocks noGrp="1"/>
          </p:cNvSpPr>
          <p:nvPr>
            <p:ph type="body" sz="quarter" idx="71"/>
          </p:nvPr>
        </p:nvSpPr>
        <p:spPr>
          <a:xfrm>
            <a:off x="1243565" y="875488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124" name="Connector 98"/>
          <p:cNvCxnSpPr/>
          <p:nvPr/>
        </p:nvCxnSpPr>
        <p:spPr>
          <a:xfrm>
            <a:off x="1243565" y="9152139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5" name="레일"/>
          <p:cNvSpPr/>
          <p:nvPr/>
        </p:nvSpPr>
        <p:spPr>
          <a:xfrm>
            <a:off x="569739" y="916309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6" name="레일"/>
          <p:cNvSpPr>
            <a:spLocks noGrp="1"/>
          </p:cNvSpPr>
          <p:nvPr>
            <p:ph type="body" sz="quarter" idx="72"/>
          </p:nvPr>
        </p:nvSpPr>
        <p:spPr>
          <a:xfrm>
            <a:off x="569739" y="916309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3"/>
          </p:nvPr>
        </p:nvSpPr>
        <p:spPr>
          <a:xfrm>
            <a:off x="1243565" y="9152139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128" name="패널 외곽"/>
          <p:cNvSpPr/>
          <p:nvPr/>
        </p:nvSpPr>
        <p:spPr>
          <a:xfrm>
            <a:off x="3711522" y="7697426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패널 머리"/>
          <p:cNvSpPr/>
          <p:nvPr/>
        </p:nvSpPr>
        <p:spPr>
          <a:xfrm>
            <a:off x="3711522" y="7697426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패널 머리"/>
          <p:cNvSpPr>
            <a:spLocks noGrp="1"/>
          </p:cNvSpPr>
          <p:nvPr>
            <p:ph type="body" sz="quarter" idx="74"/>
          </p:nvPr>
        </p:nvSpPr>
        <p:spPr>
          <a:xfrm>
            <a:off x="3711522" y="7697426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131" name="레일"/>
          <p:cNvSpPr/>
          <p:nvPr/>
        </p:nvSpPr>
        <p:spPr>
          <a:xfrm>
            <a:off x="3744391" y="797133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2" name="레일"/>
          <p:cNvSpPr>
            <a:spLocks noGrp="1"/>
          </p:cNvSpPr>
          <p:nvPr>
            <p:ph type="body" sz="quarter" idx="75"/>
          </p:nvPr>
        </p:nvSpPr>
        <p:spPr>
          <a:xfrm>
            <a:off x="3744391" y="797133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76"/>
          </p:nvPr>
        </p:nvSpPr>
        <p:spPr>
          <a:xfrm>
            <a:off x="4599000" y="796038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134" name="Connector 105"/>
          <p:cNvCxnSpPr/>
          <p:nvPr/>
        </p:nvCxnSpPr>
        <p:spPr>
          <a:xfrm>
            <a:off x="4599000" y="835763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5" name="레일"/>
          <p:cNvSpPr/>
          <p:nvPr/>
        </p:nvSpPr>
        <p:spPr>
          <a:xfrm>
            <a:off x="3744391" y="8368591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7"/>
          </p:nvPr>
        </p:nvSpPr>
        <p:spPr>
          <a:xfrm>
            <a:off x="3744391" y="8368591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137" name="패널 본문"/>
          <p:cNvSpPr>
            <a:spLocks noGrp="1"/>
          </p:cNvSpPr>
          <p:nvPr>
            <p:ph type="body" sz="quarter" idx="78"/>
          </p:nvPr>
        </p:nvSpPr>
        <p:spPr>
          <a:xfrm>
            <a:off x="4599000" y="835763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138" name="Connector 108"/>
          <p:cNvCxnSpPr/>
          <p:nvPr/>
        </p:nvCxnSpPr>
        <p:spPr>
          <a:xfrm>
            <a:off x="4599000" y="875488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3744391" y="8765843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79"/>
          </p:nvPr>
        </p:nvSpPr>
        <p:spPr>
          <a:xfrm>
            <a:off x="3744391" y="8765843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141" name="패널 본문"/>
          <p:cNvSpPr>
            <a:spLocks noGrp="1"/>
          </p:cNvSpPr>
          <p:nvPr>
            <p:ph type="body" sz="quarter" idx="80"/>
          </p:nvPr>
        </p:nvSpPr>
        <p:spPr>
          <a:xfrm>
            <a:off x="4599000" y="875488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142" name="Connector 111"/>
          <p:cNvCxnSpPr/>
          <p:nvPr/>
        </p:nvCxnSpPr>
        <p:spPr>
          <a:xfrm>
            <a:off x="4599000" y="9152139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3" name="레일"/>
          <p:cNvSpPr/>
          <p:nvPr/>
        </p:nvSpPr>
        <p:spPr>
          <a:xfrm>
            <a:off x="3744391" y="916309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4" name="레일"/>
          <p:cNvSpPr>
            <a:spLocks noGrp="1"/>
          </p:cNvSpPr>
          <p:nvPr>
            <p:ph type="body" sz="quarter" idx="81"/>
          </p:nvPr>
        </p:nvSpPr>
        <p:spPr>
          <a:xfrm>
            <a:off x="3744391" y="916309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145" name="패널 본문"/>
          <p:cNvSpPr>
            <a:spLocks noGrp="1"/>
          </p:cNvSpPr>
          <p:nvPr>
            <p:ph type="body" sz="quarter" idx="82"/>
          </p:nvPr>
        </p:nvSpPr>
        <p:spPr>
          <a:xfrm>
            <a:off x="4599000" y="9152139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146" name="핵심성과 박스"/>
          <p:cNvSpPr/>
          <p:nvPr/>
        </p:nvSpPr>
        <p:spPr>
          <a:xfrm>
            <a:off x="536870" y="9658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7" name="핵심성과 라벨"/>
          <p:cNvSpPr/>
          <p:nvPr/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48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569739" y="9697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9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314783" y="9675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2 현안 해결 + 단계 추진 + 점검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6" name="태그칩"/>
          <p:cNvSpPr/>
          <p:nvPr/>
        </p:nvSpPr>
        <p:spPr>
          <a:xfrm>
            <a:off x="3955351" y="1238087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3955351" y="1238087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머리칸"/>
          <p:cNvSpPr/>
          <p:nvPr/>
        </p:nvSpPr>
        <p:spPr>
          <a:xfrm>
            <a:off x="3380087" y="1914730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380087" y="1914730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391043" y="2155774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380087" y="21886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74957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74957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74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96870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7" name="단계"/>
          <p:cNvSpPr/>
          <p:nvPr/>
        </p:nvSpPr>
        <p:spPr>
          <a:xfrm>
            <a:off x="2363870" y="2696870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2363870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9" name="단계"/>
          <p:cNvSpPr/>
          <p:nvPr/>
        </p:nvSpPr>
        <p:spPr>
          <a:xfrm>
            <a:off x="3380087" y="2696870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3380087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1" name="단계"/>
          <p:cNvSpPr/>
          <p:nvPr/>
        </p:nvSpPr>
        <p:spPr>
          <a:xfrm>
            <a:off x="4396304" y="2696870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396304" y="2696870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363869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3380086" y="269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396304" y="269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2374826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363870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391043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380087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407261" y="2948870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396304" y="2981739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성과 화살표"/>
          <p:cNvSpPr/>
          <p:nvPr/>
        </p:nvSpPr>
        <p:spPr>
          <a:xfrm>
            <a:off x="5467304" y="2333895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성과 패널 머리"/>
          <p:cNvSpPr/>
          <p:nvPr/>
        </p:nvSpPr>
        <p:spPr>
          <a:xfrm>
            <a:off x="5637130" y="1490087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637130" y="1490087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성과 패널"/>
          <p:cNvSpPr/>
          <p:nvPr/>
        </p:nvSpPr>
        <p:spPr>
          <a:xfrm>
            <a:off x="5637130" y="1742087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659043" y="1764000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8" name="형광 밑줄"/>
          <p:cNvSpPr/>
          <p:nvPr/>
        </p:nvSpPr>
        <p:spPr>
          <a:xfrm>
            <a:off x="723130" y="3736487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소제목"/>
          <p:cNvSpPr>
            <a:spLocks noGrp="1"/>
          </p:cNvSpPr>
          <p:nvPr>
            <p:ph type="body" sz="quarter" idx="42"/>
          </p:nvPr>
        </p:nvSpPr>
        <p:spPr>
          <a:xfrm>
            <a:off x="723130" y="358309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60" name="태그칩"/>
          <p:cNvSpPr/>
          <p:nvPr/>
        </p:nvSpPr>
        <p:spPr>
          <a:xfrm>
            <a:off x="3932802" y="3615965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칩"/>
          <p:cNvSpPr>
            <a:spLocks noGrp="1"/>
          </p:cNvSpPr>
          <p:nvPr>
            <p:ph type="body" sz="quarter" idx="43"/>
          </p:nvPr>
        </p:nvSpPr>
        <p:spPr>
          <a:xfrm>
            <a:off x="3932802" y="3615965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62" name="표 외곽"/>
          <p:cNvSpPr/>
          <p:nvPr/>
        </p:nvSpPr>
        <p:spPr>
          <a:xfrm>
            <a:off x="723130" y="3867965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"/>
          <p:cNvSpPr/>
          <p:nvPr/>
        </p:nvSpPr>
        <p:spPr>
          <a:xfrm>
            <a:off x="734087" y="3884400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3884400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5" name="머리칸"/>
          <p:cNvSpPr/>
          <p:nvPr/>
        </p:nvSpPr>
        <p:spPr>
          <a:xfrm>
            <a:off x="1347652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67" name="머리칸"/>
          <p:cNvSpPr/>
          <p:nvPr/>
        </p:nvSpPr>
        <p:spPr>
          <a:xfrm>
            <a:off x="4171696" y="390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6"/>
          </p:nvPr>
        </p:nvSpPr>
        <p:spPr>
          <a:xfrm>
            <a:off x="4171696" y="390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14735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18022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06261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4506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734086" y="450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머리칸"/>
          <p:cNvSpPr/>
          <p:nvPr/>
        </p:nvSpPr>
        <p:spPr>
          <a:xfrm>
            <a:off x="1347652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77" name="머리칸"/>
          <p:cNvSpPr/>
          <p:nvPr/>
        </p:nvSpPr>
        <p:spPr>
          <a:xfrm>
            <a:off x="4171696" y="4528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1"/>
          </p:nvPr>
        </p:nvSpPr>
        <p:spPr>
          <a:xfrm>
            <a:off x="4171696" y="4528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4182652" y="4769217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4171696" y="4802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734087" y="5128122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512812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84" name="레일 삼각형"/>
          <p:cNvSpPr/>
          <p:nvPr/>
        </p:nvSpPr>
        <p:spPr>
          <a:xfrm>
            <a:off x="734086" y="51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"/>
          <p:cNvSpPr/>
          <p:nvPr/>
        </p:nvSpPr>
        <p:spPr>
          <a:xfrm>
            <a:off x="1347652" y="51500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5"/>
          </p:nvPr>
        </p:nvSpPr>
        <p:spPr>
          <a:xfrm>
            <a:off x="1347652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87" name="단계"/>
          <p:cNvSpPr/>
          <p:nvPr/>
        </p:nvSpPr>
        <p:spPr>
          <a:xfrm>
            <a:off x="2759674" y="51500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6"/>
          </p:nvPr>
        </p:nvSpPr>
        <p:spPr>
          <a:xfrm>
            <a:off x="2759674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89" name="단계"/>
          <p:cNvSpPr/>
          <p:nvPr/>
        </p:nvSpPr>
        <p:spPr>
          <a:xfrm>
            <a:off x="4171696" y="51500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7"/>
          </p:nvPr>
        </p:nvSpPr>
        <p:spPr>
          <a:xfrm>
            <a:off x="4171696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91" name="단계"/>
          <p:cNvSpPr/>
          <p:nvPr/>
        </p:nvSpPr>
        <p:spPr>
          <a:xfrm>
            <a:off x="5583717" y="51500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8"/>
          </p:nvPr>
        </p:nvSpPr>
        <p:spPr>
          <a:xfrm>
            <a:off x="5583717" y="51500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93" name="단계 삼각형"/>
          <p:cNvSpPr/>
          <p:nvPr/>
        </p:nvSpPr>
        <p:spPr>
          <a:xfrm>
            <a:off x="2759673" y="51500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단계 삼각형"/>
          <p:cNvSpPr/>
          <p:nvPr/>
        </p:nvSpPr>
        <p:spPr>
          <a:xfrm>
            <a:off x="4171695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단계 삼각형"/>
          <p:cNvSpPr/>
          <p:nvPr/>
        </p:nvSpPr>
        <p:spPr>
          <a:xfrm>
            <a:off x="5583717" y="51500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1358609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60"/>
          </p:nvPr>
        </p:nvSpPr>
        <p:spPr>
          <a:xfrm>
            <a:off x="2770630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98" name="Connector 69"/>
          <p:cNvCxnSpPr/>
          <p:nvPr/>
        </p:nvCxnSpPr>
        <p:spPr>
          <a:xfrm>
            <a:off x="2759674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4182652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100" name="Connector 71"/>
          <p:cNvCxnSpPr/>
          <p:nvPr/>
        </p:nvCxnSpPr>
        <p:spPr>
          <a:xfrm>
            <a:off x="4171696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5594674" y="5402035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102" name="Connector 73"/>
          <p:cNvCxnSpPr/>
          <p:nvPr/>
        </p:nvCxnSpPr>
        <p:spPr>
          <a:xfrm>
            <a:off x="5583717" y="54349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핵심성과 박스"/>
          <p:cNvSpPr/>
          <p:nvPr/>
        </p:nvSpPr>
        <p:spPr>
          <a:xfrm>
            <a:off x="723130" y="600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핵심성과 라벨"/>
          <p:cNvSpPr/>
          <p:nvPr/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5" name="핵심성과 라벨"/>
          <p:cNvSpPr>
            <a:spLocks noGrp="1"/>
          </p:cNvSpPr>
          <p:nvPr>
            <p:ph type="body" sz="quarter" idx="63"/>
          </p:nvPr>
        </p:nvSpPr>
        <p:spPr>
          <a:xfrm>
            <a:off x="756000" y="604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6" name="핵심성과 문구"/>
          <p:cNvSpPr>
            <a:spLocks noGrp="1"/>
          </p:cNvSpPr>
          <p:nvPr>
            <p:ph type="body" sz="quarter" idx="64"/>
          </p:nvPr>
        </p:nvSpPr>
        <p:spPr>
          <a:xfrm>
            <a:off x="1501043" y="601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  <p:sp>
        <p:nvSpPr>
          <p:cNvPr id="107" name="형광 밑줄"/>
          <p:cNvSpPr/>
          <p:nvPr/>
        </p:nvSpPr>
        <p:spPr>
          <a:xfrm>
            <a:off x="723130" y="6588783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소제목"/>
          <p:cNvSpPr>
            <a:spLocks noGrp="1"/>
          </p:cNvSpPr>
          <p:nvPr>
            <p:ph type="body" sz="quarter" idx="65"/>
          </p:nvPr>
        </p:nvSpPr>
        <p:spPr>
          <a:xfrm>
            <a:off x="723130" y="643539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09" name="태그칩"/>
          <p:cNvSpPr/>
          <p:nvPr/>
        </p:nvSpPr>
        <p:spPr>
          <a:xfrm>
            <a:off x="4224152" y="6468261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0" name="태그칩"/>
          <p:cNvSpPr>
            <a:spLocks noGrp="1"/>
          </p:cNvSpPr>
          <p:nvPr>
            <p:ph type="body" sz="quarter" idx="66"/>
          </p:nvPr>
        </p:nvSpPr>
        <p:spPr>
          <a:xfrm>
            <a:off x="4224152" y="6468261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1" name="라벨 박스"/>
          <p:cNvSpPr/>
          <p:nvPr/>
        </p:nvSpPr>
        <p:spPr>
          <a:xfrm>
            <a:off x="723130" y="673121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"/>
          <p:cNvSpPr/>
          <p:nvPr/>
        </p:nvSpPr>
        <p:spPr>
          <a:xfrm>
            <a:off x="734087" y="674217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3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674217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14" name="본문"/>
          <p:cNvSpPr>
            <a:spLocks noGrp="1"/>
          </p:cNvSpPr>
          <p:nvPr>
            <p:ph type="body" sz="quarter" idx="68"/>
          </p:nvPr>
        </p:nvSpPr>
        <p:spPr>
          <a:xfrm>
            <a:off x="1358609" y="6747652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15" name="라벨 박스"/>
          <p:cNvSpPr/>
          <p:nvPr/>
        </p:nvSpPr>
        <p:spPr>
          <a:xfrm>
            <a:off x="723130" y="7076348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레일"/>
          <p:cNvSpPr/>
          <p:nvPr/>
        </p:nvSpPr>
        <p:spPr>
          <a:xfrm>
            <a:off x="734087" y="7087304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7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087304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18" name="가운데 글"/>
          <p:cNvSpPr>
            <a:spLocks noGrp="1"/>
          </p:cNvSpPr>
          <p:nvPr>
            <p:ph type="body" sz="quarter" idx="70"/>
          </p:nvPr>
        </p:nvSpPr>
        <p:spPr>
          <a:xfrm>
            <a:off x="1358609" y="709278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19" name="주석"/>
          <p:cNvSpPr>
            <a:spLocks noGrp="1"/>
          </p:cNvSpPr>
          <p:nvPr>
            <p:ph type="body" sz="quarter" idx="71"/>
          </p:nvPr>
        </p:nvSpPr>
        <p:spPr>
          <a:xfrm>
            <a:off x="2366609" y="7399565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20" name="라벨 박스"/>
          <p:cNvSpPr/>
          <p:nvPr/>
        </p:nvSpPr>
        <p:spPr>
          <a:xfrm>
            <a:off x="723130" y="7629652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레일"/>
          <p:cNvSpPr/>
          <p:nvPr/>
        </p:nvSpPr>
        <p:spPr>
          <a:xfrm>
            <a:off x="734087" y="7640609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2" name="레일"/>
          <p:cNvSpPr>
            <a:spLocks noGrp="1"/>
          </p:cNvSpPr>
          <p:nvPr>
            <p:ph type="body" sz="quarter" idx="72"/>
          </p:nvPr>
        </p:nvSpPr>
        <p:spPr>
          <a:xfrm>
            <a:off x="734087" y="7640609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23" name="머리칸"/>
          <p:cNvSpPr/>
          <p:nvPr/>
        </p:nvSpPr>
        <p:spPr>
          <a:xfrm>
            <a:off x="1358609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4" name="머리칸"/>
          <p:cNvSpPr>
            <a:spLocks noGrp="1"/>
          </p:cNvSpPr>
          <p:nvPr>
            <p:ph type="body" sz="quarter" idx="73"/>
          </p:nvPr>
        </p:nvSpPr>
        <p:spPr>
          <a:xfrm>
            <a:off x="1358609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25" name="머리칸"/>
          <p:cNvSpPr/>
          <p:nvPr/>
        </p:nvSpPr>
        <p:spPr>
          <a:xfrm>
            <a:off x="3235826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6" name="머리칸"/>
          <p:cNvSpPr>
            <a:spLocks noGrp="1"/>
          </p:cNvSpPr>
          <p:nvPr>
            <p:ph type="body" sz="quarter" idx="74"/>
          </p:nvPr>
        </p:nvSpPr>
        <p:spPr>
          <a:xfrm>
            <a:off x="3235826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27" name="머리칸"/>
          <p:cNvSpPr/>
          <p:nvPr/>
        </p:nvSpPr>
        <p:spPr>
          <a:xfrm>
            <a:off x="5113043" y="76570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8" name="머리칸"/>
          <p:cNvSpPr>
            <a:spLocks noGrp="1"/>
          </p:cNvSpPr>
          <p:nvPr>
            <p:ph type="body" sz="quarter" idx="75"/>
          </p:nvPr>
        </p:nvSpPr>
        <p:spPr>
          <a:xfrm>
            <a:off x="5113043" y="76570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29" name="칸 본문"/>
          <p:cNvSpPr>
            <a:spLocks noGrp="1"/>
          </p:cNvSpPr>
          <p:nvPr>
            <p:ph type="body" sz="quarter" idx="76"/>
          </p:nvPr>
        </p:nvSpPr>
        <p:spPr>
          <a:xfrm>
            <a:off x="1369565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30" name="칸 본문"/>
          <p:cNvSpPr>
            <a:spLocks noGrp="1"/>
          </p:cNvSpPr>
          <p:nvPr>
            <p:ph type="body" sz="quarter" idx="77"/>
          </p:nvPr>
        </p:nvSpPr>
        <p:spPr>
          <a:xfrm>
            <a:off x="3246783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131" name="Connector 94"/>
          <p:cNvCxnSpPr/>
          <p:nvPr/>
        </p:nvCxnSpPr>
        <p:spPr>
          <a:xfrm>
            <a:off x="3235826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2" name="칸 본문"/>
          <p:cNvSpPr>
            <a:spLocks noGrp="1"/>
          </p:cNvSpPr>
          <p:nvPr>
            <p:ph type="body" sz="quarter" idx="78"/>
          </p:nvPr>
        </p:nvSpPr>
        <p:spPr>
          <a:xfrm>
            <a:off x="5124000" y="7898087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133" name="Connector 96"/>
          <p:cNvCxnSpPr/>
          <p:nvPr/>
        </p:nvCxnSpPr>
        <p:spPr>
          <a:xfrm>
            <a:off x="5113043" y="7930957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4" name="라벨 박스"/>
          <p:cNvSpPr/>
          <p:nvPr/>
        </p:nvSpPr>
        <p:spPr>
          <a:xfrm>
            <a:off x="723130" y="8333687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5" name="레일"/>
          <p:cNvSpPr/>
          <p:nvPr/>
        </p:nvSpPr>
        <p:spPr>
          <a:xfrm>
            <a:off x="734087" y="8344643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6" name="레일"/>
          <p:cNvSpPr>
            <a:spLocks noGrp="1"/>
          </p:cNvSpPr>
          <p:nvPr>
            <p:ph type="body" sz="quarter" idx="79"/>
          </p:nvPr>
        </p:nvSpPr>
        <p:spPr>
          <a:xfrm>
            <a:off x="734087" y="8344643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137" name="칸 본문"/>
          <p:cNvSpPr>
            <a:spLocks noGrp="1"/>
          </p:cNvSpPr>
          <p:nvPr>
            <p:ph type="body" sz="quarter" idx="80"/>
          </p:nvPr>
        </p:nvSpPr>
        <p:spPr>
          <a:xfrm>
            <a:off x="1369565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138" name="칸 본문"/>
          <p:cNvSpPr>
            <a:spLocks noGrp="1"/>
          </p:cNvSpPr>
          <p:nvPr>
            <p:ph type="body" sz="quarter" idx="81"/>
          </p:nvPr>
        </p:nvSpPr>
        <p:spPr>
          <a:xfrm>
            <a:off x="3246783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139" name="Connector 101"/>
          <p:cNvCxnSpPr/>
          <p:nvPr/>
        </p:nvCxnSpPr>
        <p:spPr>
          <a:xfrm>
            <a:off x="3235826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82"/>
          </p:nvPr>
        </p:nvSpPr>
        <p:spPr>
          <a:xfrm>
            <a:off x="5124000" y="8350122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141" name="Connector 103"/>
          <p:cNvCxnSpPr/>
          <p:nvPr/>
        </p:nvCxnSpPr>
        <p:spPr>
          <a:xfrm>
            <a:off x="5113043" y="8382991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핵심성과 박스"/>
          <p:cNvSpPr/>
          <p:nvPr/>
        </p:nvSpPr>
        <p:spPr>
          <a:xfrm>
            <a:off x="723130" y="88076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3" name="핵심성과 라벨"/>
          <p:cNvSpPr/>
          <p:nvPr/>
        </p:nvSpPr>
        <p:spPr>
          <a:xfrm>
            <a:off x="756000" y="88405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4" name="핵심성과 라벨"/>
          <p:cNvSpPr>
            <a:spLocks noGrp="1"/>
          </p:cNvSpPr>
          <p:nvPr>
            <p:ph type="body" sz="quarter" idx="83"/>
          </p:nvPr>
        </p:nvSpPr>
        <p:spPr>
          <a:xfrm>
            <a:off x="756000" y="88405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45" name="핵심성과 문구"/>
          <p:cNvSpPr>
            <a:spLocks noGrp="1"/>
          </p:cNvSpPr>
          <p:nvPr>
            <p:ph type="body" sz="quarter" idx="84"/>
          </p:nvPr>
        </p:nvSpPr>
        <p:spPr>
          <a:xfrm>
            <a:off x="1501043" y="88295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3 소통·공감대 + 상생의 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공감대 형성을 위한 의사소통과 관리 역량 강화 노력과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26" name="태그칩"/>
          <p:cNvSpPr/>
          <p:nvPr/>
        </p:nvSpPr>
        <p:spPr>
          <a:xfrm>
            <a:off x="4180927" y="171469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80927" y="171469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3694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694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3694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37" name="머리칸"/>
          <p:cNvSpPr/>
          <p:nvPr/>
        </p:nvSpPr>
        <p:spPr>
          <a:xfrm>
            <a:off x="3985435" y="239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9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63238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41" name="Connector 31"/>
          <p:cNvCxnSpPr/>
          <p:nvPr/>
        </p:nvCxnSpPr>
        <p:spPr>
          <a:xfrm>
            <a:off x="3985435" y="2665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991287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99128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991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1161391" y="3035113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4"/>
          </p:nvPr>
        </p:nvSpPr>
        <p:spPr>
          <a:xfrm>
            <a:off x="1161391" y="3035113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5"/>
          </p:nvPr>
        </p:nvSpPr>
        <p:spPr>
          <a:xfrm>
            <a:off x="2284344" y="3024157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48" name="태그"/>
          <p:cNvSpPr/>
          <p:nvPr/>
        </p:nvSpPr>
        <p:spPr>
          <a:xfrm>
            <a:off x="1161391" y="3232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3232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50" name="태그 설명"/>
          <p:cNvSpPr>
            <a:spLocks noGrp="1"/>
          </p:cNvSpPr>
          <p:nvPr>
            <p:ph type="body" sz="quarter" idx="37"/>
          </p:nvPr>
        </p:nvSpPr>
        <p:spPr>
          <a:xfrm>
            <a:off x="2284344" y="3221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51" name="패널 외곽"/>
          <p:cNvSpPr/>
          <p:nvPr/>
        </p:nvSpPr>
        <p:spPr>
          <a:xfrm>
            <a:off x="536870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패널 머리"/>
          <p:cNvSpPr/>
          <p:nvPr/>
        </p:nvSpPr>
        <p:spPr>
          <a:xfrm>
            <a:off x="536870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패널 머리"/>
          <p:cNvSpPr>
            <a:spLocks noGrp="1"/>
          </p:cNvSpPr>
          <p:nvPr>
            <p:ph type="body" sz="quarter" idx="38"/>
          </p:nvPr>
        </p:nvSpPr>
        <p:spPr>
          <a:xfrm>
            <a:off x="536870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54" name="레일"/>
          <p:cNvSpPr/>
          <p:nvPr/>
        </p:nvSpPr>
        <p:spPr>
          <a:xfrm>
            <a:off x="569739" y="3780157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레일 태그"/>
          <p:cNvSpPr/>
          <p:nvPr/>
        </p:nvSpPr>
        <p:spPr>
          <a:xfrm>
            <a:off x="659724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레일 태그"/>
          <p:cNvSpPr>
            <a:spLocks noGrp="1"/>
          </p:cNvSpPr>
          <p:nvPr>
            <p:ph type="body" sz="quarter" idx="39"/>
          </p:nvPr>
        </p:nvSpPr>
        <p:spPr>
          <a:xfrm>
            <a:off x="659724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57" name="레일 라벨"/>
          <p:cNvSpPr>
            <a:spLocks noGrp="1"/>
          </p:cNvSpPr>
          <p:nvPr>
            <p:ph type="body" sz="quarter" idx="40"/>
          </p:nvPr>
        </p:nvSpPr>
        <p:spPr>
          <a:xfrm>
            <a:off x="569739" y="4010243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58" name="패널 본문"/>
          <p:cNvSpPr>
            <a:spLocks noGrp="1"/>
          </p:cNvSpPr>
          <p:nvPr>
            <p:ph type="body" sz="quarter" idx="41"/>
          </p:nvPr>
        </p:nvSpPr>
        <p:spPr>
          <a:xfrm>
            <a:off x="1353130" y="3769200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1353130" y="4385583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69739" y="4396539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레일 태그"/>
          <p:cNvSpPr/>
          <p:nvPr/>
        </p:nvSpPr>
        <p:spPr>
          <a:xfrm>
            <a:off x="659724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레일 태그"/>
          <p:cNvSpPr>
            <a:spLocks noGrp="1"/>
          </p:cNvSpPr>
          <p:nvPr>
            <p:ph type="body" sz="quarter" idx="42"/>
          </p:nvPr>
        </p:nvSpPr>
        <p:spPr>
          <a:xfrm>
            <a:off x="659724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3" name="레일 라벨"/>
          <p:cNvSpPr>
            <a:spLocks noGrp="1"/>
          </p:cNvSpPr>
          <p:nvPr>
            <p:ph type="body" sz="quarter" idx="43"/>
          </p:nvPr>
        </p:nvSpPr>
        <p:spPr>
          <a:xfrm>
            <a:off x="569739" y="4626626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64" name="패널 본문"/>
          <p:cNvSpPr>
            <a:spLocks noGrp="1"/>
          </p:cNvSpPr>
          <p:nvPr>
            <p:ph type="body" sz="quarter" idx="44"/>
          </p:nvPr>
        </p:nvSpPr>
        <p:spPr>
          <a:xfrm>
            <a:off x="1353130" y="438558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65" name="Connector 49"/>
          <p:cNvCxnSpPr/>
          <p:nvPr/>
        </p:nvCxnSpPr>
        <p:spPr>
          <a:xfrm>
            <a:off x="1353130" y="5001965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569739" y="5012922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659724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5"/>
          </p:nvPr>
        </p:nvSpPr>
        <p:spPr>
          <a:xfrm>
            <a:off x="659724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6"/>
          </p:nvPr>
        </p:nvSpPr>
        <p:spPr>
          <a:xfrm>
            <a:off x="569739" y="5243009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70" name="패널 본문"/>
          <p:cNvSpPr>
            <a:spLocks noGrp="1"/>
          </p:cNvSpPr>
          <p:nvPr>
            <p:ph type="body" sz="quarter" idx="47"/>
          </p:nvPr>
        </p:nvSpPr>
        <p:spPr>
          <a:xfrm>
            <a:off x="1353130" y="5001965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71" name="패널 외곽"/>
          <p:cNvSpPr/>
          <p:nvPr/>
        </p:nvSpPr>
        <p:spPr>
          <a:xfrm>
            <a:off x="3711522" y="3506243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패널 머리"/>
          <p:cNvSpPr/>
          <p:nvPr/>
        </p:nvSpPr>
        <p:spPr>
          <a:xfrm>
            <a:off x="3711522" y="3506243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3" name="패널 머리"/>
          <p:cNvSpPr>
            <a:spLocks noGrp="1"/>
          </p:cNvSpPr>
          <p:nvPr>
            <p:ph type="body" sz="quarter" idx="48"/>
          </p:nvPr>
        </p:nvSpPr>
        <p:spPr>
          <a:xfrm>
            <a:off x="3711522" y="3506243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74" name="레일"/>
          <p:cNvSpPr/>
          <p:nvPr/>
        </p:nvSpPr>
        <p:spPr>
          <a:xfrm>
            <a:off x="3744391" y="3780157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3831637" y="38239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49"/>
          </p:nvPr>
        </p:nvSpPr>
        <p:spPr>
          <a:xfrm>
            <a:off x="3831637" y="38239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0"/>
          </p:nvPr>
        </p:nvSpPr>
        <p:spPr>
          <a:xfrm>
            <a:off x="3744391" y="4010243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78" name="패널 본문"/>
          <p:cNvSpPr>
            <a:spLocks noGrp="1"/>
          </p:cNvSpPr>
          <p:nvPr>
            <p:ph type="body" sz="quarter" idx="51"/>
          </p:nvPr>
        </p:nvSpPr>
        <p:spPr>
          <a:xfrm>
            <a:off x="4522304" y="3769200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9" name="Connector 60"/>
          <p:cNvCxnSpPr/>
          <p:nvPr/>
        </p:nvCxnSpPr>
        <p:spPr>
          <a:xfrm>
            <a:off x="4522304" y="4385583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레일"/>
          <p:cNvSpPr/>
          <p:nvPr/>
        </p:nvSpPr>
        <p:spPr>
          <a:xfrm>
            <a:off x="3744391" y="4396539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레일 태그"/>
          <p:cNvSpPr/>
          <p:nvPr/>
        </p:nvSpPr>
        <p:spPr>
          <a:xfrm>
            <a:off x="3831637" y="44403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레일 태그"/>
          <p:cNvSpPr>
            <a:spLocks noGrp="1"/>
          </p:cNvSpPr>
          <p:nvPr>
            <p:ph type="body" sz="quarter" idx="52"/>
          </p:nvPr>
        </p:nvSpPr>
        <p:spPr>
          <a:xfrm>
            <a:off x="3831637" y="44403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83" name="레일 라벨"/>
          <p:cNvSpPr>
            <a:spLocks noGrp="1"/>
          </p:cNvSpPr>
          <p:nvPr>
            <p:ph type="body" sz="quarter" idx="53"/>
          </p:nvPr>
        </p:nvSpPr>
        <p:spPr>
          <a:xfrm>
            <a:off x="3744391" y="4626626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84" name="패널 본문"/>
          <p:cNvSpPr>
            <a:spLocks noGrp="1"/>
          </p:cNvSpPr>
          <p:nvPr>
            <p:ph type="body" sz="quarter" idx="54"/>
          </p:nvPr>
        </p:nvSpPr>
        <p:spPr>
          <a:xfrm>
            <a:off x="4522304" y="438558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4522304" y="5001965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레일"/>
          <p:cNvSpPr/>
          <p:nvPr/>
        </p:nvSpPr>
        <p:spPr>
          <a:xfrm>
            <a:off x="3744391" y="5012922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레일 태그"/>
          <p:cNvSpPr/>
          <p:nvPr/>
        </p:nvSpPr>
        <p:spPr>
          <a:xfrm>
            <a:off x="3831637" y="5056748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레일 태그"/>
          <p:cNvSpPr>
            <a:spLocks noGrp="1"/>
          </p:cNvSpPr>
          <p:nvPr>
            <p:ph type="body" sz="quarter" idx="55"/>
          </p:nvPr>
        </p:nvSpPr>
        <p:spPr>
          <a:xfrm>
            <a:off x="3831637" y="5056748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9" name="레일 라벨"/>
          <p:cNvSpPr>
            <a:spLocks noGrp="1"/>
          </p:cNvSpPr>
          <p:nvPr>
            <p:ph type="body" sz="quarter" idx="56"/>
          </p:nvPr>
        </p:nvSpPr>
        <p:spPr>
          <a:xfrm>
            <a:off x="3744391" y="5243009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90" name="패널 본문"/>
          <p:cNvSpPr>
            <a:spLocks noGrp="1"/>
          </p:cNvSpPr>
          <p:nvPr>
            <p:ph type="body" sz="quarter" idx="57"/>
          </p:nvPr>
        </p:nvSpPr>
        <p:spPr>
          <a:xfrm>
            <a:off x="4522304" y="5001965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  <p:sp>
        <p:nvSpPr>
          <p:cNvPr id="91" name="형광 밑줄"/>
          <p:cNvSpPr/>
          <p:nvPr/>
        </p:nvSpPr>
        <p:spPr>
          <a:xfrm>
            <a:off x="536870" y="5914174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소제목"/>
          <p:cNvSpPr>
            <a:spLocks noGrp="1"/>
          </p:cNvSpPr>
          <p:nvPr>
            <p:ph type="body" sz="quarter" idx="58"/>
          </p:nvPr>
        </p:nvSpPr>
        <p:spPr>
          <a:xfrm>
            <a:off x="536870" y="576078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93" name="태그칩"/>
          <p:cNvSpPr/>
          <p:nvPr/>
        </p:nvSpPr>
        <p:spPr>
          <a:xfrm>
            <a:off x="3355467" y="5793652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4" name="태그칩"/>
          <p:cNvSpPr>
            <a:spLocks noGrp="1"/>
          </p:cNvSpPr>
          <p:nvPr>
            <p:ph type="body" sz="quarter" idx="59"/>
          </p:nvPr>
        </p:nvSpPr>
        <p:spPr>
          <a:xfrm>
            <a:off x="3355467" y="5793652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95" name="태그칩"/>
          <p:cNvSpPr/>
          <p:nvPr/>
        </p:nvSpPr>
        <p:spPr>
          <a:xfrm>
            <a:off x="3726618" y="579365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태그칩"/>
          <p:cNvSpPr>
            <a:spLocks noGrp="1"/>
          </p:cNvSpPr>
          <p:nvPr>
            <p:ph type="body" sz="quarter" idx="60"/>
          </p:nvPr>
        </p:nvSpPr>
        <p:spPr>
          <a:xfrm>
            <a:off x="3726618" y="579365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7" name="라벨 박스"/>
          <p:cNvSpPr/>
          <p:nvPr/>
        </p:nvSpPr>
        <p:spPr>
          <a:xfrm>
            <a:off x="536870" y="60566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레일"/>
          <p:cNvSpPr/>
          <p:nvPr/>
        </p:nvSpPr>
        <p:spPr>
          <a:xfrm>
            <a:off x="547826" y="60675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9" name="레일"/>
          <p:cNvSpPr>
            <a:spLocks noGrp="1"/>
          </p:cNvSpPr>
          <p:nvPr>
            <p:ph type="body" sz="quarter" idx="61"/>
          </p:nvPr>
        </p:nvSpPr>
        <p:spPr>
          <a:xfrm>
            <a:off x="547826" y="60675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00" name="본문"/>
          <p:cNvSpPr>
            <a:spLocks noGrp="1"/>
          </p:cNvSpPr>
          <p:nvPr>
            <p:ph type="body" sz="quarter" idx="62"/>
          </p:nvPr>
        </p:nvSpPr>
        <p:spPr>
          <a:xfrm>
            <a:off x="1172348" y="6073043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101" name="표 외곽"/>
          <p:cNvSpPr/>
          <p:nvPr/>
        </p:nvSpPr>
        <p:spPr>
          <a:xfrm>
            <a:off x="536870" y="6390783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레일"/>
          <p:cNvSpPr/>
          <p:nvPr/>
        </p:nvSpPr>
        <p:spPr>
          <a:xfrm>
            <a:off x="547826" y="6407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6407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04" name="머리칸"/>
          <p:cNvSpPr/>
          <p:nvPr/>
        </p:nvSpPr>
        <p:spPr>
          <a:xfrm>
            <a:off x="1161391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5" name="머리칸"/>
          <p:cNvSpPr>
            <a:spLocks noGrp="1"/>
          </p:cNvSpPr>
          <p:nvPr>
            <p:ph type="body" sz="quarter" idx="64"/>
          </p:nvPr>
        </p:nvSpPr>
        <p:spPr>
          <a:xfrm>
            <a:off x="1161391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6" name="머리칸"/>
          <p:cNvSpPr/>
          <p:nvPr/>
        </p:nvSpPr>
        <p:spPr>
          <a:xfrm>
            <a:off x="3985435" y="6429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7" name="머리칸"/>
          <p:cNvSpPr>
            <a:spLocks noGrp="1"/>
          </p:cNvSpPr>
          <p:nvPr>
            <p:ph type="body" sz="quarter" idx="65"/>
          </p:nvPr>
        </p:nvSpPr>
        <p:spPr>
          <a:xfrm>
            <a:off x="3985435" y="6429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1172348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09" name="칸 본문"/>
          <p:cNvSpPr>
            <a:spLocks noGrp="1"/>
          </p:cNvSpPr>
          <p:nvPr>
            <p:ph type="body" sz="quarter" idx="67"/>
          </p:nvPr>
        </p:nvSpPr>
        <p:spPr>
          <a:xfrm>
            <a:off x="3996391" y="667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10" name="Connector 83"/>
          <p:cNvCxnSpPr/>
          <p:nvPr/>
        </p:nvCxnSpPr>
        <p:spPr>
          <a:xfrm>
            <a:off x="3985435" y="670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47826" y="7029078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레일 태그"/>
          <p:cNvSpPr/>
          <p:nvPr/>
        </p:nvSpPr>
        <p:spPr>
          <a:xfrm>
            <a:off x="668144" y="71934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3" name="레일 태그"/>
          <p:cNvSpPr>
            <a:spLocks noGrp="1"/>
          </p:cNvSpPr>
          <p:nvPr>
            <p:ph type="body" sz="quarter" idx="68"/>
          </p:nvPr>
        </p:nvSpPr>
        <p:spPr>
          <a:xfrm>
            <a:off x="668144" y="71934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14" name="레일 라벨"/>
          <p:cNvSpPr>
            <a:spLocks noGrp="1"/>
          </p:cNvSpPr>
          <p:nvPr>
            <p:ph type="body" sz="quarter" idx="69"/>
          </p:nvPr>
        </p:nvSpPr>
        <p:spPr>
          <a:xfrm>
            <a:off x="547826" y="7379687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15" name="레일 삼각형"/>
          <p:cNvSpPr/>
          <p:nvPr/>
        </p:nvSpPr>
        <p:spPr>
          <a:xfrm>
            <a:off x="547826" y="702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머리칸"/>
          <p:cNvSpPr/>
          <p:nvPr/>
        </p:nvSpPr>
        <p:spPr>
          <a:xfrm>
            <a:off x="1161391" y="7050991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0"/>
          </p:nvPr>
        </p:nvSpPr>
        <p:spPr>
          <a:xfrm>
            <a:off x="1161391" y="7050991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1"/>
          </p:nvPr>
        </p:nvSpPr>
        <p:spPr>
          <a:xfrm>
            <a:off x="1172348" y="7292035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119" name="사진 칸"/>
          <p:cNvSpPr/>
          <p:nvPr/>
        </p:nvSpPr>
        <p:spPr>
          <a:xfrm>
            <a:off x="5730261" y="7056470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사진 칸"/>
          <p:cNvSpPr>
            <a:spLocks noGrp="1"/>
          </p:cNvSpPr>
          <p:nvPr>
            <p:ph type="body" sz="quarter" idx="72"/>
          </p:nvPr>
        </p:nvSpPr>
        <p:spPr>
          <a:xfrm>
            <a:off x="5730261" y="7056470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121" name="레일"/>
          <p:cNvSpPr/>
          <p:nvPr/>
        </p:nvSpPr>
        <p:spPr>
          <a:xfrm>
            <a:off x="547826" y="7861774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2" name="레일 태그"/>
          <p:cNvSpPr/>
          <p:nvPr/>
        </p:nvSpPr>
        <p:spPr>
          <a:xfrm>
            <a:off x="668144" y="802612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3" name="레일 태그"/>
          <p:cNvSpPr>
            <a:spLocks noGrp="1"/>
          </p:cNvSpPr>
          <p:nvPr>
            <p:ph type="body" sz="quarter" idx="73"/>
          </p:nvPr>
        </p:nvSpPr>
        <p:spPr>
          <a:xfrm>
            <a:off x="668144" y="802612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124" name="레일 라벨"/>
          <p:cNvSpPr>
            <a:spLocks noGrp="1"/>
          </p:cNvSpPr>
          <p:nvPr>
            <p:ph type="body" sz="quarter" idx="74"/>
          </p:nvPr>
        </p:nvSpPr>
        <p:spPr>
          <a:xfrm>
            <a:off x="547826" y="8212383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125" name="레일 삼각형"/>
          <p:cNvSpPr/>
          <p:nvPr/>
        </p:nvSpPr>
        <p:spPr>
          <a:xfrm>
            <a:off x="547826" y="78617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배너"/>
          <p:cNvSpPr/>
          <p:nvPr/>
        </p:nvSpPr>
        <p:spPr>
          <a:xfrm>
            <a:off x="1161391" y="7883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7" name="배너"/>
          <p:cNvSpPr>
            <a:spLocks noGrp="1"/>
          </p:cNvSpPr>
          <p:nvPr>
            <p:ph type="body" sz="quarter" idx="75"/>
          </p:nvPr>
        </p:nvSpPr>
        <p:spPr>
          <a:xfrm>
            <a:off x="1161391" y="7883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128" name="머리칸"/>
          <p:cNvSpPr/>
          <p:nvPr/>
        </p:nvSpPr>
        <p:spPr>
          <a:xfrm>
            <a:off x="1161391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6"/>
          </p:nvPr>
        </p:nvSpPr>
        <p:spPr>
          <a:xfrm>
            <a:off x="1161391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130" name="머리칸"/>
          <p:cNvSpPr/>
          <p:nvPr/>
        </p:nvSpPr>
        <p:spPr>
          <a:xfrm>
            <a:off x="3044087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7"/>
          </p:nvPr>
        </p:nvSpPr>
        <p:spPr>
          <a:xfrm>
            <a:off x="3044087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132" name="머리칸"/>
          <p:cNvSpPr/>
          <p:nvPr/>
        </p:nvSpPr>
        <p:spPr>
          <a:xfrm>
            <a:off x="4926783" y="8119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3" name="머리칸"/>
          <p:cNvSpPr>
            <a:spLocks noGrp="1"/>
          </p:cNvSpPr>
          <p:nvPr>
            <p:ph type="body" sz="quarter" idx="78"/>
          </p:nvPr>
        </p:nvSpPr>
        <p:spPr>
          <a:xfrm>
            <a:off x="4926783" y="8119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9"/>
          </p:nvPr>
        </p:nvSpPr>
        <p:spPr>
          <a:xfrm>
            <a:off x="1172348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80"/>
          </p:nvPr>
        </p:nvSpPr>
        <p:spPr>
          <a:xfrm>
            <a:off x="3055043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81"/>
          </p:nvPr>
        </p:nvSpPr>
        <p:spPr>
          <a:xfrm>
            <a:off x="4937739" y="8360296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8393165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표 외곽"/>
          <p:cNvSpPr/>
          <p:nvPr/>
        </p:nvSpPr>
        <p:spPr>
          <a:xfrm>
            <a:off x="536870" y="892878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레일"/>
          <p:cNvSpPr/>
          <p:nvPr/>
        </p:nvSpPr>
        <p:spPr>
          <a:xfrm>
            <a:off x="547826" y="8945217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1" name="레일"/>
          <p:cNvSpPr>
            <a:spLocks noGrp="1"/>
          </p:cNvSpPr>
          <p:nvPr>
            <p:ph type="body" sz="quarter" idx="82"/>
          </p:nvPr>
        </p:nvSpPr>
        <p:spPr>
          <a:xfrm>
            <a:off x="547826" y="8945217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42" name="머리칸"/>
          <p:cNvSpPr/>
          <p:nvPr/>
        </p:nvSpPr>
        <p:spPr>
          <a:xfrm>
            <a:off x="1161391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3" name="머리칸"/>
          <p:cNvSpPr>
            <a:spLocks noGrp="1"/>
          </p:cNvSpPr>
          <p:nvPr>
            <p:ph type="body" sz="quarter" idx="83"/>
          </p:nvPr>
        </p:nvSpPr>
        <p:spPr>
          <a:xfrm>
            <a:off x="1161391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4" name="머리칸"/>
          <p:cNvSpPr/>
          <p:nvPr/>
        </p:nvSpPr>
        <p:spPr>
          <a:xfrm>
            <a:off x="3985435" y="8967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5" name="머리칸"/>
          <p:cNvSpPr>
            <a:spLocks noGrp="1"/>
          </p:cNvSpPr>
          <p:nvPr>
            <p:ph type="body" sz="quarter" idx="84"/>
          </p:nvPr>
        </p:nvSpPr>
        <p:spPr>
          <a:xfrm>
            <a:off x="3985435" y="8967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85"/>
          </p:nvPr>
        </p:nvSpPr>
        <p:spPr>
          <a:xfrm>
            <a:off x="1172348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47" name="칸 본문"/>
          <p:cNvSpPr>
            <a:spLocks noGrp="1"/>
          </p:cNvSpPr>
          <p:nvPr>
            <p:ph type="body" sz="quarter" idx="86"/>
          </p:nvPr>
        </p:nvSpPr>
        <p:spPr>
          <a:xfrm>
            <a:off x="3996391" y="9208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48" name="Connector 110"/>
          <p:cNvCxnSpPr/>
          <p:nvPr/>
        </p:nvCxnSpPr>
        <p:spPr>
          <a:xfrm>
            <a:off x="3985435" y="9241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9" name="핵심성과 박스"/>
          <p:cNvSpPr/>
          <p:nvPr/>
        </p:nvSpPr>
        <p:spPr>
          <a:xfrm>
            <a:off x="536870" y="9660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0" name="핵심성과 라벨"/>
          <p:cNvSpPr/>
          <p:nvPr/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51" name="핵심성과 라벨"/>
          <p:cNvSpPr>
            <a:spLocks noGrp="1"/>
          </p:cNvSpPr>
          <p:nvPr>
            <p:ph type="body" sz="quarter" idx="87"/>
          </p:nvPr>
        </p:nvSpPr>
        <p:spPr>
          <a:xfrm>
            <a:off x="569739" y="9698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52" name="핵심성과 문구"/>
          <p:cNvSpPr>
            <a:spLocks noGrp="1"/>
          </p:cNvSpPr>
          <p:nvPr>
            <p:ph type="body" sz="quarter" idx="88"/>
          </p:nvPr>
        </p:nvSpPr>
        <p:spPr>
          <a:xfrm>
            <a:off x="1314783" y="9676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4 교육체계 + 협의체 참여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형광 밑줄"/>
          <p:cNvSpPr/>
          <p:nvPr/>
        </p:nvSpPr>
        <p:spPr>
          <a:xfrm>
            <a:off x="723130" y="6316591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0"/>
          </p:nvPr>
        </p:nvSpPr>
        <p:spPr>
          <a:xfrm>
            <a:off x="723130" y="616320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54" name="태그칩"/>
          <p:cNvSpPr/>
          <p:nvPr/>
        </p:nvSpPr>
        <p:spPr>
          <a:xfrm>
            <a:off x="3595310" y="6196070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1"/>
          </p:nvPr>
        </p:nvSpPr>
        <p:spPr>
          <a:xfrm>
            <a:off x="3595310" y="6196070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6448070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6464504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646450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59" name="배너"/>
          <p:cNvSpPr/>
          <p:nvPr/>
        </p:nvSpPr>
        <p:spPr>
          <a:xfrm>
            <a:off x="1347652" y="64864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64864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5"/>
          </p:nvPr>
        </p:nvSpPr>
        <p:spPr>
          <a:xfrm>
            <a:off x="3230348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672198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6"/>
          </p:nvPr>
        </p:nvSpPr>
        <p:spPr>
          <a:xfrm>
            <a:off x="5113043" y="672198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69" name="Connector 48"/>
          <p:cNvCxnSpPr/>
          <p:nvPr/>
        </p:nvCxnSpPr>
        <p:spPr>
          <a:xfrm>
            <a:off x="3230348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963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5113043" y="6995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태그"/>
          <p:cNvSpPr/>
          <p:nvPr/>
        </p:nvSpPr>
        <p:spPr>
          <a:xfrm>
            <a:off x="1347652" y="734384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73438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1"/>
          </p:nvPr>
        </p:nvSpPr>
        <p:spPr>
          <a:xfrm>
            <a:off x="1972988" y="73328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75" name="레일"/>
          <p:cNvSpPr/>
          <p:nvPr/>
        </p:nvSpPr>
        <p:spPr>
          <a:xfrm>
            <a:off x="734087" y="7562974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7562974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734086" y="75629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배너"/>
          <p:cNvSpPr/>
          <p:nvPr/>
        </p:nvSpPr>
        <p:spPr>
          <a:xfrm>
            <a:off x="1347652" y="75848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배너"/>
          <p:cNvSpPr>
            <a:spLocks noGrp="1"/>
          </p:cNvSpPr>
          <p:nvPr>
            <p:ph type="body" sz="quarter" idx="53"/>
          </p:nvPr>
        </p:nvSpPr>
        <p:spPr>
          <a:xfrm>
            <a:off x="1347652" y="75848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80" name="머리칸"/>
          <p:cNvSpPr/>
          <p:nvPr/>
        </p:nvSpPr>
        <p:spPr>
          <a:xfrm>
            <a:off x="1347652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82" name="머리칸"/>
          <p:cNvSpPr/>
          <p:nvPr/>
        </p:nvSpPr>
        <p:spPr>
          <a:xfrm>
            <a:off x="4171696" y="7820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7820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806149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4171696" y="80943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태그"/>
          <p:cNvSpPr/>
          <p:nvPr/>
        </p:nvSpPr>
        <p:spPr>
          <a:xfrm>
            <a:off x="1347652" y="8442313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8"/>
          </p:nvPr>
        </p:nvSpPr>
        <p:spPr>
          <a:xfrm>
            <a:off x="1347652" y="84423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9"/>
          </p:nvPr>
        </p:nvSpPr>
        <p:spPr>
          <a:xfrm>
            <a:off x="1972988" y="84313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723130" y="87490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756000" y="87874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501043" y="87655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PL05 임금·단체협약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평가내용 라벨"/>
          <p:cNvSpPr/>
          <p:nvPr/>
        </p:nvSpPr>
        <p:spPr>
          <a:xfrm>
            <a:off x="536870" y="766957"/>
            <a:ext cx="975130" cy="345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1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975130" cy="345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2" name="평가내용 제목 박스"/>
          <p:cNvSpPr/>
          <p:nvPr/>
        </p:nvSpPr>
        <p:spPr>
          <a:xfrm>
            <a:off x="1522957" y="777913"/>
            <a:ext cx="5313913" cy="323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632522" y="788870"/>
            <a:ext cx="5127652" cy="301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노사협력을 통한 근로조건의 실질적 향상과 구체적 성과</a:t>
            </a:r>
          </a:p>
        </p:txBody>
      </p:sp>
      <p:sp>
        <p:nvSpPr>
          <p:cNvPr id="14" name="점"/>
          <p:cNvSpPr/>
          <p:nvPr/>
        </p:nvSpPr>
        <p:spPr>
          <a:xfrm>
            <a:off x="871043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947739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024435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101130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점"/>
          <p:cNvSpPr/>
          <p:nvPr/>
        </p:nvSpPr>
        <p:spPr>
          <a:xfrm>
            <a:off x="1177826" y="1051826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번호 띠"/>
          <p:cNvSpPr/>
          <p:nvPr/>
        </p:nvSpPr>
        <p:spPr>
          <a:xfrm>
            <a:off x="536870" y="1254522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276434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276434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2"/>
          </p:nvPr>
        </p:nvSpPr>
        <p:spPr>
          <a:xfrm>
            <a:off x="558783" y="1254522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3"/>
          </p:nvPr>
        </p:nvSpPr>
        <p:spPr>
          <a:xfrm>
            <a:off x="1183304" y="1276435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24" name="형광 밑줄"/>
          <p:cNvSpPr/>
          <p:nvPr/>
        </p:nvSpPr>
        <p:spPr>
          <a:xfrm>
            <a:off x="536870" y="1835217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681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26" name="태그칩"/>
          <p:cNvSpPr/>
          <p:nvPr/>
        </p:nvSpPr>
        <p:spPr>
          <a:xfrm>
            <a:off x="4123324" y="171469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칩"/>
          <p:cNvSpPr>
            <a:spLocks noGrp="1"/>
          </p:cNvSpPr>
          <p:nvPr>
            <p:ph type="body" sz="quarter" idx="25"/>
          </p:nvPr>
        </p:nvSpPr>
        <p:spPr>
          <a:xfrm>
            <a:off x="4123324" y="171469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66696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83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83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005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2005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246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985435" y="2278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3823826" y="26542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표 외곽"/>
          <p:cNvSpPr/>
          <p:nvPr/>
        </p:nvSpPr>
        <p:spPr>
          <a:xfrm>
            <a:off x="536870" y="2867948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884383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84383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9062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9062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314733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3180209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511722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511722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5117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161391" y="35336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54" name="단계"/>
          <p:cNvSpPr/>
          <p:nvPr/>
        </p:nvSpPr>
        <p:spPr>
          <a:xfrm>
            <a:off x="2573413" y="35336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56" name="단계"/>
          <p:cNvSpPr/>
          <p:nvPr/>
        </p:nvSpPr>
        <p:spPr>
          <a:xfrm>
            <a:off x="3985435" y="35336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58" name="단계"/>
          <p:cNvSpPr/>
          <p:nvPr/>
        </p:nvSpPr>
        <p:spPr>
          <a:xfrm>
            <a:off x="5397457" y="35336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5336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60" name="단계 삼각형"/>
          <p:cNvSpPr/>
          <p:nvPr/>
        </p:nvSpPr>
        <p:spPr>
          <a:xfrm>
            <a:off x="2573413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3985434" y="35336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단계 삼각형"/>
          <p:cNvSpPr/>
          <p:nvPr/>
        </p:nvSpPr>
        <p:spPr>
          <a:xfrm>
            <a:off x="5397456" y="35336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2573413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67" name="Connector 50"/>
          <p:cNvCxnSpPr/>
          <p:nvPr/>
        </p:nvCxnSpPr>
        <p:spPr>
          <a:xfrm>
            <a:off x="3985435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785635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69" name="Connector 52"/>
          <p:cNvCxnSpPr/>
          <p:nvPr/>
        </p:nvCxnSpPr>
        <p:spPr>
          <a:xfrm>
            <a:off x="5397457" y="3818504"/>
            <a:ext cx="0" cy="5863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4459617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459617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44596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815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7"/>
          </p:nvPr>
        </p:nvSpPr>
        <p:spPr>
          <a:xfrm>
            <a:off x="3985435" y="44815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722574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5359461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4722574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80" name="Connector 61"/>
          <p:cNvCxnSpPr/>
          <p:nvPr/>
        </p:nvCxnSpPr>
        <p:spPr>
          <a:xfrm>
            <a:off x="3985435" y="4755443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핵심성과 박스"/>
          <p:cNvSpPr/>
          <p:nvPr/>
        </p:nvSpPr>
        <p:spPr>
          <a:xfrm>
            <a:off x="536870" y="562382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핵심성과 라벨"/>
          <p:cNvSpPr/>
          <p:nvPr/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3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566217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84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564026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  <p:sp>
        <p:nvSpPr>
          <p:cNvPr id="85" name="형광 밑줄"/>
          <p:cNvSpPr/>
          <p:nvPr/>
        </p:nvSpPr>
        <p:spPr>
          <a:xfrm>
            <a:off x="536870" y="6209217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소제목"/>
          <p:cNvSpPr>
            <a:spLocks noGrp="1"/>
          </p:cNvSpPr>
          <p:nvPr>
            <p:ph type="body" sz="quarter" idx="53"/>
          </p:nvPr>
        </p:nvSpPr>
        <p:spPr>
          <a:xfrm>
            <a:off x="536870" y="60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87" name="표 외곽"/>
          <p:cNvSpPr/>
          <p:nvPr/>
        </p:nvSpPr>
        <p:spPr>
          <a:xfrm>
            <a:off x="536870" y="634069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레일"/>
          <p:cNvSpPr/>
          <p:nvPr/>
        </p:nvSpPr>
        <p:spPr>
          <a:xfrm>
            <a:off x="547826" y="6357130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35713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92" name="머리칸"/>
          <p:cNvSpPr/>
          <p:nvPr/>
        </p:nvSpPr>
        <p:spPr>
          <a:xfrm>
            <a:off x="3985435" y="6379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6379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662008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3985435" y="665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레일"/>
          <p:cNvSpPr/>
          <p:nvPr/>
        </p:nvSpPr>
        <p:spPr>
          <a:xfrm>
            <a:off x="547826" y="698447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98447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9" name="레일 삼각형"/>
          <p:cNvSpPr/>
          <p:nvPr/>
        </p:nvSpPr>
        <p:spPr>
          <a:xfrm>
            <a:off x="547826" y="698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머리칸"/>
          <p:cNvSpPr/>
          <p:nvPr/>
        </p:nvSpPr>
        <p:spPr>
          <a:xfrm>
            <a:off x="1161391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1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102" name="머리칸"/>
          <p:cNvSpPr/>
          <p:nvPr/>
        </p:nvSpPr>
        <p:spPr>
          <a:xfrm>
            <a:off x="3985435" y="70063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3" name="머리칸"/>
          <p:cNvSpPr>
            <a:spLocks noGrp="1"/>
          </p:cNvSpPr>
          <p:nvPr>
            <p:ph type="body" sz="quarter" idx="61"/>
          </p:nvPr>
        </p:nvSpPr>
        <p:spPr>
          <a:xfrm>
            <a:off x="3985435" y="70063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3"/>
          </p:nvPr>
        </p:nvSpPr>
        <p:spPr>
          <a:xfrm>
            <a:off x="3996391" y="7247426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106" name="Connector 80"/>
          <p:cNvCxnSpPr/>
          <p:nvPr/>
        </p:nvCxnSpPr>
        <p:spPr>
          <a:xfrm>
            <a:off x="3985435" y="7280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레일"/>
          <p:cNvSpPr/>
          <p:nvPr/>
        </p:nvSpPr>
        <p:spPr>
          <a:xfrm>
            <a:off x="547826" y="761180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8" name="레일"/>
          <p:cNvSpPr>
            <a:spLocks noGrp="1"/>
          </p:cNvSpPr>
          <p:nvPr>
            <p:ph type="body" sz="quarter" idx="64"/>
          </p:nvPr>
        </p:nvSpPr>
        <p:spPr>
          <a:xfrm>
            <a:off x="547826" y="761180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09" name="단계"/>
          <p:cNvSpPr/>
          <p:nvPr/>
        </p:nvSpPr>
        <p:spPr>
          <a:xfrm>
            <a:off x="1161391" y="76337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0" name="단계"/>
          <p:cNvSpPr>
            <a:spLocks noGrp="1"/>
          </p:cNvSpPr>
          <p:nvPr>
            <p:ph type="body" sz="quarter" idx="65"/>
          </p:nvPr>
        </p:nvSpPr>
        <p:spPr>
          <a:xfrm>
            <a:off x="1161391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111" name="단계"/>
          <p:cNvSpPr/>
          <p:nvPr/>
        </p:nvSpPr>
        <p:spPr>
          <a:xfrm>
            <a:off x="2573413" y="76337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2" name="단계"/>
          <p:cNvSpPr>
            <a:spLocks noGrp="1"/>
          </p:cNvSpPr>
          <p:nvPr>
            <p:ph type="body" sz="quarter" idx="66"/>
          </p:nvPr>
        </p:nvSpPr>
        <p:spPr>
          <a:xfrm>
            <a:off x="2573413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113" name="단계"/>
          <p:cNvSpPr/>
          <p:nvPr/>
        </p:nvSpPr>
        <p:spPr>
          <a:xfrm>
            <a:off x="3985435" y="76337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4" name="단계"/>
          <p:cNvSpPr>
            <a:spLocks noGrp="1"/>
          </p:cNvSpPr>
          <p:nvPr>
            <p:ph type="body" sz="quarter" idx="67"/>
          </p:nvPr>
        </p:nvSpPr>
        <p:spPr>
          <a:xfrm>
            <a:off x="3985435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115" name="단계"/>
          <p:cNvSpPr/>
          <p:nvPr/>
        </p:nvSpPr>
        <p:spPr>
          <a:xfrm>
            <a:off x="5397457" y="76337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6" name="단계"/>
          <p:cNvSpPr>
            <a:spLocks noGrp="1"/>
          </p:cNvSpPr>
          <p:nvPr>
            <p:ph type="body" sz="quarter" idx="68"/>
          </p:nvPr>
        </p:nvSpPr>
        <p:spPr>
          <a:xfrm>
            <a:off x="5397457" y="76337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117" name="단계 삼각형"/>
          <p:cNvSpPr/>
          <p:nvPr/>
        </p:nvSpPr>
        <p:spPr>
          <a:xfrm>
            <a:off x="2573413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단계 삼각형"/>
          <p:cNvSpPr/>
          <p:nvPr/>
        </p:nvSpPr>
        <p:spPr>
          <a:xfrm>
            <a:off x="3985434" y="76337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5397456" y="76337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칸 본문"/>
          <p:cNvSpPr>
            <a:spLocks noGrp="1"/>
          </p:cNvSpPr>
          <p:nvPr>
            <p:ph type="body" sz="quarter" idx="69"/>
          </p:nvPr>
        </p:nvSpPr>
        <p:spPr>
          <a:xfrm>
            <a:off x="1172348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121" name="칸 본문"/>
          <p:cNvSpPr>
            <a:spLocks noGrp="1"/>
          </p:cNvSpPr>
          <p:nvPr>
            <p:ph type="body" sz="quarter" idx="70"/>
          </p:nvPr>
        </p:nvSpPr>
        <p:spPr>
          <a:xfrm>
            <a:off x="2584370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122" name="Connector 91"/>
          <p:cNvCxnSpPr/>
          <p:nvPr/>
        </p:nvCxnSpPr>
        <p:spPr>
          <a:xfrm>
            <a:off x="2573413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칸 본문"/>
          <p:cNvSpPr>
            <a:spLocks noGrp="1"/>
          </p:cNvSpPr>
          <p:nvPr>
            <p:ph type="body" sz="quarter" idx="71"/>
          </p:nvPr>
        </p:nvSpPr>
        <p:spPr>
          <a:xfrm>
            <a:off x="3996391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124" name="Connector 93"/>
          <p:cNvCxnSpPr/>
          <p:nvPr/>
        </p:nvCxnSpPr>
        <p:spPr>
          <a:xfrm>
            <a:off x="3985435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5" name="칸 본문"/>
          <p:cNvSpPr>
            <a:spLocks noGrp="1"/>
          </p:cNvSpPr>
          <p:nvPr>
            <p:ph type="body" sz="quarter" idx="72"/>
          </p:nvPr>
        </p:nvSpPr>
        <p:spPr>
          <a:xfrm>
            <a:off x="5408413" y="788572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126" name="Connector 95"/>
          <p:cNvCxnSpPr/>
          <p:nvPr/>
        </p:nvCxnSpPr>
        <p:spPr>
          <a:xfrm>
            <a:off x="5397457" y="79185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7" name="레일"/>
          <p:cNvSpPr/>
          <p:nvPr/>
        </p:nvSpPr>
        <p:spPr>
          <a:xfrm>
            <a:off x="547826" y="8244626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8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8244626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129" name="레일 삼각형"/>
          <p:cNvSpPr/>
          <p:nvPr/>
        </p:nvSpPr>
        <p:spPr>
          <a:xfrm>
            <a:off x="547826" y="82446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머리칸"/>
          <p:cNvSpPr/>
          <p:nvPr/>
        </p:nvSpPr>
        <p:spPr>
          <a:xfrm>
            <a:off x="1161391" y="8266539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4"/>
          </p:nvPr>
        </p:nvSpPr>
        <p:spPr>
          <a:xfrm>
            <a:off x="1161391" y="8266539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75"/>
          </p:nvPr>
        </p:nvSpPr>
        <p:spPr>
          <a:xfrm>
            <a:off x="1172348" y="850758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133" name="사진 칸"/>
          <p:cNvSpPr/>
          <p:nvPr/>
        </p:nvSpPr>
        <p:spPr>
          <a:xfrm>
            <a:off x="5730261" y="8272017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4" name="사진 칸"/>
          <p:cNvSpPr>
            <a:spLocks noGrp="1"/>
          </p:cNvSpPr>
          <p:nvPr>
            <p:ph type="body" sz="quarter" idx="76"/>
          </p:nvPr>
        </p:nvSpPr>
        <p:spPr>
          <a:xfrm>
            <a:off x="5730261" y="8272017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135" name="핵심성과 박스"/>
          <p:cNvSpPr/>
          <p:nvPr/>
        </p:nvSpPr>
        <p:spPr>
          <a:xfrm>
            <a:off x="536870" y="91649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핵심성과 라벨"/>
          <p:cNvSpPr/>
          <p:nvPr/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37" name="핵심성과 라벨"/>
          <p:cNvSpPr>
            <a:spLocks noGrp="1"/>
          </p:cNvSpPr>
          <p:nvPr>
            <p:ph type="body" sz="quarter" idx="77"/>
          </p:nvPr>
        </p:nvSpPr>
        <p:spPr>
          <a:xfrm>
            <a:off x="569739" y="92033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8" name="핵심성과 문구"/>
          <p:cNvSpPr>
            <a:spLocks noGrp="1"/>
          </p:cNvSpPr>
          <p:nvPr>
            <p:ph type="body" sz="quarter" idx="78"/>
          </p:nvPr>
        </p:nvSpPr>
        <p:spPr>
          <a:xfrm>
            <a:off x="1314783" y="91814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L06 근로환경·복리후생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형광 밑줄"/>
          <p:cNvSpPr/>
          <p:nvPr/>
        </p:nvSpPr>
        <p:spPr>
          <a:xfrm>
            <a:off x="723130" y="3846052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소제목"/>
          <p:cNvSpPr>
            <a:spLocks noGrp="1"/>
          </p:cNvSpPr>
          <p:nvPr>
            <p:ph type="body" sz="quarter" idx="41"/>
          </p:nvPr>
        </p:nvSpPr>
        <p:spPr>
          <a:xfrm>
            <a:off x="723130" y="36926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54" name="태그칩"/>
          <p:cNvSpPr/>
          <p:nvPr/>
        </p:nvSpPr>
        <p:spPr>
          <a:xfrm>
            <a:off x="4494817" y="37255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칩"/>
          <p:cNvSpPr>
            <a:spLocks noGrp="1"/>
          </p:cNvSpPr>
          <p:nvPr>
            <p:ph type="body" sz="quarter" idx="42"/>
          </p:nvPr>
        </p:nvSpPr>
        <p:spPr>
          <a:xfrm>
            <a:off x="4494817" y="37255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56" name="표 외곽"/>
          <p:cNvSpPr/>
          <p:nvPr/>
        </p:nvSpPr>
        <p:spPr>
          <a:xfrm>
            <a:off x="723130" y="3977530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3993965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93965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59" name="머리칸"/>
          <p:cNvSpPr/>
          <p:nvPr/>
        </p:nvSpPr>
        <p:spPr>
          <a:xfrm>
            <a:off x="1347652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61" name="머리칸"/>
          <p:cNvSpPr/>
          <p:nvPr/>
        </p:nvSpPr>
        <p:spPr>
          <a:xfrm>
            <a:off x="3670435" y="4015878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3670435" y="4015878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681391" y="4256922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670435" y="42897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4615826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615826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61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머리칸"/>
          <p:cNvSpPr/>
          <p:nvPr/>
        </p:nvSpPr>
        <p:spPr>
          <a:xfrm>
            <a:off x="1347652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71" name="머리칸"/>
          <p:cNvSpPr/>
          <p:nvPr/>
        </p:nvSpPr>
        <p:spPr>
          <a:xfrm>
            <a:off x="3670435" y="4637739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2" name="머리칸"/>
          <p:cNvSpPr>
            <a:spLocks noGrp="1"/>
          </p:cNvSpPr>
          <p:nvPr>
            <p:ph type="body" sz="quarter" idx="50"/>
          </p:nvPr>
        </p:nvSpPr>
        <p:spPr>
          <a:xfrm>
            <a:off x="3670435" y="4637739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2"/>
          </p:nvPr>
        </p:nvSpPr>
        <p:spPr>
          <a:xfrm>
            <a:off x="3681391" y="4878783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75" name="Connector 54"/>
          <p:cNvCxnSpPr/>
          <p:nvPr/>
        </p:nvCxnSpPr>
        <p:spPr>
          <a:xfrm>
            <a:off x="3670435" y="49116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5237687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23768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734086" y="5237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배너"/>
          <p:cNvSpPr/>
          <p:nvPr/>
        </p:nvSpPr>
        <p:spPr>
          <a:xfrm>
            <a:off x="1347652" y="5259600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0" name="배너"/>
          <p:cNvSpPr>
            <a:spLocks noGrp="1"/>
          </p:cNvSpPr>
          <p:nvPr>
            <p:ph type="body" sz="quarter" idx="54"/>
          </p:nvPr>
        </p:nvSpPr>
        <p:spPr>
          <a:xfrm>
            <a:off x="1347652" y="5259600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81" name="본문"/>
          <p:cNvSpPr>
            <a:spLocks noGrp="1"/>
          </p:cNvSpPr>
          <p:nvPr>
            <p:ph type="body" sz="quarter" idx="55"/>
          </p:nvPr>
        </p:nvSpPr>
        <p:spPr>
          <a:xfrm>
            <a:off x="1347652" y="5495165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82" name="사진 칸"/>
          <p:cNvSpPr/>
          <p:nvPr/>
        </p:nvSpPr>
        <p:spPr>
          <a:xfrm>
            <a:off x="6064435" y="3993965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3" name="사진 칸"/>
          <p:cNvSpPr>
            <a:spLocks noGrp="1"/>
          </p:cNvSpPr>
          <p:nvPr>
            <p:ph type="body" sz="quarter" idx="56"/>
          </p:nvPr>
        </p:nvSpPr>
        <p:spPr>
          <a:xfrm>
            <a:off x="6064435" y="3993965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84" name="사진 칸"/>
          <p:cNvSpPr/>
          <p:nvPr/>
        </p:nvSpPr>
        <p:spPr>
          <a:xfrm>
            <a:off x="6064435" y="5237687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5" name="사진 칸"/>
          <p:cNvSpPr>
            <a:spLocks noGrp="1"/>
          </p:cNvSpPr>
          <p:nvPr>
            <p:ph type="body" sz="quarter" idx="57"/>
          </p:nvPr>
        </p:nvSpPr>
        <p:spPr>
          <a:xfrm>
            <a:off x="6064435" y="5237687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86" name="형광 밑줄"/>
          <p:cNvSpPr/>
          <p:nvPr/>
        </p:nvSpPr>
        <p:spPr>
          <a:xfrm>
            <a:off x="723130" y="6133461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소제목"/>
          <p:cNvSpPr>
            <a:spLocks noGrp="1"/>
          </p:cNvSpPr>
          <p:nvPr>
            <p:ph type="body" sz="quarter" idx="58"/>
          </p:nvPr>
        </p:nvSpPr>
        <p:spPr>
          <a:xfrm>
            <a:off x="723130" y="59800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88" name="태그칩"/>
          <p:cNvSpPr/>
          <p:nvPr/>
        </p:nvSpPr>
        <p:spPr>
          <a:xfrm>
            <a:off x="4634353" y="6012939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칩"/>
          <p:cNvSpPr>
            <a:spLocks noGrp="1"/>
          </p:cNvSpPr>
          <p:nvPr>
            <p:ph type="body" sz="quarter" idx="59"/>
          </p:nvPr>
        </p:nvSpPr>
        <p:spPr>
          <a:xfrm>
            <a:off x="4634353" y="6012939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90" name="표 외곽"/>
          <p:cNvSpPr/>
          <p:nvPr/>
        </p:nvSpPr>
        <p:spPr>
          <a:xfrm>
            <a:off x="723130" y="6264939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레일"/>
          <p:cNvSpPr/>
          <p:nvPr/>
        </p:nvSpPr>
        <p:spPr>
          <a:xfrm>
            <a:off x="734087" y="62813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2813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93" name="본문"/>
          <p:cNvSpPr>
            <a:spLocks noGrp="1"/>
          </p:cNvSpPr>
          <p:nvPr>
            <p:ph type="body" sz="quarter" idx="61"/>
          </p:nvPr>
        </p:nvSpPr>
        <p:spPr>
          <a:xfrm>
            <a:off x="1347652" y="6303287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94" name="레일"/>
          <p:cNvSpPr/>
          <p:nvPr/>
        </p:nvSpPr>
        <p:spPr>
          <a:xfrm>
            <a:off x="734087" y="6551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551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96" name="본문"/>
          <p:cNvSpPr>
            <a:spLocks noGrp="1"/>
          </p:cNvSpPr>
          <p:nvPr>
            <p:ph type="body" sz="quarter" idx="63"/>
          </p:nvPr>
        </p:nvSpPr>
        <p:spPr>
          <a:xfrm>
            <a:off x="1347652" y="6573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7" name="레일"/>
          <p:cNvSpPr/>
          <p:nvPr/>
        </p:nvSpPr>
        <p:spPr>
          <a:xfrm>
            <a:off x="734087" y="6821061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레일"/>
          <p:cNvSpPr>
            <a:spLocks noGrp="1"/>
          </p:cNvSpPr>
          <p:nvPr>
            <p:ph type="body" sz="quarter" idx="64"/>
          </p:nvPr>
        </p:nvSpPr>
        <p:spPr>
          <a:xfrm>
            <a:off x="734087" y="68210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99" name="머리칸"/>
          <p:cNvSpPr/>
          <p:nvPr/>
        </p:nvSpPr>
        <p:spPr>
          <a:xfrm>
            <a:off x="1347652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5"/>
          </p:nvPr>
        </p:nvSpPr>
        <p:spPr>
          <a:xfrm>
            <a:off x="1347652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01" name="머리칸"/>
          <p:cNvSpPr/>
          <p:nvPr/>
        </p:nvSpPr>
        <p:spPr>
          <a:xfrm>
            <a:off x="3230348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6"/>
          </p:nvPr>
        </p:nvSpPr>
        <p:spPr>
          <a:xfrm>
            <a:off x="3230348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03" name="머리칸"/>
          <p:cNvSpPr/>
          <p:nvPr/>
        </p:nvSpPr>
        <p:spPr>
          <a:xfrm>
            <a:off x="5113043" y="68429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4" name="머리칸"/>
          <p:cNvSpPr>
            <a:spLocks noGrp="1"/>
          </p:cNvSpPr>
          <p:nvPr>
            <p:ph type="body" sz="quarter" idx="67"/>
          </p:nvPr>
        </p:nvSpPr>
        <p:spPr>
          <a:xfrm>
            <a:off x="5113043" y="68429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8"/>
          </p:nvPr>
        </p:nvSpPr>
        <p:spPr>
          <a:xfrm>
            <a:off x="1358609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06" name="칸 본문"/>
          <p:cNvSpPr>
            <a:spLocks noGrp="1"/>
          </p:cNvSpPr>
          <p:nvPr>
            <p:ph type="body" sz="quarter" idx="69"/>
          </p:nvPr>
        </p:nvSpPr>
        <p:spPr>
          <a:xfrm>
            <a:off x="3241304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107" name="Connector 75"/>
          <p:cNvCxnSpPr/>
          <p:nvPr/>
        </p:nvCxnSpPr>
        <p:spPr>
          <a:xfrm>
            <a:off x="3230348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칸 본문"/>
          <p:cNvSpPr>
            <a:spLocks noGrp="1"/>
          </p:cNvSpPr>
          <p:nvPr>
            <p:ph type="body" sz="quarter" idx="70"/>
          </p:nvPr>
        </p:nvSpPr>
        <p:spPr>
          <a:xfrm>
            <a:off x="5124000" y="708401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109" name="Connector 77"/>
          <p:cNvCxnSpPr/>
          <p:nvPr/>
        </p:nvCxnSpPr>
        <p:spPr>
          <a:xfrm>
            <a:off x="5113043" y="711688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핵심성과 박스"/>
          <p:cNvSpPr/>
          <p:nvPr/>
        </p:nvSpPr>
        <p:spPr>
          <a:xfrm>
            <a:off x="723130" y="76908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1" name="핵심성과 라벨"/>
          <p:cNvSpPr/>
          <p:nvPr/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2" name="핵심성과 라벨"/>
          <p:cNvSpPr>
            <a:spLocks noGrp="1"/>
          </p:cNvSpPr>
          <p:nvPr>
            <p:ph type="body" sz="quarter" idx="71"/>
          </p:nvPr>
        </p:nvSpPr>
        <p:spPr>
          <a:xfrm>
            <a:off x="756000" y="77292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3" name="핵심성과 문구"/>
          <p:cNvSpPr>
            <a:spLocks noGrp="1"/>
          </p:cNvSpPr>
          <p:nvPr>
            <p:ph type="body" sz="quarter" idx="72"/>
          </p:nvPr>
        </p:nvSpPr>
        <p:spPr>
          <a:xfrm>
            <a:off x="1501043" y="77072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  <p:sp>
        <p:nvSpPr>
          <p:cNvPr id="114" name="형광 밑줄"/>
          <p:cNvSpPr/>
          <p:nvPr/>
        </p:nvSpPr>
        <p:spPr>
          <a:xfrm>
            <a:off x="723130" y="8456243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소제목"/>
          <p:cNvSpPr>
            <a:spLocks noGrp="1"/>
          </p:cNvSpPr>
          <p:nvPr>
            <p:ph type="body" sz="quarter" idx="73"/>
          </p:nvPr>
        </p:nvSpPr>
        <p:spPr>
          <a:xfrm>
            <a:off x="723130" y="83028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16" name="태그칩"/>
          <p:cNvSpPr/>
          <p:nvPr/>
        </p:nvSpPr>
        <p:spPr>
          <a:xfrm>
            <a:off x="4455895" y="8335722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7" name="태그칩"/>
          <p:cNvSpPr>
            <a:spLocks noGrp="1"/>
          </p:cNvSpPr>
          <p:nvPr>
            <p:ph type="body" sz="quarter" idx="74"/>
          </p:nvPr>
        </p:nvSpPr>
        <p:spPr>
          <a:xfrm>
            <a:off x="4455895" y="8335722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18" name="패널 외곽"/>
          <p:cNvSpPr/>
          <p:nvPr/>
        </p:nvSpPr>
        <p:spPr>
          <a:xfrm>
            <a:off x="723130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패널 머리"/>
          <p:cNvSpPr/>
          <p:nvPr/>
        </p:nvSpPr>
        <p:spPr>
          <a:xfrm>
            <a:off x="723130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0" name="패널 머리"/>
          <p:cNvSpPr>
            <a:spLocks noGrp="1"/>
          </p:cNvSpPr>
          <p:nvPr>
            <p:ph type="body" sz="quarter" idx="75"/>
          </p:nvPr>
        </p:nvSpPr>
        <p:spPr>
          <a:xfrm>
            <a:off x="723130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1" name="패널 본문"/>
          <p:cNvSpPr>
            <a:spLocks noGrp="1"/>
          </p:cNvSpPr>
          <p:nvPr>
            <p:ph type="body" sz="quarter" idx="76"/>
          </p:nvPr>
        </p:nvSpPr>
        <p:spPr>
          <a:xfrm>
            <a:off x="745043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22" name="요약 바"/>
          <p:cNvSpPr/>
          <p:nvPr/>
        </p:nvSpPr>
        <p:spPr>
          <a:xfrm>
            <a:off x="745043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3" name="요약 바"/>
          <p:cNvSpPr>
            <a:spLocks noGrp="1"/>
          </p:cNvSpPr>
          <p:nvPr>
            <p:ph type="body" sz="quarter" idx="77"/>
          </p:nvPr>
        </p:nvSpPr>
        <p:spPr>
          <a:xfrm>
            <a:off x="745043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24" name="패널 외곽"/>
          <p:cNvSpPr/>
          <p:nvPr/>
        </p:nvSpPr>
        <p:spPr>
          <a:xfrm>
            <a:off x="2837739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패널 머리"/>
          <p:cNvSpPr/>
          <p:nvPr/>
        </p:nvSpPr>
        <p:spPr>
          <a:xfrm>
            <a:off x="2837739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6" name="패널 머리"/>
          <p:cNvSpPr>
            <a:spLocks noGrp="1"/>
          </p:cNvSpPr>
          <p:nvPr>
            <p:ph type="body" sz="quarter" idx="78"/>
          </p:nvPr>
        </p:nvSpPr>
        <p:spPr>
          <a:xfrm>
            <a:off x="2837739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27" name="패널 본문"/>
          <p:cNvSpPr>
            <a:spLocks noGrp="1"/>
          </p:cNvSpPr>
          <p:nvPr>
            <p:ph type="body" sz="quarter" idx="79"/>
          </p:nvPr>
        </p:nvSpPr>
        <p:spPr>
          <a:xfrm>
            <a:off x="2859652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28" name="요약 바"/>
          <p:cNvSpPr/>
          <p:nvPr/>
        </p:nvSpPr>
        <p:spPr>
          <a:xfrm>
            <a:off x="2859652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9" name="요약 바"/>
          <p:cNvSpPr>
            <a:spLocks noGrp="1"/>
          </p:cNvSpPr>
          <p:nvPr>
            <p:ph type="body" sz="quarter" idx="80"/>
          </p:nvPr>
        </p:nvSpPr>
        <p:spPr>
          <a:xfrm>
            <a:off x="2859652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0" name="패널 외곽"/>
          <p:cNvSpPr/>
          <p:nvPr/>
        </p:nvSpPr>
        <p:spPr>
          <a:xfrm>
            <a:off x="4952348" y="8598678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패널 머리"/>
          <p:cNvSpPr/>
          <p:nvPr/>
        </p:nvSpPr>
        <p:spPr>
          <a:xfrm>
            <a:off x="4952348" y="8598678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2" name="패널 머리"/>
          <p:cNvSpPr>
            <a:spLocks noGrp="1"/>
          </p:cNvSpPr>
          <p:nvPr>
            <p:ph type="body" sz="quarter" idx="81"/>
          </p:nvPr>
        </p:nvSpPr>
        <p:spPr>
          <a:xfrm>
            <a:off x="4952348" y="8598678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33" name="패널 본문"/>
          <p:cNvSpPr>
            <a:spLocks noGrp="1"/>
          </p:cNvSpPr>
          <p:nvPr>
            <p:ph type="body" sz="quarter" idx="82"/>
          </p:nvPr>
        </p:nvSpPr>
        <p:spPr>
          <a:xfrm>
            <a:off x="4974261" y="8839722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34" name="요약 바"/>
          <p:cNvSpPr/>
          <p:nvPr/>
        </p:nvSpPr>
        <p:spPr>
          <a:xfrm>
            <a:off x="4974261" y="9347948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5" name="요약 바"/>
          <p:cNvSpPr>
            <a:spLocks noGrp="1"/>
          </p:cNvSpPr>
          <p:nvPr>
            <p:ph type="body" sz="quarter" idx="83"/>
          </p:nvPr>
        </p:nvSpPr>
        <p:spPr>
          <a:xfrm>
            <a:off x="4974261" y="9347948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136" name="핵심성과 박스"/>
          <p:cNvSpPr/>
          <p:nvPr/>
        </p:nvSpPr>
        <p:spPr>
          <a:xfrm>
            <a:off x="723130" y="96766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핵심성과 라벨"/>
          <p:cNvSpPr/>
          <p:nvPr/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38" name="핵심성과 라벨"/>
          <p:cNvSpPr>
            <a:spLocks noGrp="1"/>
          </p:cNvSpPr>
          <p:nvPr>
            <p:ph type="body" sz="quarter" idx="84"/>
          </p:nvPr>
        </p:nvSpPr>
        <p:spPr>
          <a:xfrm>
            <a:off x="756000" y="97149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39" name="핵심성과 문구"/>
          <p:cNvSpPr>
            <a:spLocks noGrp="1"/>
          </p:cNvSpPr>
          <p:nvPr>
            <p:ph type="body" sz="quarter" idx="85"/>
          </p:nvPr>
        </p:nvSpPr>
        <p:spPr>
          <a:xfrm>
            <a:off x="1501043" y="96930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
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01 장 제목 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장 제목 띠"/>
          <p:cNvSpPr/>
          <p:nvPr/>
        </p:nvSpPr>
        <p:spPr>
          <a:xfrm>
            <a:off x="536870" y="766957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I 칸"/>
          <p:cNvSpPr/>
          <p:nvPr/>
        </p:nvSpPr>
        <p:spPr>
          <a:xfrm>
            <a:off x="5401565" y="772435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장 제목"/>
          <p:cNvSpPr>
            <a:spLocks noGrp="1"/>
          </p:cNvSpPr>
          <p:nvPr>
            <p:ph type="body" sz="quarter" idx="20"/>
          </p:nvPr>
        </p:nvSpPr>
        <p:spPr>
          <a:xfrm>
            <a:off x="810783" y="777913"/>
            <a:ext cx="4590783" cy="399913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 spc="-9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3" name="KORAD CI" descr="korad-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22" y="870213"/>
            <a:ext cx="1161391" cy="2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02 평가내용 + 번호 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평가내용 라벨"/>
          <p:cNvSpPr/>
          <p:nvPr/>
        </p:nvSpPr>
        <p:spPr>
          <a:xfrm>
            <a:off x="723130" y="777913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/>
        </p:txBody>
      </p:sp>
      <p:sp>
        <p:nvSpPr>
          <p:cNvPr id="10" name="평가내용 라벨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975130" cy="597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10800" bIns="108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1" name="평가내용 제목 박스"/>
          <p:cNvSpPr/>
          <p:nvPr/>
        </p:nvSpPr>
        <p:spPr>
          <a:xfrm>
            <a:off x="1709217" y="788870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평가내용 제목"/>
          <p:cNvSpPr>
            <a:spLocks noGrp="1"/>
          </p:cNvSpPr>
          <p:nvPr>
            <p:ph type="body" sz="quarter" idx="21"/>
          </p:nvPr>
        </p:nvSpPr>
        <p:spPr>
          <a:xfrm>
            <a:off x="1818783" y="799826"/>
            <a:ext cx="5127652" cy="553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3" name="점"/>
          <p:cNvSpPr/>
          <p:nvPr/>
        </p:nvSpPr>
        <p:spPr>
          <a:xfrm>
            <a:off x="1057304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34000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1210696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287391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364087" y="1314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번호 띠"/>
          <p:cNvSpPr/>
          <p:nvPr/>
        </p:nvSpPr>
        <p:spPr>
          <a:xfrm>
            <a:off x="723130" y="1517478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탭"/>
          <p:cNvSpPr/>
          <p:nvPr/>
        </p:nvSpPr>
        <p:spPr>
          <a:xfrm>
            <a:off x="745043" y="1539391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탭 빗면"/>
          <p:cNvSpPr/>
          <p:nvPr/>
        </p:nvSpPr>
        <p:spPr>
          <a:xfrm>
            <a:off x="1139478" y="1539391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"/>
          <p:cNvSpPr>
            <a:spLocks noGrp="1"/>
          </p:cNvSpPr>
          <p:nvPr>
            <p:ph type="body" sz="quarter" idx="22"/>
          </p:nvPr>
        </p:nvSpPr>
        <p:spPr>
          <a:xfrm>
            <a:off x="745043" y="1517478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2" name="번호 띠 제목"/>
          <p:cNvSpPr>
            <a:spLocks noGrp="1"/>
          </p:cNvSpPr>
          <p:nvPr>
            <p:ph type="body" sz="quarter" idx="23"/>
          </p:nvPr>
        </p:nvSpPr>
        <p:spPr>
          <a:xfrm>
            <a:off x="1369565" y="1539391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03 소제목 + 태그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1072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04 환경분석 → 시사점 → 협력체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표 외곽"/>
          <p:cNvSpPr/>
          <p:nvPr/>
        </p:nvSpPr>
        <p:spPr>
          <a:xfrm>
            <a:off x="723130" y="777913"/>
            <a:ext cx="6300000" cy="22634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94348"/>
            <a:ext cx="580696" cy="85188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94348"/>
            <a:ext cx="580696" cy="85188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2" name="머리칸"/>
          <p:cNvSpPr/>
          <p:nvPr/>
        </p:nvSpPr>
        <p:spPr>
          <a:xfrm>
            <a:off x="1347652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47652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4" name="머리칸"/>
          <p:cNvSpPr/>
          <p:nvPr/>
        </p:nvSpPr>
        <p:spPr>
          <a:xfrm>
            <a:off x="4171696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4171696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3"/>
          </p:nvPr>
        </p:nvSpPr>
        <p:spPr>
          <a:xfrm>
            <a:off x="1358609" y="1057304"/>
            <a:ext cx="2802130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4"/>
          </p:nvPr>
        </p:nvSpPr>
        <p:spPr>
          <a:xfrm>
            <a:off x="4182652" y="1057304"/>
            <a:ext cx="2802130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cxnSp>
        <p:nvCxnSpPr>
          <p:cNvPr id="18" name="Connector 9"/>
          <p:cNvCxnSpPr/>
          <p:nvPr/>
        </p:nvCxnSpPr>
        <p:spPr>
          <a:xfrm>
            <a:off x="4171696" y="1090174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734087" y="1662668"/>
            <a:ext cx="580696" cy="65739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662668"/>
            <a:ext cx="580696" cy="657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1" name="레일 삼각형"/>
          <p:cNvSpPr/>
          <p:nvPr/>
        </p:nvSpPr>
        <p:spPr>
          <a:xfrm>
            <a:off x="734086" y="1662667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태그"/>
          <p:cNvSpPr/>
          <p:nvPr/>
        </p:nvSpPr>
        <p:spPr>
          <a:xfrm>
            <a:off x="1347652" y="1706494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3" name="태그"/>
          <p:cNvSpPr>
            <a:spLocks noGrp="1"/>
          </p:cNvSpPr>
          <p:nvPr>
            <p:ph type="body" sz="quarter" idx="26"/>
          </p:nvPr>
        </p:nvSpPr>
        <p:spPr>
          <a:xfrm>
            <a:off x="1347652" y="1706494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24" name="태그 설명"/>
          <p:cNvSpPr>
            <a:spLocks noGrp="1"/>
          </p:cNvSpPr>
          <p:nvPr>
            <p:ph type="body" sz="quarter" idx="27"/>
          </p:nvPr>
        </p:nvSpPr>
        <p:spPr>
          <a:xfrm>
            <a:off x="2331565" y="1695537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25" name="태그"/>
          <p:cNvSpPr/>
          <p:nvPr/>
        </p:nvSpPr>
        <p:spPr>
          <a:xfrm>
            <a:off x="1347652" y="1903711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태그"/>
          <p:cNvSpPr>
            <a:spLocks noGrp="1"/>
          </p:cNvSpPr>
          <p:nvPr>
            <p:ph type="body" sz="quarter" idx="28"/>
          </p:nvPr>
        </p:nvSpPr>
        <p:spPr>
          <a:xfrm>
            <a:off x="1347652" y="1903711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27" name="태그 설명"/>
          <p:cNvSpPr>
            <a:spLocks noGrp="1"/>
          </p:cNvSpPr>
          <p:nvPr>
            <p:ph type="body" sz="quarter" idx="29"/>
          </p:nvPr>
        </p:nvSpPr>
        <p:spPr>
          <a:xfrm>
            <a:off x="2331565" y="1892755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28" name="태그"/>
          <p:cNvSpPr/>
          <p:nvPr/>
        </p:nvSpPr>
        <p:spPr>
          <a:xfrm>
            <a:off x="1347652" y="2100929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태그"/>
          <p:cNvSpPr>
            <a:spLocks noGrp="1"/>
          </p:cNvSpPr>
          <p:nvPr>
            <p:ph type="body" sz="quarter" idx="30"/>
          </p:nvPr>
        </p:nvSpPr>
        <p:spPr>
          <a:xfrm>
            <a:off x="1347652" y="2100929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30" name="태그 설명"/>
          <p:cNvSpPr>
            <a:spLocks noGrp="1"/>
          </p:cNvSpPr>
          <p:nvPr>
            <p:ph type="body" sz="quarter" idx="31"/>
          </p:nvPr>
        </p:nvSpPr>
        <p:spPr>
          <a:xfrm>
            <a:off x="2331565" y="2089972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31" name="레일"/>
          <p:cNvSpPr/>
          <p:nvPr/>
        </p:nvSpPr>
        <p:spPr>
          <a:xfrm>
            <a:off x="734087" y="2336494"/>
            <a:ext cx="580696" cy="68844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레일"/>
          <p:cNvSpPr>
            <a:spLocks noGrp="1"/>
          </p:cNvSpPr>
          <p:nvPr>
            <p:ph type="body" sz="quarter" idx="32"/>
          </p:nvPr>
        </p:nvSpPr>
        <p:spPr>
          <a:xfrm>
            <a:off x="734087" y="2336494"/>
            <a:ext cx="580696" cy="688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33" name="레일 삼각형"/>
          <p:cNvSpPr/>
          <p:nvPr/>
        </p:nvSpPr>
        <p:spPr>
          <a:xfrm>
            <a:off x="734086" y="2336493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단계"/>
          <p:cNvSpPr/>
          <p:nvPr/>
        </p:nvSpPr>
        <p:spPr>
          <a:xfrm>
            <a:off x="1347652" y="2358407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5" name="단계"/>
          <p:cNvSpPr>
            <a:spLocks noGrp="1"/>
          </p:cNvSpPr>
          <p:nvPr>
            <p:ph type="body" sz="quarter" idx="33"/>
          </p:nvPr>
        </p:nvSpPr>
        <p:spPr>
          <a:xfrm>
            <a:off x="1347652" y="235840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36" name="단계"/>
          <p:cNvSpPr/>
          <p:nvPr/>
        </p:nvSpPr>
        <p:spPr>
          <a:xfrm>
            <a:off x="3230348" y="2358407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4"/>
          </p:nvPr>
        </p:nvSpPr>
        <p:spPr>
          <a:xfrm>
            <a:off x="3230348" y="235840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38" name="단계"/>
          <p:cNvSpPr/>
          <p:nvPr/>
        </p:nvSpPr>
        <p:spPr>
          <a:xfrm>
            <a:off x="5113043" y="2358407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5"/>
          </p:nvPr>
        </p:nvSpPr>
        <p:spPr>
          <a:xfrm>
            <a:off x="5113043" y="2358407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0" name="단계 삼각형"/>
          <p:cNvSpPr/>
          <p:nvPr/>
        </p:nvSpPr>
        <p:spPr>
          <a:xfrm>
            <a:off x="3230347" y="2358406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단계 삼각형"/>
          <p:cNvSpPr/>
          <p:nvPr/>
        </p:nvSpPr>
        <p:spPr>
          <a:xfrm>
            <a:off x="5113043" y="2358406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2610407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3241304" y="2610407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44" name="Connector 27"/>
          <p:cNvCxnSpPr/>
          <p:nvPr/>
        </p:nvCxnSpPr>
        <p:spPr>
          <a:xfrm>
            <a:off x="3230348" y="2643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칸 본문"/>
          <p:cNvSpPr>
            <a:spLocks noGrp="1"/>
          </p:cNvSpPr>
          <p:nvPr>
            <p:ph type="body" sz="quarter" idx="38"/>
          </p:nvPr>
        </p:nvSpPr>
        <p:spPr>
          <a:xfrm>
            <a:off x="5124000" y="2610407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46" name="Connector 29"/>
          <p:cNvCxnSpPr/>
          <p:nvPr/>
        </p:nvCxnSpPr>
        <p:spPr>
          <a:xfrm>
            <a:off x="5113043" y="264327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05 현황 → 이해관계 → 추진노력 + 성과 사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4716783" cy="218404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436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3" name="본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406487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14" name="레일"/>
          <p:cNvSpPr/>
          <p:nvPr/>
        </p:nvSpPr>
        <p:spPr>
          <a:xfrm>
            <a:off x="547826" y="1236271"/>
            <a:ext cx="580696" cy="84092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236271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6" name="레일 삼각형"/>
          <p:cNvSpPr/>
          <p:nvPr/>
        </p:nvSpPr>
        <p:spPr>
          <a:xfrm>
            <a:off x="547826" y="1236271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머리칸"/>
          <p:cNvSpPr/>
          <p:nvPr/>
        </p:nvSpPr>
        <p:spPr>
          <a:xfrm>
            <a:off x="1161391" y="1258184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161391" y="1258184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9" name="머리칸"/>
          <p:cNvSpPr/>
          <p:nvPr/>
        </p:nvSpPr>
        <p:spPr>
          <a:xfrm>
            <a:off x="3193826" y="1258184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3193826" y="1258184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172348" y="1499228"/>
            <a:ext cx="2010522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3204783" y="1499228"/>
            <a:ext cx="2010522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23" name="Connector 15"/>
          <p:cNvCxnSpPr/>
          <p:nvPr/>
        </p:nvCxnSpPr>
        <p:spPr>
          <a:xfrm>
            <a:off x="3193826" y="153209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547826" y="2093635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2093635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2093634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단계"/>
          <p:cNvSpPr/>
          <p:nvPr/>
        </p:nvSpPr>
        <p:spPr>
          <a:xfrm>
            <a:off x="1161391" y="2115548"/>
            <a:ext cx="101621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8" name="단계"/>
          <p:cNvSpPr>
            <a:spLocks noGrp="1"/>
          </p:cNvSpPr>
          <p:nvPr>
            <p:ph type="body" sz="quarter" idx="28"/>
          </p:nvPr>
        </p:nvSpPr>
        <p:spPr>
          <a:xfrm>
            <a:off x="1161391" y="2115548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29" name="단계"/>
          <p:cNvSpPr/>
          <p:nvPr/>
        </p:nvSpPr>
        <p:spPr>
          <a:xfrm>
            <a:off x="2177609" y="2115548"/>
            <a:ext cx="101621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0" name="단계"/>
          <p:cNvSpPr>
            <a:spLocks noGrp="1"/>
          </p:cNvSpPr>
          <p:nvPr>
            <p:ph type="body" sz="quarter" idx="29"/>
          </p:nvPr>
        </p:nvSpPr>
        <p:spPr>
          <a:xfrm>
            <a:off x="2177609" y="2115548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31" name="단계"/>
          <p:cNvSpPr/>
          <p:nvPr/>
        </p:nvSpPr>
        <p:spPr>
          <a:xfrm>
            <a:off x="3193826" y="2115548"/>
            <a:ext cx="1016217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2" name="단계"/>
          <p:cNvSpPr>
            <a:spLocks noGrp="1"/>
          </p:cNvSpPr>
          <p:nvPr>
            <p:ph type="body" sz="quarter" idx="30"/>
          </p:nvPr>
        </p:nvSpPr>
        <p:spPr>
          <a:xfrm>
            <a:off x="3193826" y="2115548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33" name="단계"/>
          <p:cNvSpPr/>
          <p:nvPr/>
        </p:nvSpPr>
        <p:spPr>
          <a:xfrm>
            <a:off x="4210043" y="2115548"/>
            <a:ext cx="1016217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4" name="단계"/>
          <p:cNvSpPr>
            <a:spLocks noGrp="1"/>
          </p:cNvSpPr>
          <p:nvPr>
            <p:ph type="body" sz="quarter" idx="31"/>
          </p:nvPr>
        </p:nvSpPr>
        <p:spPr>
          <a:xfrm>
            <a:off x="4210043" y="2115548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35" name="단계 삼각형"/>
          <p:cNvSpPr/>
          <p:nvPr/>
        </p:nvSpPr>
        <p:spPr>
          <a:xfrm>
            <a:off x="2177608" y="211554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단계 삼각형"/>
          <p:cNvSpPr/>
          <p:nvPr/>
        </p:nvSpPr>
        <p:spPr>
          <a:xfrm>
            <a:off x="3193826" y="211554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단계 삼각형"/>
          <p:cNvSpPr/>
          <p:nvPr/>
        </p:nvSpPr>
        <p:spPr>
          <a:xfrm>
            <a:off x="4210043" y="211554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2"/>
          </p:nvPr>
        </p:nvSpPr>
        <p:spPr>
          <a:xfrm>
            <a:off x="1172348" y="2367548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3"/>
          </p:nvPr>
        </p:nvSpPr>
        <p:spPr>
          <a:xfrm>
            <a:off x="2188565" y="2367548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40" name="Connector 27"/>
          <p:cNvCxnSpPr/>
          <p:nvPr/>
        </p:nvCxnSpPr>
        <p:spPr>
          <a:xfrm>
            <a:off x="2177609" y="2400417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칸 본문"/>
          <p:cNvSpPr>
            <a:spLocks noGrp="1"/>
          </p:cNvSpPr>
          <p:nvPr>
            <p:ph type="body" sz="quarter" idx="34"/>
          </p:nvPr>
        </p:nvSpPr>
        <p:spPr>
          <a:xfrm>
            <a:off x="3204783" y="2367548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42" name="Connector 29"/>
          <p:cNvCxnSpPr/>
          <p:nvPr/>
        </p:nvCxnSpPr>
        <p:spPr>
          <a:xfrm>
            <a:off x="3193826" y="2400417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5"/>
          </p:nvPr>
        </p:nvSpPr>
        <p:spPr>
          <a:xfrm>
            <a:off x="4221000" y="2367548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44" name="Connector 31"/>
          <p:cNvCxnSpPr/>
          <p:nvPr/>
        </p:nvCxnSpPr>
        <p:spPr>
          <a:xfrm>
            <a:off x="4210043" y="2400417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성과 화살표"/>
          <p:cNvSpPr/>
          <p:nvPr/>
        </p:nvSpPr>
        <p:spPr>
          <a:xfrm>
            <a:off x="5281043" y="1716542"/>
            <a:ext cx="142435" cy="284870"/>
          </a:xfrm>
          <a:custGeom>
            <a:avLst/>
            <a:gdLst/>
            <a:ahLst/>
            <a:cxnLst/>
            <a:rect l="l" t="t" r="r" b="b"/>
            <a:pathLst>
              <a:path w="142435" h="284870">
                <a:moveTo>
                  <a:pt x="0" y="0"/>
                </a:moveTo>
                <a:lnTo>
                  <a:pt x="0" y="284870"/>
                </a:lnTo>
                <a:lnTo>
                  <a:pt x="14243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성과 패널 머리"/>
          <p:cNvSpPr/>
          <p:nvPr/>
        </p:nvSpPr>
        <p:spPr>
          <a:xfrm>
            <a:off x="5450870" y="766957"/>
            <a:ext cx="1386000" cy="241043"/>
          </a:xfrm>
          <a:prstGeom prst="rect">
            <a:avLst/>
          </a:prstGeom>
          <a:solidFill>
            <a:srgbClr val="008C6B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7" name="성과 패널 머리"/>
          <p:cNvSpPr>
            <a:spLocks noGrp="1"/>
          </p:cNvSpPr>
          <p:nvPr>
            <p:ph type="body" sz="quarter" idx="36"/>
          </p:nvPr>
        </p:nvSpPr>
        <p:spPr>
          <a:xfrm>
            <a:off x="5450870" y="766957"/>
            <a:ext cx="138600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8" name="성과 패널"/>
          <p:cNvSpPr/>
          <p:nvPr/>
        </p:nvSpPr>
        <p:spPr>
          <a:xfrm>
            <a:off x="5450870" y="1018957"/>
            <a:ext cx="1386000" cy="1932042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성과 패널 본문"/>
          <p:cNvSpPr>
            <a:spLocks noGrp="1"/>
          </p:cNvSpPr>
          <p:nvPr>
            <p:ph type="body" sz="quarter" idx="37"/>
          </p:nvPr>
        </p:nvSpPr>
        <p:spPr>
          <a:xfrm>
            <a:off x="5472783" y="1040870"/>
            <a:ext cx="1342174" cy="1888216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36000" bIns="180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06 단계 추진(그간의 노력 → 상세화 → 선임 추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표 외곽"/>
          <p:cNvSpPr/>
          <p:nvPr/>
        </p:nvSpPr>
        <p:spPr>
          <a:xfrm>
            <a:off x="723130" y="777913"/>
            <a:ext cx="6300000" cy="223973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94348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94348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2" name="머리칸"/>
          <p:cNvSpPr/>
          <p:nvPr/>
        </p:nvSpPr>
        <p:spPr>
          <a:xfrm>
            <a:off x="1347652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47652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14" name="머리칸"/>
          <p:cNvSpPr/>
          <p:nvPr/>
        </p:nvSpPr>
        <p:spPr>
          <a:xfrm>
            <a:off x="4171696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4171696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3"/>
          </p:nvPr>
        </p:nvSpPr>
        <p:spPr>
          <a:xfrm>
            <a:off x="1358609" y="105730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4"/>
          </p:nvPr>
        </p:nvSpPr>
        <p:spPr>
          <a:xfrm>
            <a:off x="4182652" y="105730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cxnSp>
        <p:nvCxnSpPr>
          <p:cNvPr id="18" name="Connector 9"/>
          <p:cNvCxnSpPr/>
          <p:nvPr/>
        </p:nvCxnSpPr>
        <p:spPr>
          <a:xfrm>
            <a:off x="4171696" y="1090174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734087" y="1477315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477315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21" name="레일 삼각형"/>
          <p:cNvSpPr/>
          <p:nvPr/>
        </p:nvSpPr>
        <p:spPr>
          <a:xfrm>
            <a:off x="734086" y="1477314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머리칸"/>
          <p:cNvSpPr/>
          <p:nvPr/>
        </p:nvSpPr>
        <p:spPr>
          <a:xfrm>
            <a:off x="1347652" y="149922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3" name="머리칸"/>
          <p:cNvSpPr>
            <a:spLocks noGrp="1"/>
          </p:cNvSpPr>
          <p:nvPr>
            <p:ph type="body" sz="quarter" idx="26"/>
          </p:nvPr>
        </p:nvSpPr>
        <p:spPr>
          <a:xfrm>
            <a:off x="1347652" y="149922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24" name="머리칸"/>
          <p:cNvSpPr/>
          <p:nvPr/>
        </p:nvSpPr>
        <p:spPr>
          <a:xfrm>
            <a:off x="4171696" y="149922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>
          <a:xfrm>
            <a:off x="4171696" y="149922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1358609" y="1740271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9"/>
          </p:nvPr>
        </p:nvSpPr>
        <p:spPr>
          <a:xfrm>
            <a:off x="4182652" y="1740271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cxnSp>
        <p:nvCxnSpPr>
          <p:cNvPr id="28" name="Connector 16"/>
          <p:cNvCxnSpPr/>
          <p:nvPr/>
        </p:nvCxnSpPr>
        <p:spPr>
          <a:xfrm>
            <a:off x="4171696" y="1773141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레일"/>
          <p:cNvSpPr/>
          <p:nvPr/>
        </p:nvSpPr>
        <p:spPr>
          <a:xfrm>
            <a:off x="734087" y="2160282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0" name="레일"/>
          <p:cNvSpPr>
            <a:spLocks noGrp="1"/>
          </p:cNvSpPr>
          <p:nvPr>
            <p:ph type="body" sz="quarter" idx="30"/>
          </p:nvPr>
        </p:nvSpPr>
        <p:spPr>
          <a:xfrm>
            <a:off x="734087" y="2160282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31" name="레일 삼각형"/>
          <p:cNvSpPr/>
          <p:nvPr/>
        </p:nvSpPr>
        <p:spPr>
          <a:xfrm>
            <a:off x="734086" y="2160281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단계"/>
          <p:cNvSpPr/>
          <p:nvPr/>
        </p:nvSpPr>
        <p:spPr>
          <a:xfrm>
            <a:off x="1347652" y="2182195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3" name="단계"/>
          <p:cNvSpPr>
            <a:spLocks noGrp="1"/>
          </p:cNvSpPr>
          <p:nvPr>
            <p:ph type="body" sz="quarter" idx="31"/>
          </p:nvPr>
        </p:nvSpPr>
        <p:spPr>
          <a:xfrm>
            <a:off x="1347652" y="2182195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34" name="단계"/>
          <p:cNvSpPr/>
          <p:nvPr/>
        </p:nvSpPr>
        <p:spPr>
          <a:xfrm>
            <a:off x="2759674" y="2182195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5" name="단계"/>
          <p:cNvSpPr>
            <a:spLocks noGrp="1"/>
          </p:cNvSpPr>
          <p:nvPr>
            <p:ph type="body" sz="quarter" idx="32"/>
          </p:nvPr>
        </p:nvSpPr>
        <p:spPr>
          <a:xfrm>
            <a:off x="2759674" y="2182195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36" name="단계"/>
          <p:cNvSpPr/>
          <p:nvPr/>
        </p:nvSpPr>
        <p:spPr>
          <a:xfrm>
            <a:off x="4171696" y="2182195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3"/>
          </p:nvPr>
        </p:nvSpPr>
        <p:spPr>
          <a:xfrm>
            <a:off x="4171696" y="2182195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38" name="단계"/>
          <p:cNvSpPr/>
          <p:nvPr/>
        </p:nvSpPr>
        <p:spPr>
          <a:xfrm>
            <a:off x="5583717" y="2182195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4"/>
          </p:nvPr>
        </p:nvSpPr>
        <p:spPr>
          <a:xfrm>
            <a:off x="5583717" y="2182195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40" name="단계 삼각형"/>
          <p:cNvSpPr/>
          <p:nvPr/>
        </p:nvSpPr>
        <p:spPr>
          <a:xfrm>
            <a:off x="2759673" y="218219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단계 삼각형"/>
          <p:cNvSpPr/>
          <p:nvPr/>
        </p:nvSpPr>
        <p:spPr>
          <a:xfrm>
            <a:off x="4171695" y="218219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단계 삼각형"/>
          <p:cNvSpPr/>
          <p:nvPr/>
        </p:nvSpPr>
        <p:spPr>
          <a:xfrm>
            <a:off x="5583717" y="218219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5"/>
          </p:nvPr>
        </p:nvSpPr>
        <p:spPr>
          <a:xfrm>
            <a:off x="1358609" y="2434195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44" name="칸 본문"/>
          <p:cNvSpPr>
            <a:spLocks noGrp="1"/>
          </p:cNvSpPr>
          <p:nvPr>
            <p:ph type="body" sz="quarter" idx="36"/>
          </p:nvPr>
        </p:nvSpPr>
        <p:spPr>
          <a:xfrm>
            <a:off x="2770630" y="2434195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45" name="Connector 28"/>
          <p:cNvCxnSpPr/>
          <p:nvPr/>
        </p:nvCxnSpPr>
        <p:spPr>
          <a:xfrm>
            <a:off x="2759674" y="2467064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칸 본문"/>
          <p:cNvSpPr>
            <a:spLocks noGrp="1"/>
          </p:cNvSpPr>
          <p:nvPr>
            <p:ph type="body" sz="quarter" idx="37"/>
          </p:nvPr>
        </p:nvSpPr>
        <p:spPr>
          <a:xfrm>
            <a:off x="4182652" y="2434195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cxnSp>
        <p:nvCxnSpPr>
          <p:cNvPr id="47" name="Connector 30"/>
          <p:cNvCxnSpPr/>
          <p:nvPr/>
        </p:nvCxnSpPr>
        <p:spPr>
          <a:xfrm>
            <a:off x="4171696" y="2467064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8" name="칸 본문"/>
          <p:cNvSpPr>
            <a:spLocks noGrp="1"/>
          </p:cNvSpPr>
          <p:nvPr>
            <p:ph type="body" sz="quarter" idx="38"/>
          </p:nvPr>
        </p:nvSpPr>
        <p:spPr>
          <a:xfrm>
            <a:off x="5594674" y="2434195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cxnSp>
        <p:nvCxnSpPr>
          <p:cNvPr id="49" name="Connector 32"/>
          <p:cNvCxnSpPr/>
          <p:nvPr/>
        </p:nvCxnSpPr>
        <p:spPr>
          <a:xfrm>
            <a:off x="5583717" y="2467064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07 수준진단 → 공감대 형성 → 시사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6300000" cy="162889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436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13" name="본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5648087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14" name="레일"/>
          <p:cNvSpPr/>
          <p:nvPr/>
        </p:nvSpPr>
        <p:spPr>
          <a:xfrm>
            <a:off x="547826" y="1236271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236271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16" name="레일 삼각형"/>
          <p:cNvSpPr/>
          <p:nvPr/>
        </p:nvSpPr>
        <p:spPr>
          <a:xfrm>
            <a:off x="547826" y="1236271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머리칸"/>
          <p:cNvSpPr/>
          <p:nvPr/>
        </p:nvSpPr>
        <p:spPr>
          <a:xfrm>
            <a:off x="1161391" y="125818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161391" y="125818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19" name="머리칸"/>
          <p:cNvSpPr/>
          <p:nvPr/>
        </p:nvSpPr>
        <p:spPr>
          <a:xfrm>
            <a:off x="3985435" y="125818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3985435" y="125818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172348" y="1499228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3996391" y="1499228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cxnSp>
        <p:nvCxnSpPr>
          <p:cNvPr id="23" name="Connector 15"/>
          <p:cNvCxnSpPr/>
          <p:nvPr/>
        </p:nvCxnSpPr>
        <p:spPr>
          <a:xfrm>
            <a:off x="3985435" y="1532097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547826" y="1919238"/>
            <a:ext cx="580696" cy="46017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919238"/>
            <a:ext cx="580696" cy="460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6" name="레일 삼각형"/>
          <p:cNvSpPr/>
          <p:nvPr/>
        </p:nvSpPr>
        <p:spPr>
          <a:xfrm>
            <a:off x="547826" y="191923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태그"/>
          <p:cNvSpPr/>
          <p:nvPr/>
        </p:nvSpPr>
        <p:spPr>
          <a:xfrm>
            <a:off x="1161391" y="1963064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8" name="태그"/>
          <p:cNvSpPr>
            <a:spLocks noGrp="1"/>
          </p:cNvSpPr>
          <p:nvPr>
            <p:ph type="body" sz="quarter" idx="28"/>
          </p:nvPr>
        </p:nvSpPr>
        <p:spPr>
          <a:xfrm>
            <a:off x="1161391" y="1963064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29" name="태그 설명"/>
          <p:cNvSpPr>
            <a:spLocks noGrp="1"/>
          </p:cNvSpPr>
          <p:nvPr>
            <p:ph type="body" sz="quarter" idx="29"/>
          </p:nvPr>
        </p:nvSpPr>
        <p:spPr>
          <a:xfrm>
            <a:off x="2284344" y="1952108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30" name="태그"/>
          <p:cNvSpPr/>
          <p:nvPr/>
        </p:nvSpPr>
        <p:spPr>
          <a:xfrm>
            <a:off x="1161391" y="2160282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태그"/>
          <p:cNvSpPr>
            <a:spLocks noGrp="1"/>
          </p:cNvSpPr>
          <p:nvPr>
            <p:ph type="body" sz="quarter" idx="30"/>
          </p:nvPr>
        </p:nvSpPr>
        <p:spPr>
          <a:xfrm>
            <a:off x="1161391" y="2160282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32" name="태그 설명"/>
          <p:cNvSpPr>
            <a:spLocks noGrp="1"/>
          </p:cNvSpPr>
          <p:nvPr>
            <p:ph type="body" sz="quarter" idx="31"/>
          </p:nvPr>
        </p:nvSpPr>
        <p:spPr>
          <a:xfrm>
            <a:off x="2284344" y="2149325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08 공감대 → 선언(사진) → 확산(배너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표 외곽"/>
          <p:cNvSpPr/>
          <p:nvPr/>
        </p:nvSpPr>
        <p:spPr>
          <a:xfrm>
            <a:off x="723130" y="777913"/>
            <a:ext cx="6300000" cy="267160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94348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94348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12" name="머리칸"/>
          <p:cNvSpPr/>
          <p:nvPr/>
        </p:nvSpPr>
        <p:spPr>
          <a:xfrm>
            <a:off x="1347652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47652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4" name="머리칸"/>
          <p:cNvSpPr/>
          <p:nvPr/>
        </p:nvSpPr>
        <p:spPr>
          <a:xfrm>
            <a:off x="4171696" y="816261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4171696" y="816261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3"/>
          </p:nvPr>
        </p:nvSpPr>
        <p:spPr>
          <a:xfrm>
            <a:off x="1358609" y="105730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4"/>
          </p:nvPr>
        </p:nvSpPr>
        <p:spPr>
          <a:xfrm>
            <a:off x="4182652" y="105730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cxnSp>
        <p:nvCxnSpPr>
          <p:cNvPr id="18" name="Connector 9"/>
          <p:cNvCxnSpPr/>
          <p:nvPr/>
        </p:nvCxnSpPr>
        <p:spPr>
          <a:xfrm>
            <a:off x="4171696" y="1090174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734087" y="1477315"/>
            <a:ext cx="580696" cy="85188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 태그"/>
          <p:cNvSpPr/>
          <p:nvPr/>
        </p:nvSpPr>
        <p:spPr>
          <a:xfrm>
            <a:off x="854405" y="1641663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21" name="레일 태그"/>
          <p:cNvSpPr>
            <a:spLocks noGrp="1"/>
          </p:cNvSpPr>
          <p:nvPr>
            <p:ph type="body" sz="quarter" idx="25"/>
          </p:nvPr>
        </p:nvSpPr>
        <p:spPr>
          <a:xfrm>
            <a:off x="854405" y="1641663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22" name="레일 라벨"/>
          <p:cNvSpPr>
            <a:spLocks noGrp="1"/>
          </p:cNvSpPr>
          <p:nvPr>
            <p:ph type="body" sz="quarter" idx="26"/>
          </p:nvPr>
        </p:nvSpPr>
        <p:spPr>
          <a:xfrm>
            <a:off x="734087" y="1827923"/>
            <a:ext cx="580696" cy="4793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23" name="레일 삼각형"/>
          <p:cNvSpPr/>
          <p:nvPr/>
        </p:nvSpPr>
        <p:spPr>
          <a:xfrm>
            <a:off x="734086" y="1477314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머리칸"/>
          <p:cNvSpPr/>
          <p:nvPr/>
        </p:nvSpPr>
        <p:spPr>
          <a:xfrm>
            <a:off x="1347652" y="1499228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>
          <a:xfrm>
            <a:off x="1347652" y="1499228"/>
            <a:ext cx="4519565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1358609" y="1740271"/>
            <a:ext cx="4514087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27" name="사진 칸"/>
          <p:cNvSpPr/>
          <p:nvPr/>
        </p:nvSpPr>
        <p:spPr>
          <a:xfrm>
            <a:off x="5916522" y="1504706"/>
            <a:ext cx="1079217" cy="79710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28" name="사진 칸"/>
          <p:cNvSpPr>
            <a:spLocks noGrp="1"/>
          </p:cNvSpPr>
          <p:nvPr>
            <p:ph type="body" sz="quarter" idx="29"/>
          </p:nvPr>
        </p:nvSpPr>
        <p:spPr>
          <a:xfrm>
            <a:off x="5916522" y="1504706"/>
            <a:ext cx="1079217" cy="79710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29" name="레일"/>
          <p:cNvSpPr/>
          <p:nvPr/>
        </p:nvSpPr>
        <p:spPr>
          <a:xfrm>
            <a:off x="734087" y="2345635"/>
            <a:ext cx="580696" cy="108745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레일 태그"/>
          <p:cNvSpPr/>
          <p:nvPr/>
        </p:nvSpPr>
        <p:spPr>
          <a:xfrm>
            <a:off x="854405" y="2509983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31" name="레일 태그"/>
          <p:cNvSpPr>
            <a:spLocks noGrp="1"/>
          </p:cNvSpPr>
          <p:nvPr>
            <p:ph type="body" sz="quarter" idx="30"/>
          </p:nvPr>
        </p:nvSpPr>
        <p:spPr>
          <a:xfrm>
            <a:off x="854405" y="2509983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32" name="레일 라벨"/>
          <p:cNvSpPr>
            <a:spLocks noGrp="1"/>
          </p:cNvSpPr>
          <p:nvPr>
            <p:ph type="body" sz="quarter" idx="31"/>
          </p:nvPr>
        </p:nvSpPr>
        <p:spPr>
          <a:xfrm>
            <a:off x="734087" y="2696243"/>
            <a:ext cx="580696" cy="714929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33" name="레일 삼각형"/>
          <p:cNvSpPr/>
          <p:nvPr/>
        </p:nvSpPr>
        <p:spPr>
          <a:xfrm>
            <a:off x="734086" y="2345634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배너"/>
          <p:cNvSpPr/>
          <p:nvPr/>
        </p:nvSpPr>
        <p:spPr>
          <a:xfrm>
            <a:off x="1347652" y="2367548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5" name="배너"/>
          <p:cNvSpPr>
            <a:spLocks noGrp="1"/>
          </p:cNvSpPr>
          <p:nvPr>
            <p:ph type="body" sz="quarter" idx="32"/>
          </p:nvPr>
        </p:nvSpPr>
        <p:spPr>
          <a:xfrm>
            <a:off x="1347652" y="2367548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36" name="머리칸"/>
          <p:cNvSpPr/>
          <p:nvPr/>
        </p:nvSpPr>
        <p:spPr>
          <a:xfrm>
            <a:off x="1347652" y="26031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7" name="머리칸"/>
          <p:cNvSpPr>
            <a:spLocks noGrp="1"/>
          </p:cNvSpPr>
          <p:nvPr>
            <p:ph type="body" sz="quarter" idx="33"/>
          </p:nvPr>
        </p:nvSpPr>
        <p:spPr>
          <a:xfrm>
            <a:off x="1347652" y="26031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38" name="머리칸"/>
          <p:cNvSpPr/>
          <p:nvPr/>
        </p:nvSpPr>
        <p:spPr>
          <a:xfrm>
            <a:off x="3230348" y="26031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9" name="머리칸"/>
          <p:cNvSpPr>
            <a:spLocks noGrp="1"/>
          </p:cNvSpPr>
          <p:nvPr>
            <p:ph type="body" sz="quarter" idx="34"/>
          </p:nvPr>
        </p:nvSpPr>
        <p:spPr>
          <a:xfrm>
            <a:off x="3230348" y="26031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40" name="머리칸"/>
          <p:cNvSpPr/>
          <p:nvPr/>
        </p:nvSpPr>
        <p:spPr>
          <a:xfrm>
            <a:off x="5113043" y="2603113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5"/>
          </p:nvPr>
        </p:nvSpPr>
        <p:spPr>
          <a:xfrm>
            <a:off x="5113043" y="2603113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6"/>
          </p:nvPr>
        </p:nvSpPr>
        <p:spPr>
          <a:xfrm>
            <a:off x="1358609" y="2844157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3241304" y="2844157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cxnSp>
        <p:nvCxnSpPr>
          <p:cNvPr id="44" name="Connector 27"/>
          <p:cNvCxnSpPr/>
          <p:nvPr/>
        </p:nvCxnSpPr>
        <p:spPr>
          <a:xfrm>
            <a:off x="3230348" y="2877026"/>
            <a:ext cx="0" cy="50127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칸 본문"/>
          <p:cNvSpPr>
            <a:spLocks noGrp="1"/>
          </p:cNvSpPr>
          <p:nvPr>
            <p:ph type="body" sz="quarter" idx="38"/>
          </p:nvPr>
        </p:nvSpPr>
        <p:spPr>
          <a:xfrm>
            <a:off x="5124000" y="2844157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  <p:cxnSp>
        <p:nvCxnSpPr>
          <p:cNvPr id="46" name="Connector 29"/>
          <p:cNvCxnSpPr/>
          <p:nvPr/>
        </p:nvCxnSpPr>
        <p:spPr>
          <a:xfrm>
            <a:off x="5113043" y="2877026"/>
            <a:ext cx="0" cy="50127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09 추진성과 레일(그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677489"/>
          </a:xfrm>
          <a:prstGeom prst="rect">
            <a:avLst/>
          </a:prstGeom>
          <a:pattFill prst="trellis">
            <a:fgClr>
              <a:srgbClr val="00A4A8"/>
            </a:fgClr>
            <a:bgClr>
              <a:srgbClr val="008C6B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13" name="머리칸"/>
          <p:cNvSpPr/>
          <p:nvPr/>
        </p:nvSpPr>
        <p:spPr>
          <a:xfrm>
            <a:off x="1161391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4" name="머리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15" name="머리칸"/>
          <p:cNvSpPr/>
          <p:nvPr/>
        </p:nvSpPr>
        <p:spPr>
          <a:xfrm>
            <a:off x="3985435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6" name="머리칸"/>
          <p:cNvSpPr>
            <a:spLocks noGrp="1"/>
          </p:cNvSpPr>
          <p:nvPr>
            <p:ph type="body" sz="quarter" idx="22"/>
          </p:nvPr>
        </p:nvSpPr>
        <p:spPr>
          <a:xfrm>
            <a:off x="3985435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3"/>
          </p:nvPr>
        </p:nvSpPr>
        <p:spPr>
          <a:xfrm>
            <a:off x="1172348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3996391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19" name="Connector 12"/>
          <p:cNvCxnSpPr/>
          <p:nvPr/>
        </p:nvCxnSpPr>
        <p:spPr>
          <a:xfrm>
            <a:off x="3985435" y="107921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10 협의체 참여 · 외부역량 활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표 외곽"/>
          <p:cNvSpPr/>
          <p:nvPr/>
        </p:nvSpPr>
        <p:spPr>
          <a:xfrm>
            <a:off x="723130" y="777913"/>
            <a:ext cx="6300000" cy="23465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94348"/>
            <a:ext cx="580696" cy="114861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94348"/>
            <a:ext cx="580696" cy="114861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12" name="배너"/>
          <p:cNvSpPr/>
          <p:nvPr/>
        </p:nvSpPr>
        <p:spPr>
          <a:xfrm>
            <a:off x="1347652" y="816261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3" name="배너"/>
          <p:cNvSpPr>
            <a:spLocks noGrp="1"/>
          </p:cNvSpPr>
          <p:nvPr>
            <p:ph type="body" sz="quarter" idx="21"/>
          </p:nvPr>
        </p:nvSpPr>
        <p:spPr>
          <a:xfrm>
            <a:off x="1347652" y="816261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14" name="머리칸"/>
          <p:cNvSpPr/>
          <p:nvPr/>
        </p:nvSpPr>
        <p:spPr>
          <a:xfrm>
            <a:off x="1347652" y="10518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1347652" y="10518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16" name="머리칸"/>
          <p:cNvSpPr/>
          <p:nvPr/>
        </p:nvSpPr>
        <p:spPr>
          <a:xfrm>
            <a:off x="3230348" y="10518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7" name="머리칸"/>
          <p:cNvSpPr>
            <a:spLocks noGrp="1"/>
          </p:cNvSpPr>
          <p:nvPr>
            <p:ph type="body" sz="quarter" idx="23"/>
          </p:nvPr>
        </p:nvSpPr>
        <p:spPr>
          <a:xfrm>
            <a:off x="3230348" y="10518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18" name="머리칸"/>
          <p:cNvSpPr/>
          <p:nvPr/>
        </p:nvSpPr>
        <p:spPr>
          <a:xfrm>
            <a:off x="5113043" y="105182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9" name="머리칸"/>
          <p:cNvSpPr>
            <a:spLocks noGrp="1"/>
          </p:cNvSpPr>
          <p:nvPr>
            <p:ph type="body" sz="quarter" idx="24"/>
          </p:nvPr>
        </p:nvSpPr>
        <p:spPr>
          <a:xfrm>
            <a:off x="5113043" y="105182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29287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3241304" y="129287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22" name="Connector 11"/>
          <p:cNvCxnSpPr/>
          <p:nvPr/>
        </p:nvCxnSpPr>
        <p:spPr>
          <a:xfrm>
            <a:off x="3230348" y="1325739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칸 본문"/>
          <p:cNvSpPr>
            <a:spLocks noGrp="1"/>
          </p:cNvSpPr>
          <p:nvPr>
            <p:ph type="body" sz="quarter" idx="27"/>
          </p:nvPr>
        </p:nvSpPr>
        <p:spPr>
          <a:xfrm>
            <a:off x="5124000" y="129287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24" name="Connector 13"/>
          <p:cNvCxnSpPr/>
          <p:nvPr/>
        </p:nvCxnSpPr>
        <p:spPr>
          <a:xfrm>
            <a:off x="5113043" y="1325739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태그"/>
          <p:cNvSpPr/>
          <p:nvPr/>
        </p:nvSpPr>
        <p:spPr>
          <a:xfrm>
            <a:off x="1347652" y="1723837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태그"/>
          <p:cNvSpPr>
            <a:spLocks noGrp="1"/>
          </p:cNvSpPr>
          <p:nvPr>
            <p:ph type="body" sz="quarter" idx="28"/>
          </p:nvPr>
        </p:nvSpPr>
        <p:spPr>
          <a:xfrm>
            <a:off x="1347652" y="1723837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27" name="태그 설명"/>
          <p:cNvSpPr>
            <a:spLocks noGrp="1"/>
          </p:cNvSpPr>
          <p:nvPr>
            <p:ph type="body" sz="quarter" idx="29"/>
          </p:nvPr>
        </p:nvSpPr>
        <p:spPr>
          <a:xfrm>
            <a:off x="1972988" y="1712880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28" name="레일"/>
          <p:cNvSpPr/>
          <p:nvPr/>
        </p:nvSpPr>
        <p:spPr>
          <a:xfrm>
            <a:off x="734087" y="1959402"/>
            <a:ext cx="580696" cy="114861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30"/>
          </p:nvPr>
        </p:nvSpPr>
        <p:spPr>
          <a:xfrm>
            <a:off x="734087" y="1959402"/>
            <a:ext cx="580696" cy="114861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30" name="레일 삼각형"/>
          <p:cNvSpPr/>
          <p:nvPr/>
        </p:nvSpPr>
        <p:spPr>
          <a:xfrm>
            <a:off x="734086" y="1959401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배너"/>
          <p:cNvSpPr/>
          <p:nvPr/>
        </p:nvSpPr>
        <p:spPr>
          <a:xfrm>
            <a:off x="1347652" y="1981315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2" name="배너"/>
          <p:cNvSpPr>
            <a:spLocks noGrp="1"/>
          </p:cNvSpPr>
          <p:nvPr>
            <p:ph type="body" sz="quarter" idx="31"/>
          </p:nvPr>
        </p:nvSpPr>
        <p:spPr>
          <a:xfrm>
            <a:off x="1347652" y="1981315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33" name="머리칸"/>
          <p:cNvSpPr/>
          <p:nvPr/>
        </p:nvSpPr>
        <p:spPr>
          <a:xfrm>
            <a:off x="1347652" y="2216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4" name="머리칸"/>
          <p:cNvSpPr>
            <a:spLocks noGrp="1"/>
          </p:cNvSpPr>
          <p:nvPr>
            <p:ph type="body" sz="quarter" idx="32"/>
          </p:nvPr>
        </p:nvSpPr>
        <p:spPr>
          <a:xfrm>
            <a:off x="1347652" y="2216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35" name="머리칸"/>
          <p:cNvSpPr/>
          <p:nvPr/>
        </p:nvSpPr>
        <p:spPr>
          <a:xfrm>
            <a:off x="4171696" y="2216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6" name="머리칸"/>
          <p:cNvSpPr>
            <a:spLocks noGrp="1"/>
          </p:cNvSpPr>
          <p:nvPr>
            <p:ph type="body" sz="quarter" idx="33"/>
          </p:nvPr>
        </p:nvSpPr>
        <p:spPr>
          <a:xfrm>
            <a:off x="4171696" y="2216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4"/>
          </p:nvPr>
        </p:nvSpPr>
        <p:spPr>
          <a:xfrm>
            <a:off x="1358609" y="2457923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5"/>
          </p:nvPr>
        </p:nvSpPr>
        <p:spPr>
          <a:xfrm>
            <a:off x="4182652" y="2457923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cxnSp>
        <p:nvCxnSpPr>
          <p:cNvPr id="39" name="Connector 23"/>
          <p:cNvCxnSpPr/>
          <p:nvPr/>
        </p:nvCxnSpPr>
        <p:spPr>
          <a:xfrm>
            <a:off x="4171696" y="2490793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0" name="태그"/>
          <p:cNvSpPr/>
          <p:nvPr/>
        </p:nvSpPr>
        <p:spPr>
          <a:xfrm>
            <a:off x="1347652" y="2888890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1" name="태그"/>
          <p:cNvSpPr>
            <a:spLocks noGrp="1"/>
          </p:cNvSpPr>
          <p:nvPr>
            <p:ph type="body" sz="quarter" idx="36"/>
          </p:nvPr>
        </p:nvSpPr>
        <p:spPr>
          <a:xfrm>
            <a:off x="1347652" y="2888890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42" name="태그 설명"/>
          <p:cNvSpPr>
            <a:spLocks noGrp="1"/>
          </p:cNvSpPr>
          <p:nvPr>
            <p:ph type="body" sz="quarter" idx="37"/>
          </p:nvPr>
        </p:nvSpPr>
        <p:spPr>
          <a:xfrm>
            <a:off x="1972988" y="2877934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11 이해관계 → 의견조율 → 협약체결(인라인 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6300000" cy="288525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67748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3" name="머리칸"/>
          <p:cNvSpPr/>
          <p:nvPr/>
        </p:nvSpPr>
        <p:spPr>
          <a:xfrm>
            <a:off x="1161391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4" name="머리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5" name="머리칸"/>
          <p:cNvSpPr/>
          <p:nvPr/>
        </p:nvSpPr>
        <p:spPr>
          <a:xfrm>
            <a:off x="3985435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6" name="머리칸"/>
          <p:cNvSpPr>
            <a:spLocks noGrp="1"/>
          </p:cNvSpPr>
          <p:nvPr>
            <p:ph type="body" sz="quarter" idx="22"/>
          </p:nvPr>
        </p:nvSpPr>
        <p:spPr>
          <a:xfrm>
            <a:off x="3985435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3"/>
          </p:nvPr>
        </p:nvSpPr>
        <p:spPr>
          <a:xfrm>
            <a:off x="1172348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3996391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cxnSp>
        <p:nvCxnSpPr>
          <p:cNvPr id="19" name="Connector 12"/>
          <p:cNvCxnSpPr/>
          <p:nvPr/>
        </p:nvCxnSpPr>
        <p:spPr>
          <a:xfrm>
            <a:off x="3985435" y="107921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0" name="레일"/>
          <p:cNvSpPr/>
          <p:nvPr/>
        </p:nvSpPr>
        <p:spPr>
          <a:xfrm>
            <a:off x="547826" y="1477315"/>
            <a:ext cx="580696" cy="101532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1477315"/>
            <a:ext cx="580696" cy="101532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22" name="레일 삼각형"/>
          <p:cNvSpPr/>
          <p:nvPr/>
        </p:nvSpPr>
        <p:spPr>
          <a:xfrm>
            <a:off x="547826" y="1477314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단계"/>
          <p:cNvSpPr/>
          <p:nvPr/>
        </p:nvSpPr>
        <p:spPr>
          <a:xfrm>
            <a:off x="1161391" y="1499228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4" name="단계"/>
          <p:cNvSpPr>
            <a:spLocks noGrp="1"/>
          </p:cNvSpPr>
          <p:nvPr>
            <p:ph type="body" sz="quarter" idx="26"/>
          </p:nvPr>
        </p:nvSpPr>
        <p:spPr>
          <a:xfrm>
            <a:off x="1161391" y="1499228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25" name="단계"/>
          <p:cNvSpPr/>
          <p:nvPr/>
        </p:nvSpPr>
        <p:spPr>
          <a:xfrm>
            <a:off x="2573413" y="1499228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6" name="단계"/>
          <p:cNvSpPr>
            <a:spLocks noGrp="1"/>
          </p:cNvSpPr>
          <p:nvPr>
            <p:ph type="body" sz="quarter" idx="27"/>
          </p:nvPr>
        </p:nvSpPr>
        <p:spPr>
          <a:xfrm>
            <a:off x="2573413" y="1499228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27" name="단계"/>
          <p:cNvSpPr/>
          <p:nvPr/>
        </p:nvSpPr>
        <p:spPr>
          <a:xfrm>
            <a:off x="3985435" y="1499228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28" name="단계"/>
          <p:cNvSpPr>
            <a:spLocks noGrp="1"/>
          </p:cNvSpPr>
          <p:nvPr>
            <p:ph type="body" sz="quarter" idx="28"/>
          </p:nvPr>
        </p:nvSpPr>
        <p:spPr>
          <a:xfrm>
            <a:off x="3985435" y="1499228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29" name="단계"/>
          <p:cNvSpPr/>
          <p:nvPr/>
        </p:nvSpPr>
        <p:spPr>
          <a:xfrm>
            <a:off x="5397457" y="1499228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0" name="단계"/>
          <p:cNvSpPr>
            <a:spLocks noGrp="1"/>
          </p:cNvSpPr>
          <p:nvPr>
            <p:ph type="body" sz="quarter" idx="29"/>
          </p:nvPr>
        </p:nvSpPr>
        <p:spPr>
          <a:xfrm>
            <a:off x="5397457" y="1499228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31" name="단계 삼각형"/>
          <p:cNvSpPr/>
          <p:nvPr/>
        </p:nvSpPr>
        <p:spPr>
          <a:xfrm>
            <a:off x="2573413" y="149922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단계 삼각형"/>
          <p:cNvSpPr/>
          <p:nvPr/>
        </p:nvSpPr>
        <p:spPr>
          <a:xfrm>
            <a:off x="3985434" y="1499227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단계 삼각형"/>
          <p:cNvSpPr/>
          <p:nvPr/>
        </p:nvSpPr>
        <p:spPr>
          <a:xfrm>
            <a:off x="5397456" y="1499227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0"/>
          </p:nvPr>
        </p:nvSpPr>
        <p:spPr>
          <a:xfrm>
            <a:off x="1172348" y="1751228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31"/>
          </p:nvPr>
        </p:nvSpPr>
        <p:spPr>
          <a:xfrm>
            <a:off x="2584370" y="1751228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cxnSp>
        <p:nvCxnSpPr>
          <p:cNvPr id="36" name="Connector 24"/>
          <p:cNvCxnSpPr/>
          <p:nvPr/>
        </p:nvCxnSpPr>
        <p:spPr>
          <a:xfrm>
            <a:off x="2573413" y="1784097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칸 본문"/>
          <p:cNvSpPr>
            <a:spLocks noGrp="1"/>
          </p:cNvSpPr>
          <p:nvPr>
            <p:ph type="body" sz="quarter" idx="32"/>
          </p:nvPr>
        </p:nvSpPr>
        <p:spPr>
          <a:xfrm>
            <a:off x="3996391" y="1751228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cxnSp>
        <p:nvCxnSpPr>
          <p:cNvPr id="38" name="Connector 26"/>
          <p:cNvCxnSpPr/>
          <p:nvPr/>
        </p:nvCxnSpPr>
        <p:spPr>
          <a:xfrm>
            <a:off x="3985435" y="1784097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칸 본문"/>
          <p:cNvSpPr>
            <a:spLocks noGrp="1"/>
          </p:cNvSpPr>
          <p:nvPr>
            <p:ph type="body" sz="quarter" idx="33"/>
          </p:nvPr>
        </p:nvSpPr>
        <p:spPr>
          <a:xfrm>
            <a:off x="5408413" y="1751228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cxnSp>
        <p:nvCxnSpPr>
          <p:cNvPr id="40" name="Connector 28"/>
          <p:cNvCxnSpPr/>
          <p:nvPr/>
        </p:nvCxnSpPr>
        <p:spPr>
          <a:xfrm>
            <a:off x="5397457" y="1784097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레일"/>
          <p:cNvSpPr/>
          <p:nvPr/>
        </p:nvSpPr>
        <p:spPr>
          <a:xfrm>
            <a:off x="547826" y="2509075"/>
            <a:ext cx="580696" cy="112670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2" name="레일"/>
          <p:cNvSpPr>
            <a:spLocks noGrp="1"/>
          </p:cNvSpPr>
          <p:nvPr>
            <p:ph type="body" sz="quarter" idx="34"/>
          </p:nvPr>
        </p:nvSpPr>
        <p:spPr>
          <a:xfrm>
            <a:off x="547826" y="2509075"/>
            <a:ext cx="580696" cy="112670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43" name="레일 삼각형"/>
          <p:cNvSpPr/>
          <p:nvPr/>
        </p:nvSpPr>
        <p:spPr>
          <a:xfrm>
            <a:off x="547826" y="2509074"/>
            <a:ext cx="580695" cy="131479"/>
          </a:xfrm>
          <a:custGeom>
            <a:avLst/>
            <a:gdLst/>
            <a:ahLst/>
            <a:cxnLst/>
            <a:rect l="l" t="t" r="r" b="b"/>
            <a:pathLst>
              <a:path w="580695" h="131479">
                <a:moveTo>
                  <a:pt x="0" y="0"/>
                </a:moveTo>
                <a:lnTo>
                  <a:pt x="580695" y="0"/>
                </a:lnTo>
                <a:lnTo>
                  <a:pt x="290347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머리칸"/>
          <p:cNvSpPr/>
          <p:nvPr/>
        </p:nvSpPr>
        <p:spPr>
          <a:xfrm>
            <a:off x="1161391" y="253098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5" name="머리칸"/>
          <p:cNvSpPr>
            <a:spLocks noGrp="1"/>
          </p:cNvSpPr>
          <p:nvPr>
            <p:ph type="body" sz="quarter" idx="35"/>
          </p:nvPr>
        </p:nvSpPr>
        <p:spPr>
          <a:xfrm>
            <a:off x="1161391" y="253098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46" name="머리칸"/>
          <p:cNvSpPr/>
          <p:nvPr/>
        </p:nvSpPr>
        <p:spPr>
          <a:xfrm>
            <a:off x="3985435" y="253098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7" name="머리칸"/>
          <p:cNvSpPr>
            <a:spLocks noGrp="1"/>
          </p:cNvSpPr>
          <p:nvPr>
            <p:ph type="body" sz="quarter" idx="36"/>
          </p:nvPr>
        </p:nvSpPr>
        <p:spPr>
          <a:xfrm>
            <a:off x="3985435" y="253098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7"/>
          </p:nvPr>
        </p:nvSpPr>
        <p:spPr>
          <a:xfrm>
            <a:off x="1172348" y="2772031"/>
            <a:ext cx="2802130" cy="19631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sp>
        <p:nvSpPr>
          <p:cNvPr id="49" name="칸 본문"/>
          <p:cNvSpPr>
            <a:spLocks noGrp="1"/>
          </p:cNvSpPr>
          <p:nvPr>
            <p:ph type="body" sz="quarter" idx="38"/>
          </p:nvPr>
        </p:nvSpPr>
        <p:spPr>
          <a:xfrm>
            <a:off x="1172348" y="3417558"/>
            <a:ext cx="2802130" cy="19631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39"/>
          </p:nvPr>
        </p:nvSpPr>
        <p:spPr>
          <a:xfrm>
            <a:off x="3996391" y="2772031"/>
            <a:ext cx="2802130" cy="84183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cxnSp>
        <p:nvCxnSpPr>
          <p:cNvPr id="51" name="Connector 37"/>
          <p:cNvCxnSpPr/>
          <p:nvPr/>
        </p:nvCxnSpPr>
        <p:spPr>
          <a:xfrm>
            <a:off x="3985435" y="2804901"/>
            <a:ext cx="0" cy="77609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12 이해관계 → 교섭(사진 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표 외곽"/>
          <p:cNvSpPr/>
          <p:nvPr/>
        </p:nvSpPr>
        <p:spPr>
          <a:xfrm>
            <a:off x="723130" y="777913"/>
            <a:ext cx="5297478" cy="224521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94348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94348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2" name="머리칸"/>
          <p:cNvSpPr/>
          <p:nvPr/>
        </p:nvSpPr>
        <p:spPr>
          <a:xfrm>
            <a:off x="1347652" y="816261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47652" y="816261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4" name="머리칸"/>
          <p:cNvSpPr/>
          <p:nvPr/>
        </p:nvSpPr>
        <p:spPr>
          <a:xfrm>
            <a:off x="3670435" y="816261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3670435" y="816261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3"/>
          </p:nvPr>
        </p:nvSpPr>
        <p:spPr>
          <a:xfrm>
            <a:off x="1358609" y="1057304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4"/>
          </p:nvPr>
        </p:nvSpPr>
        <p:spPr>
          <a:xfrm>
            <a:off x="3681391" y="1057304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cxnSp>
        <p:nvCxnSpPr>
          <p:cNvPr id="18" name="Connector 9"/>
          <p:cNvCxnSpPr/>
          <p:nvPr/>
        </p:nvCxnSpPr>
        <p:spPr>
          <a:xfrm>
            <a:off x="3670435" y="1090174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9" name="레일"/>
          <p:cNvSpPr/>
          <p:nvPr/>
        </p:nvSpPr>
        <p:spPr>
          <a:xfrm>
            <a:off x="734087" y="1477315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5"/>
          </p:nvPr>
        </p:nvSpPr>
        <p:spPr>
          <a:xfrm>
            <a:off x="734087" y="1477315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21" name="레일 삼각형"/>
          <p:cNvSpPr/>
          <p:nvPr/>
        </p:nvSpPr>
        <p:spPr>
          <a:xfrm>
            <a:off x="734086" y="1477314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머리칸"/>
          <p:cNvSpPr/>
          <p:nvPr/>
        </p:nvSpPr>
        <p:spPr>
          <a:xfrm>
            <a:off x="1347652" y="149922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3" name="머리칸"/>
          <p:cNvSpPr>
            <a:spLocks noGrp="1"/>
          </p:cNvSpPr>
          <p:nvPr>
            <p:ph type="body" sz="quarter" idx="26"/>
          </p:nvPr>
        </p:nvSpPr>
        <p:spPr>
          <a:xfrm>
            <a:off x="1347652" y="1499228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24" name="머리칸"/>
          <p:cNvSpPr/>
          <p:nvPr/>
        </p:nvSpPr>
        <p:spPr>
          <a:xfrm>
            <a:off x="3670435" y="149922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>
          <a:xfrm>
            <a:off x="3670435" y="1499228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1358609" y="1740271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9"/>
          </p:nvPr>
        </p:nvSpPr>
        <p:spPr>
          <a:xfrm>
            <a:off x="3681391" y="1740271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cxnSp>
        <p:nvCxnSpPr>
          <p:cNvPr id="28" name="Connector 16"/>
          <p:cNvCxnSpPr/>
          <p:nvPr/>
        </p:nvCxnSpPr>
        <p:spPr>
          <a:xfrm>
            <a:off x="3670435" y="1773141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레일"/>
          <p:cNvSpPr/>
          <p:nvPr/>
        </p:nvSpPr>
        <p:spPr>
          <a:xfrm>
            <a:off x="734087" y="2160282"/>
            <a:ext cx="580696" cy="84640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0" name="레일"/>
          <p:cNvSpPr>
            <a:spLocks noGrp="1"/>
          </p:cNvSpPr>
          <p:nvPr>
            <p:ph type="body" sz="quarter" idx="30"/>
          </p:nvPr>
        </p:nvSpPr>
        <p:spPr>
          <a:xfrm>
            <a:off x="734087" y="2160282"/>
            <a:ext cx="580696" cy="84640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1" name="레일 삼각형"/>
          <p:cNvSpPr/>
          <p:nvPr/>
        </p:nvSpPr>
        <p:spPr>
          <a:xfrm>
            <a:off x="734086" y="2160281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배너"/>
          <p:cNvSpPr/>
          <p:nvPr/>
        </p:nvSpPr>
        <p:spPr>
          <a:xfrm>
            <a:off x="1347652" y="2182195"/>
            <a:ext cx="4645565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3" name="배너"/>
          <p:cNvSpPr>
            <a:spLocks noGrp="1"/>
          </p:cNvSpPr>
          <p:nvPr>
            <p:ph type="body" sz="quarter" idx="31"/>
          </p:nvPr>
        </p:nvSpPr>
        <p:spPr>
          <a:xfrm>
            <a:off x="1347652" y="2182195"/>
            <a:ext cx="4645565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34" name="본문"/>
          <p:cNvSpPr>
            <a:spLocks noGrp="1"/>
          </p:cNvSpPr>
          <p:nvPr>
            <p:ph type="body" sz="quarter" idx="32"/>
          </p:nvPr>
        </p:nvSpPr>
        <p:spPr>
          <a:xfrm>
            <a:off x="1347652" y="2417760"/>
            <a:ext cx="4645565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 및 신입 채용 시 경력가점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정원 전환 추진을 위한 노사 공동 노력 지속 합의</a:t>
            </a:r>
          </a:p>
        </p:txBody>
      </p:sp>
      <p:sp>
        <p:nvSpPr>
          <p:cNvPr id="35" name="사진 칸"/>
          <p:cNvSpPr/>
          <p:nvPr/>
        </p:nvSpPr>
        <p:spPr>
          <a:xfrm>
            <a:off x="6064435" y="794348"/>
            <a:ext cx="958696" cy="1349499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6" name="사진 칸"/>
          <p:cNvSpPr>
            <a:spLocks noGrp="1"/>
          </p:cNvSpPr>
          <p:nvPr>
            <p:ph type="body" sz="quarter" idx="33"/>
          </p:nvPr>
        </p:nvSpPr>
        <p:spPr>
          <a:xfrm>
            <a:off x="6064435" y="794348"/>
            <a:ext cx="958696" cy="134949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37" name="사진 칸"/>
          <p:cNvSpPr/>
          <p:nvPr/>
        </p:nvSpPr>
        <p:spPr>
          <a:xfrm>
            <a:off x="6064435" y="2160282"/>
            <a:ext cx="958696" cy="84640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8" name="사진 칸"/>
          <p:cNvSpPr>
            <a:spLocks noGrp="1"/>
          </p:cNvSpPr>
          <p:nvPr>
            <p:ph type="body" sz="quarter" idx="34"/>
          </p:nvPr>
        </p:nvSpPr>
        <p:spPr>
          <a:xfrm>
            <a:off x="6064435" y="2160282"/>
            <a:ext cx="958696" cy="84640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13 현황 · 문제점 · 노사 공동노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6300000" cy="159420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26204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3" name="본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5648087" cy="21822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 주간(8시간)-당직(19시간)-비번으로 월 251시간 근무</a:t>
            </a:r>
          </a:p>
        </p:txBody>
      </p:sp>
      <p:sp>
        <p:nvSpPr>
          <p:cNvPr id="14" name="레일"/>
          <p:cNvSpPr/>
          <p:nvPr/>
        </p:nvSpPr>
        <p:spPr>
          <a:xfrm>
            <a:off x="547826" y="1061875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61875"/>
            <a:ext cx="580696" cy="26204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16" name="본문"/>
          <p:cNvSpPr>
            <a:spLocks noGrp="1"/>
          </p:cNvSpPr>
          <p:nvPr>
            <p:ph type="body" sz="quarter" idx="23"/>
          </p:nvPr>
        </p:nvSpPr>
        <p:spPr>
          <a:xfrm>
            <a:off x="1161391" y="1083788"/>
            <a:ext cx="5648087" cy="21822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17" name="레일"/>
          <p:cNvSpPr/>
          <p:nvPr/>
        </p:nvSpPr>
        <p:spPr>
          <a:xfrm>
            <a:off x="547826" y="1340358"/>
            <a:ext cx="580696" cy="100436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340358"/>
            <a:ext cx="580696" cy="100436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19" name="머리칸"/>
          <p:cNvSpPr/>
          <p:nvPr/>
        </p:nvSpPr>
        <p:spPr>
          <a:xfrm>
            <a:off x="1161391" y="136227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5"/>
          </p:nvPr>
        </p:nvSpPr>
        <p:spPr>
          <a:xfrm>
            <a:off x="1161391" y="136227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21" name="머리칸"/>
          <p:cNvSpPr/>
          <p:nvPr/>
        </p:nvSpPr>
        <p:spPr>
          <a:xfrm>
            <a:off x="3044087" y="136227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6"/>
          </p:nvPr>
        </p:nvSpPr>
        <p:spPr>
          <a:xfrm>
            <a:off x="3044087" y="136227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23" name="머리칸"/>
          <p:cNvSpPr/>
          <p:nvPr/>
        </p:nvSpPr>
        <p:spPr>
          <a:xfrm>
            <a:off x="4926783" y="1362271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7"/>
          </p:nvPr>
        </p:nvSpPr>
        <p:spPr>
          <a:xfrm>
            <a:off x="4926783" y="1362271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8"/>
          </p:nvPr>
        </p:nvSpPr>
        <p:spPr>
          <a:xfrm>
            <a:off x="1172348" y="1603315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방지를 위한 노사 공동 노력 설득·소통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9"/>
          </p:nvPr>
        </p:nvSpPr>
        <p:spPr>
          <a:xfrm>
            <a:off x="3055043" y="1603315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 후 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 → 주·야 교대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3044087" y="1636184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>
            <a:spLocks noGrp="1"/>
          </p:cNvSpPr>
          <p:nvPr>
            <p:ph type="body" sz="quarter" idx="30"/>
          </p:nvPr>
        </p:nvSpPr>
        <p:spPr>
          <a:xfrm>
            <a:off x="4937739" y="1603315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 감소에 따른 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법령에 따른 휴일수당·연장근로수당 지급</a:t>
            </a:r>
          </a:p>
        </p:txBody>
      </p:sp>
      <p:cxnSp>
        <p:nvCxnSpPr>
          <p:cNvPr id="29" name="Connector 19"/>
          <p:cNvCxnSpPr/>
          <p:nvPr/>
        </p:nvCxnSpPr>
        <p:spPr>
          <a:xfrm>
            <a:off x="4926783" y="1636184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14 추진 체계 5행(목표·방향·과제·채널·지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라벨 박스"/>
          <p:cNvSpPr/>
          <p:nvPr/>
        </p:nvSpPr>
        <p:spPr>
          <a:xfrm>
            <a:off x="723130" y="77791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88870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88870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12" name="강조 바"/>
          <p:cNvSpPr/>
          <p:nvPr/>
        </p:nvSpPr>
        <p:spPr>
          <a:xfrm>
            <a:off x="1358609" y="810783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강조 바 글"/>
          <p:cNvSpPr>
            <a:spLocks noGrp="1"/>
          </p:cNvSpPr>
          <p:nvPr>
            <p:ph type="body" sz="quarter" idx="21"/>
          </p:nvPr>
        </p:nvSpPr>
        <p:spPr>
          <a:xfrm>
            <a:off x="1358609" y="810783"/>
            <a:ext cx="5631652" cy="22917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723130" y="1127614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734087" y="1138570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138570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17" name="가운데 글"/>
          <p:cNvSpPr>
            <a:spLocks noGrp="1"/>
          </p:cNvSpPr>
          <p:nvPr>
            <p:ph type="body" sz="quarter" idx="23"/>
          </p:nvPr>
        </p:nvSpPr>
        <p:spPr>
          <a:xfrm>
            <a:off x="1358609" y="1144049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18" name="가운데 글"/>
          <p:cNvSpPr>
            <a:spLocks noGrp="1"/>
          </p:cNvSpPr>
          <p:nvPr>
            <p:ph type="body" sz="quarter" idx="24"/>
          </p:nvPr>
        </p:nvSpPr>
        <p:spPr>
          <a:xfrm>
            <a:off x="3235826" y="1144049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19" name="Connector 11"/>
          <p:cNvCxnSpPr/>
          <p:nvPr/>
        </p:nvCxnSpPr>
        <p:spPr>
          <a:xfrm>
            <a:off x="3235826" y="1182397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20" name="가운데 글"/>
          <p:cNvSpPr>
            <a:spLocks noGrp="1"/>
          </p:cNvSpPr>
          <p:nvPr>
            <p:ph type="body" sz="quarter" idx="25"/>
          </p:nvPr>
        </p:nvSpPr>
        <p:spPr>
          <a:xfrm>
            <a:off x="5113043" y="1144049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21" name="Connector 13"/>
          <p:cNvCxnSpPr/>
          <p:nvPr/>
        </p:nvCxnSpPr>
        <p:spPr>
          <a:xfrm>
            <a:off x="5113043" y="1182397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22" name="라벨 박스"/>
          <p:cNvSpPr/>
          <p:nvPr/>
        </p:nvSpPr>
        <p:spPr>
          <a:xfrm>
            <a:off x="723130" y="1472744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734087" y="1483701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483701"/>
            <a:ext cx="591652" cy="62179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369565" y="1489179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3246783" y="1489179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cxnSp>
        <p:nvCxnSpPr>
          <p:cNvPr id="27" name="Connector 18"/>
          <p:cNvCxnSpPr/>
          <p:nvPr/>
        </p:nvCxnSpPr>
        <p:spPr>
          <a:xfrm>
            <a:off x="3235826" y="1522049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>
            <a:spLocks noGrp="1"/>
          </p:cNvSpPr>
          <p:nvPr>
            <p:ph type="body" sz="quarter" idx="29"/>
          </p:nvPr>
        </p:nvSpPr>
        <p:spPr>
          <a:xfrm>
            <a:off x="5124000" y="1489179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cxnSp>
        <p:nvCxnSpPr>
          <p:cNvPr id="29" name="Connector 20"/>
          <p:cNvCxnSpPr/>
          <p:nvPr/>
        </p:nvCxnSpPr>
        <p:spPr>
          <a:xfrm>
            <a:off x="5113043" y="1522049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라벨 박스"/>
          <p:cNvSpPr/>
          <p:nvPr/>
        </p:nvSpPr>
        <p:spPr>
          <a:xfrm>
            <a:off x="723130" y="2171238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레일"/>
          <p:cNvSpPr/>
          <p:nvPr/>
        </p:nvSpPr>
        <p:spPr>
          <a:xfrm>
            <a:off x="734087" y="2182195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레일"/>
          <p:cNvSpPr>
            <a:spLocks noGrp="1"/>
          </p:cNvSpPr>
          <p:nvPr>
            <p:ph type="body" sz="quarter" idx="30"/>
          </p:nvPr>
        </p:nvSpPr>
        <p:spPr>
          <a:xfrm>
            <a:off x="734087" y="2182195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31"/>
          </p:nvPr>
        </p:nvSpPr>
        <p:spPr>
          <a:xfrm>
            <a:off x="1369565" y="2187673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2"/>
          </p:nvPr>
        </p:nvSpPr>
        <p:spPr>
          <a:xfrm>
            <a:off x="3246783" y="2187673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cxnSp>
        <p:nvCxnSpPr>
          <p:cNvPr id="35" name="Connector 25"/>
          <p:cNvCxnSpPr/>
          <p:nvPr/>
        </p:nvCxnSpPr>
        <p:spPr>
          <a:xfrm>
            <a:off x="3235826" y="2220543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칸 본문"/>
          <p:cNvSpPr>
            <a:spLocks noGrp="1"/>
          </p:cNvSpPr>
          <p:nvPr>
            <p:ph type="body" sz="quarter" idx="33"/>
          </p:nvPr>
        </p:nvSpPr>
        <p:spPr>
          <a:xfrm>
            <a:off x="5124000" y="2187673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cxnSp>
        <p:nvCxnSpPr>
          <p:cNvPr id="37" name="Connector 27"/>
          <p:cNvCxnSpPr/>
          <p:nvPr/>
        </p:nvCxnSpPr>
        <p:spPr>
          <a:xfrm>
            <a:off x="5113043" y="2220543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라벨 박스"/>
          <p:cNvSpPr/>
          <p:nvPr/>
        </p:nvSpPr>
        <p:spPr>
          <a:xfrm>
            <a:off x="723130" y="2695336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레일"/>
          <p:cNvSpPr/>
          <p:nvPr/>
        </p:nvSpPr>
        <p:spPr>
          <a:xfrm>
            <a:off x="734087" y="2706292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레일"/>
          <p:cNvSpPr>
            <a:spLocks noGrp="1"/>
          </p:cNvSpPr>
          <p:nvPr>
            <p:ph type="body" sz="quarter" idx="34"/>
          </p:nvPr>
        </p:nvSpPr>
        <p:spPr>
          <a:xfrm>
            <a:off x="734087" y="2706292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5"/>
          </p:nvPr>
        </p:nvSpPr>
        <p:spPr>
          <a:xfrm>
            <a:off x="1369565" y="2711770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42" name="칸 본문"/>
          <p:cNvSpPr>
            <a:spLocks noGrp="1"/>
          </p:cNvSpPr>
          <p:nvPr>
            <p:ph type="body" sz="quarter" idx="36"/>
          </p:nvPr>
        </p:nvSpPr>
        <p:spPr>
          <a:xfrm>
            <a:off x="3246783" y="2711770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cxnSp>
        <p:nvCxnSpPr>
          <p:cNvPr id="43" name="Connector 32"/>
          <p:cNvCxnSpPr/>
          <p:nvPr/>
        </p:nvCxnSpPr>
        <p:spPr>
          <a:xfrm>
            <a:off x="3235826" y="2744640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4" name="칸 본문"/>
          <p:cNvSpPr>
            <a:spLocks noGrp="1"/>
          </p:cNvSpPr>
          <p:nvPr>
            <p:ph type="body" sz="quarter" idx="37"/>
          </p:nvPr>
        </p:nvSpPr>
        <p:spPr>
          <a:xfrm>
            <a:off x="5124000" y="2711770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  <p:cxnSp>
        <p:nvCxnSpPr>
          <p:cNvPr id="45" name="Connector 34"/>
          <p:cNvCxnSpPr/>
          <p:nvPr/>
        </p:nvCxnSpPr>
        <p:spPr>
          <a:xfrm>
            <a:off x="5113043" y="2744640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15 추진배경 · 점검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라벨 박스"/>
          <p:cNvSpPr/>
          <p:nvPr/>
        </p:nvSpPr>
        <p:spPr>
          <a:xfrm>
            <a:off x="536870" y="766957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77913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77913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3" name="본문"/>
          <p:cNvSpPr>
            <a:spLocks noGrp="1"/>
          </p:cNvSpPr>
          <p:nvPr>
            <p:ph type="body" sz="quarter" idx="21"/>
          </p:nvPr>
        </p:nvSpPr>
        <p:spPr>
          <a:xfrm>
            <a:off x="1172348" y="783391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536870" y="1112087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123043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123043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17" name="가운데 글"/>
          <p:cNvSpPr>
            <a:spLocks noGrp="1"/>
          </p:cNvSpPr>
          <p:nvPr>
            <p:ph type="body" sz="quarter" idx="23"/>
          </p:nvPr>
        </p:nvSpPr>
        <p:spPr>
          <a:xfrm>
            <a:off x="1172348" y="1128522"/>
            <a:ext cx="5631652" cy="26204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16 점검항목 · 점검결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라벨 박스"/>
          <p:cNvSpPr/>
          <p:nvPr/>
        </p:nvSpPr>
        <p:spPr>
          <a:xfrm>
            <a:off x="723130" y="777913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88870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88870"/>
            <a:ext cx="591652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12" name="머리칸"/>
          <p:cNvSpPr/>
          <p:nvPr/>
        </p:nvSpPr>
        <p:spPr>
          <a:xfrm>
            <a:off x="1358609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58609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14" name="머리칸"/>
          <p:cNvSpPr/>
          <p:nvPr/>
        </p:nvSpPr>
        <p:spPr>
          <a:xfrm>
            <a:off x="3235826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3235826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16" name="머리칸"/>
          <p:cNvSpPr/>
          <p:nvPr/>
        </p:nvSpPr>
        <p:spPr>
          <a:xfrm>
            <a:off x="5113043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7" name="머리칸"/>
          <p:cNvSpPr>
            <a:spLocks noGrp="1"/>
          </p:cNvSpPr>
          <p:nvPr>
            <p:ph type="body" sz="quarter" idx="23"/>
          </p:nvPr>
        </p:nvSpPr>
        <p:spPr>
          <a:xfrm>
            <a:off x="5113043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1369565" y="1046348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5"/>
          </p:nvPr>
        </p:nvSpPr>
        <p:spPr>
          <a:xfrm>
            <a:off x="3246783" y="1046348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3235826" y="1079217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5124000" y="1046348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5113043" y="1079217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라벨 박스"/>
          <p:cNvSpPr/>
          <p:nvPr/>
        </p:nvSpPr>
        <p:spPr>
          <a:xfrm>
            <a:off x="723130" y="1532097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734087" y="1543054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1543054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1369565" y="1548532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9"/>
          </p:nvPr>
        </p:nvSpPr>
        <p:spPr>
          <a:xfrm>
            <a:off x="3246783" y="1548532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28" name="Connector 17"/>
          <p:cNvCxnSpPr/>
          <p:nvPr/>
        </p:nvCxnSpPr>
        <p:spPr>
          <a:xfrm>
            <a:off x="3235826" y="1581402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칸 본문"/>
          <p:cNvSpPr>
            <a:spLocks noGrp="1"/>
          </p:cNvSpPr>
          <p:nvPr>
            <p:ph type="body" sz="quarter" idx="30"/>
          </p:nvPr>
        </p:nvSpPr>
        <p:spPr>
          <a:xfrm>
            <a:off x="5124000" y="1548532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30" name="Connector 19"/>
          <p:cNvCxnSpPr/>
          <p:nvPr/>
        </p:nvCxnSpPr>
        <p:spPr>
          <a:xfrm>
            <a:off x="5113043" y="1581402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17 비전 · 환경 · 목표 · 방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라벨 박스"/>
          <p:cNvSpPr/>
          <p:nvPr/>
        </p:nvSpPr>
        <p:spPr>
          <a:xfrm>
            <a:off x="536870" y="766957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77913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77913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13" name="가운데 글"/>
          <p:cNvSpPr>
            <a:spLocks noGrp="1"/>
          </p:cNvSpPr>
          <p:nvPr>
            <p:ph type="body" sz="quarter" idx="21"/>
          </p:nvPr>
        </p:nvSpPr>
        <p:spPr>
          <a:xfrm>
            <a:off x="1172348" y="783391"/>
            <a:ext cx="5631652" cy="26204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536870" y="1116657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127614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127614"/>
            <a:ext cx="591652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7" name="머리칸"/>
          <p:cNvSpPr/>
          <p:nvPr/>
        </p:nvSpPr>
        <p:spPr>
          <a:xfrm>
            <a:off x="1172348" y="1144049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8" name="머리칸"/>
          <p:cNvSpPr>
            <a:spLocks noGrp="1"/>
          </p:cNvSpPr>
          <p:nvPr>
            <p:ph type="body" sz="quarter" idx="23"/>
          </p:nvPr>
        </p:nvSpPr>
        <p:spPr>
          <a:xfrm>
            <a:off x="1172348" y="1144049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9" name="머리칸"/>
          <p:cNvSpPr/>
          <p:nvPr/>
        </p:nvSpPr>
        <p:spPr>
          <a:xfrm>
            <a:off x="3988174" y="1144049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3988174" y="1144049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5"/>
          </p:nvPr>
        </p:nvSpPr>
        <p:spPr>
          <a:xfrm>
            <a:off x="1183304" y="1385092"/>
            <a:ext cx="2793913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6"/>
          </p:nvPr>
        </p:nvSpPr>
        <p:spPr>
          <a:xfrm>
            <a:off x="3999130" y="1385092"/>
            <a:ext cx="2793913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cxnSp>
        <p:nvCxnSpPr>
          <p:cNvPr id="23" name="Connector 15"/>
          <p:cNvCxnSpPr/>
          <p:nvPr/>
        </p:nvCxnSpPr>
        <p:spPr>
          <a:xfrm>
            <a:off x="3988174" y="1417962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라벨 박스"/>
          <p:cNvSpPr/>
          <p:nvPr/>
        </p:nvSpPr>
        <p:spPr>
          <a:xfrm>
            <a:off x="536870" y="1870842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레일"/>
          <p:cNvSpPr/>
          <p:nvPr/>
        </p:nvSpPr>
        <p:spPr>
          <a:xfrm>
            <a:off x="547826" y="1881798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881798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27" name="강조 바"/>
          <p:cNvSpPr/>
          <p:nvPr/>
        </p:nvSpPr>
        <p:spPr>
          <a:xfrm>
            <a:off x="1172348" y="1903711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강조 바 글"/>
          <p:cNvSpPr>
            <a:spLocks noGrp="1"/>
          </p:cNvSpPr>
          <p:nvPr>
            <p:ph type="body" sz="quarter" idx="28"/>
          </p:nvPr>
        </p:nvSpPr>
        <p:spPr>
          <a:xfrm>
            <a:off x="1172348" y="1903711"/>
            <a:ext cx="5631652" cy="22917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29" name="라벨 박스"/>
          <p:cNvSpPr/>
          <p:nvPr/>
        </p:nvSpPr>
        <p:spPr>
          <a:xfrm>
            <a:off x="536870" y="2220543"/>
            <a:ext cx="6300000" cy="68844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레일"/>
          <p:cNvSpPr/>
          <p:nvPr/>
        </p:nvSpPr>
        <p:spPr>
          <a:xfrm>
            <a:off x="547826" y="2231499"/>
            <a:ext cx="591652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레일"/>
          <p:cNvSpPr>
            <a:spLocks noGrp="1"/>
          </p:cNvSpPr>
          <p:nvPr>
            <p:ph type="body" sz="quarter" idx="29"/>
          </p:nvPr>
        </p:nvSpPr>
        <p:spPr>
          <a:xfrm>
            <a:off x="547826" y="2231499"/>
            <a:ext cx="591652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32" name="머리칸"/>
          <p:cNvSpPr/>
          <p:nvPr/>
        </p:nvSpPr>
        <p:spPr>
          <a:xfrm>
            <a:off x="1172348" y="224793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3" name="머리칸"/>
          <p:cNvSpPr>
            <a:spLocks noGrp="1"/>
          </p:cNvSpPr>
          <p:nvPr>
            <p:ph type="body" sz="quarter" idx="30"/>
          </p:nvPr>
        </p:nvSpPr>
        <p:spPr>
          <a:xfrm>
            <a:off x="1172348" y="224793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34" name="머리칸"/>
          <p:cNvSpPr/>
          <p:nvPr/>
        </p:nvSpPr>
        <p:spPr>
          <a:xfrm>
            <a:off x="3049565" y="224793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5" name="머리칸"/>
          <p:cNvSpPr>
            <a:spLocks noGrp="1"/>
          </p:cNvSpPr>
          <p:nvPr>
            <p:ph type="body" sz="quarter" idx="31"/>
          </p:nvPr>
        </p:nvSpPr>
        <p:spPr>
          <a:xfrm>
            <a:off x="3049565" y="224793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36" name="머리칸"/>
          <p:cNvSpPr/>
          <p:nvPr/>
        </p:nvSpPr>
        <p:spPr>
          <a:xfrm>
            <a:off x="4926783" y="224793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7" name="머리칸"/>
          <p:cNvSpPr>
            <a:spLocks noGrp="1"/>
          </p:cNvSpPr>
          <p:nvPr>
            <p:ph type="body" sz="quarter" idx="32"/>
          </p:nvPr>
        </p:nvSpPr>
        <p:spPr>
          <a:xfrm>
            <a:off x="4926783" y="224793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3"/>
          </p:nvPr>
        </p:nvSpPr>
        <p:spPr>
          <a:xfrm>
            <a:off x="1183304" y="2488977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4"/>
          </p:nvPr>
        </p:nvSpPr>
        <p:spPr>
          <a:xfrm>
            <a:off x="3060522" y="2488977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cxnSp>
        <p:nvCxnSpPr>
          <p:cNvPr id="40" name="Connector 27"/>
          <p:cNvCxnSpPr/>
          <p:nvPr/>
        </p:nvCxnSpPr>
        <p:spPr>
          <a:xfrm>
            <a:off x="3049565" y="2521847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칸 본문"/>
          <p:cNvSpPr>
            <a:spLocks noGrp="1"/>
          </p:cNvSpPr>
          <p:nvPr>
            <p:ph type="body" sz="quarter" idx="35"/>
          </p:nvPr>
        </p:nvSpPr>
        <p:spPr>
          <a:xfrm>
            <a:off x="4937739" y="2488977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cxnSp>
        <p:nvCxnSpPr>
          <p:cNvPr id="42" name="Connector 29"/>
          <p:cNvCxnSpPr/>
          <p:nvPr/>
        </p:nvCxnSpPr>
        <p:spPr>
          <a:xfrm>
            <a:off x="4926783" y="2521847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18 환경분석 + 칸 안 라벨 소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라벨 박스"/>
          <p:cNvSpPr/>
          <p:nvPr/>
        </p:nvSpPr>
        <p:spPr>
          <a:xfrm>
            <a:off x="723130" y="777913"/>
            <a:ext cx="6300000" cy="17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레일"/>
          <p:cNvSpPr/>
          <p:nvPr/>
        </p:nvSpPr>
        <p:spPr>
          <a:xfrm>
            <a:off x="734087" y="788870"/>
            <a:ext cx="591652" cy="172386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1" name="레일"/>
          <p:cNvSpPr>
            <a:spLocks noGrp="1"/>
          </p:cNvSpPr>
          <p:nvPr>
            <p:ph type="body" sz="quarter" idx="20"/>
          </p:nvPr>
        </p:nvSpPr>
        <p:spPr>
          <a:xfrm>
            <a:off x="734087" y="788870"/>
            <a:ext cx="591652" cy="172386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2" name="머리칸"/>
          <p:cNvSpPr/>
          <p:nvPr/>
        </p:nvSpPr>
        <p:spPr>
          <a:xfrm>
            <a:off x="1358609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" name="머리칸"/>
          <p:cNvSpPr>
            <a:spLocks noGrp="1"/>
          </p:cNvSpPr>
          <p:nvPr>
            <p:ph type="body" sz="quarter" idx="21"/>
          </p:nvPr>
        </p:nvSpPr>
        <p:spPr>
          <a:xfrm>
            <a:off x="1358609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4" name="머리칸"/>
          <p:cNvSpPr/>
          <p:nvPr/>
        </p:nvSpPr>
        <p:spPr>
          <a:xfrm>
            <a:off x="3235826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5" name="머리칸"/>
          <p:cNvSpPr>
            <a:spLocks noGrp="1"/>
          </p:cNvSpPr>
          <p:nvPr>
            <p:ph type="body" sz="quarter" idx="22"/>
          </p:nvPr>
        </p:nvSpPr>
        <p:spPr>
          <a:xfrm>
            <a:off x="3235826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16" name="머리칸"/>
          <p:cNvSpPr/>
          <p:nvPr/>
        </p:nvSpPr>
        <p:spPr>
          <a:xfrm>
            <a:off x="5113043" y="805304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7" name="머리칸"/>
          <p:cNvSpPr>
            <a:spLocks noGrp="1"/>
          </p:cNvSpPr>
          <p:nvPr>
            <p:ph type="body" sz="quarter" idx="23"/>
          </p:nvPr>
        </p:nvSpPr>
        <p:spPr>
          <a:xfrm>
            <a:off x="5113043" y="805304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1369565" y="1046348"/>
            <a:ext cx="1855304" cy="146091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3법에 따른 출산·양육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장기재직휴가·임신검진동행휴가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국정과제에 따른 안전일터 조성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5"/>
          </p:nvPr>
        </p:nvSpPr>
        <p:spPr>
          <a:xfrm>
            <a:off x="3246783" y="1046348"/>
            <a:ext cx="1855304" cy="146091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질적인 근로조건 개선 성과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노력 지속 필요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3235826" y="1079217"/>
            <a:ext cx="0" cy="139517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레일"/>
          <p:cNvSpPr/>
          <p:nvPr/>
        </p:nvSpPr>
        <p:spPr>
          <a:xfrm>
            <a:off x="5134957" y="1057304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2" name="레일"/>
          <p:cNvSpPr>
            <a:spLocks noGrp="1"/>
          </p:cNvSpPr>
          <p:nvPr>
            <p:ph type="body" sz="quarter" idx="26"/>
          </p:nvPr>
        </p:nvSpPr>
        <p:spPr>
          <a:xfrm>
            <a:off x="5134957" y="1057304"/>
            <a:ext cx="525913" cy="70306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23" name="소행 본문"/>
          <p:cNvSpPr>
            <a:spLocks noGrp="1"/>
          </p:cNvSpPr>
          <p:nvPr>
            <p:ph type="body" sz="quarter" idx="27"/>
          </p:nvPr>
        </p:nvSpPr>
        <p:spPr>
          <a:xfrm>
            <a:off x="5682783" y="1057304"/>
            <a:ext cx="1296522" cy="70306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등 생활밀착 지원</a:t>
            </a:r>
          </a:p>
        </p:txBody>
      </p:sp>
      <p:cxnSp>
        <p:nvCxnSpPr>
          <p:cNvPr id="24" name="Connector 13"/>
          <p:cNvCxnSpPr/>
          <p:nvPr/>
        </p:nvCxnSpPr>
        <p:spPr>
          <a:xfrm>
            <a:off x="5134957" y="1771325"/>
            <a:ext cx="183339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레일"/>
          <p:cNvSpPr/>
          <p:nvPr/>
        </p:nvSpPr>
        <p:spPr>
          <a:xfrm>
            <a:off x="5134957" y="1776803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레일"/>
          <p:cNvSpPr>
            <a:spLocks noGrp="1"/>
          </p:cNvSpPr>
          <p:nvPr>
            <p:ph type="body" sz="quarter" idx="28"/>
          </p:nvPr>
        </p:nvSpPr>
        <p:spPr>
          <a:xfrm>
            <a:off x="5134957" y="1776803"/>
            <a:ext cx="525913" cy="70306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7" name="소행 본문"/>
          <p:cNvSpPr>
            <a:spLocks noGrp="1"/>
          </p:cNvSpPr>
          <p:nvPr>
            <p:ph type="body" sz="quarter" idx="29"/>
          </p:nvPr>
        </p:nvSpPr>
        <p:spPr>
          <a:xfrm>
            <a:off x="5682783" y="1776803"/>
            <a:ext cx="1296522" cy="70306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 관리</a:t>
            </a:r>
          </a:p>
        </p:txBody>
      </p:sp>
      <p:cxnSp>
        <p:nvCxnSpPr>
          <p:cNvPr id="28" name="Connector 16"/>
          <p:cNvCxnSpPr/>
          <p:nvPr/>
        </p:nvCxnSpPr>
        <p:spPr>
          <a:xfrm>
            <a:off x="5113043" y="1079217"/>
            <a:ext cx="0" cy="139517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라벨 박스"/>
          <p:cNvSpPr/>
          <p:nvPr/>
        </p:nvSpPr>
        <p:spPr>
          <a:xfrm>
            <a:off x="723130" y="2578477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레일"/>
          <p:cNvSpPr/>
          <p:nvPr/>
        </p:nvSpPr>
        <p:spPr>
          <a:xfrm>
            <a:off x="734087" y="2589433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1" name="레일"/>
          <p:cNvSpPr>
            <a:spLocks noGrp="1"/>
          </p:cNvSpPr>
          <p:nvPr>
            <p:ph type="body" sz="quarter" idx="30"/>
          </p:nvPr>
        </p:nvSpPr>
        <p:spPr>
          <a:xfrm>
            <a:off x="734087" y="2589433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32" name="가운데 글"/>
          <p:cNvSpPr>
            <a:spLocks noGrp="1"/>
          </p:cNvSpPr>
          <p:nvPr>
            <p:ph type="body" sz="quarter" idx="31"/>
          </p:nvPr>
        </p:nvSpPr>
        <p:spPr>
          <a:xfrm>
            <a:off x="1358609" y="2594911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33" name="가운데 글"/>
          <p:cNvSpPr>
            <a:spLocks noGrp="1"/>
          </p:cNvSpPr>
          <p:nvPr>
            <p:ph type="body" sz="quarter" idx="32"/>
          </p:nvPr>
        </p:nvSpPr>
        <p:spPr>
          <a:xfrm>
            <a:off x="3235826" y="2594911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cxnSp>
        <p:nvCxnSpPr>
          <p:cNvPr id="34" name="Connector 21"/>
          <p:cNvCxnSpPr/>
          <p:nvPr/>
        </p:nvCxnSpPr>
        <p:spPr>
          <a:xfrm>
            <a:off x="3235826" y="2633259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35" name="가운데 글"/>
          <p:cNvSpPr>
            <a:spLocks noGrp="1"/>
          </p:cNvSpPr>
          <p:nvPr>
            <p:ph type="body" sz="quarter" idx="33"/>
          </p:nvPr>
        </p:nvSpPr>
        <p:spPr>
          <a:xfrm>
            <a:off x="5113043" y="2594911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cxnSp>
        <p:nvCxnSpPr>
          <p:cNvPr id="36" name="Connector 23"/>
          <p:cNvCxnSpPr/>
          <p:nvPr/>
        </p:nvCxnSpPr>
        <p:spPr>
          <a:xfrm>
            <a:off x="5113043" y="2633259"/>
            <a:ext cx="0" cy="180783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37" name="라벨 박스"/>
          <p:cNvSpPr/>
          <p:nvPr/>
        </p:nvSpPr>
        <p:spPr>
          <a:xfrm>
            <a:off x="723130" y="2923607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734087" y="2934563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4"/>
          </p:nvPr>
        </p:nvSpPr>
        <p:spPr>
          <a:xfrm>
            <a:off x="734087" y="2934563"/>
            <a:ext cx="591652" cy="62179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5"/>
          </p:nvPr>
        </p:nvSpPr>
        <p:spPr>
          <a:xfrm>
            <a:off x="1369565" y="294004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6"/>
          </p:nvPr>
        </p:nvSpPr>
        <p:spPr>
          <a:xfrm>
            <a:off x="3246783" y="294004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cxnSp>
        <p:nvCxnSpPr>
          <p:cNvPr id="42" name="Connector 28"/>
          <p:cNvCxnSpPr/>
          <p:nvPr/>
        </p:nvCxnSpPr>
        <p:spPr>
          <a:xfrm>
            <a:off x="3235826" y="2972911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5124000" y="294004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  <p:cxnSp>
        <p:nvCxnSpPr>
          <p:cNvPr id="44" name="Connector 30"/>
          <p:cNvCxnSpPr/>
          <p:nvPr/>
        </p:nvCxnSpPr>
        <p:spPr>
          <a:xfrm>
            <a:off x="5113043" y="2972911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19 두 갈래 패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패널 외곽"/>
          <p:cNvSpPr/>
          <p:nvPr/>
        </p:nvSpPr>
        <p:spPr>
          <a:xfrm>
            <a:off x="536870" y="766957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패널 머리"/>
          <p:cNvSpPr/>
          <p:nvPr/>
        </p:nvSpPr>
        <p:spPr>
          <a:xfrm>
            <a:off x="536870" y="76695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2" name="패널 머리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13" name="레일"/>
          <p:cNvSpPr/>
          <p:nvPr/>
        </p:nvSpPr>
        <p:spPr>
          <a:xfrm>
            <a:off x="569739" y="1040870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4" name="레일"/>
          <p:cNvSpPr>
            <a:spLocks noGrp="1"/>
          </p:cNvSpPr>
          <p:nvPr>
            <p:ph type="body" sz="quarter" idx="21"/>
          </p:nvPr>
        </p:nvSpPr>
        <p:spPr>
          <a:xfrm>
            <a:off x="569739" y="1040870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5" name="패널 본문"/>
          <p:cNvSpPr>
            <a:spLocks noGrp="1"/>
          </p:cNvSpPr>
          <p:nvPr>
            <p:ph type="body" sz="quarter" idx="22"/>
          </p:nvPr>
        </p:nvSpPr>
        <p:spPr>
          <a:xfrm>
            <a:off x="1243565" y="1029913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16" name="Connector 10"/>
          <p:cNvCxnSpPr/>
          <p:nvPr/>
        </p:nvCxnSpPr>
        <p:spPr>
          <a:xfrm>
            <a:off x="1243565" y="1466358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7" name="레일"/>
          <p:cNvSpPr/>
          <p:nvPr/>
        </p:nvSpPr>
        <p:spPr>
          <a:xfrm>
            <a:off x="569739" y="1477315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569739" y="1477315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19" name="패널 본문"/>
          <p:cNvSpPr>
            <a:spLocks noGrp="1"/>
          </p:cNvSpPr>
          <p:nvPr>
            <p:ph type="body" sz="quarter" idx="24"/>
          </p:nvPr>
        </p:nvSpPr>
        <p:spPr>
          <a:xfrm>
            <a:off x="1243565" y="1466358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20" name="Connector 13"/>
          <p:cNvCxnSpPr/>
          <p:nvPr/>
        </p:nvCxnSpPr>
        <p:spPr>
          <a:xfrm>
            <a:off x="1243565" y="1902803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레일"/>
          <p:cNvSpPr/>
          <p:nvPr/>
        </p:nvSpPr>
        <p:spPr>
          <a:xfrm>
            <a:off x="569739" y="1913760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2" name="레일"/>
          <p:cNvSpPr>
            <a:spLocks noGrp="1"/>
          </p:cNvSpPr>
          <p:nvPr>
            <p:ph type="body" sz="quarter" idx="25"/>
          </p:nvPr>
        </p:nvSpPr>
        <p:spPr>
          <a:xfrm>
            <a:off x="569739" y="1913760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3" name="패널 본문"/>
          <p:cNvSpPr>
            <a:spLocks noGrp="1"/>
          </p:cNvSpPr>
          <p:nvPr>
            <p:ph type="body" sz="quarter" idx="26"/>
          </p:nvPr>
        </p:nvSpPr>
        <p:spPr>
          <a:xfrm>
            <a:off x="1243565" y="1902803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cxnSp>
        <p:nvCxnSpPr>
          <p:cNvPr id="24" name="Connector 16"/>
          <p:cNvCxnSpPr/>
          <p:nvPr/>
        </p:nvCxnSpPr>
        <p:spPr>
          <a:xfrm>
            <a:off x="1243565" y="2339249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5" name="레일"/>
          <p:cNvSpPr/>
          <p:nvPr/>
        </p:nvSpPr>
        <p:spPr>
          <a:xfrm>
            <a:off x="569739" y="2350205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레일"/>
          <p:cNvSpPr>
            <a:spLocks noGrp="1"/>
          </p:cNvSpPr>
          <p:nvPr>
            <p:ph type="body" sz="quarter" idx="27"/>
          </p:nvPr>
        </p:nvSpPr>
        <p:spPr>
          <a:xfrm>
            <a:off x="569739" y="2350205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27" name="패널 본문"/>
          <p:cNvSpPr>
            <a:spLocks noGrp="1"/>
          </p:cNvSpPr>
          <p:nvPr>
            <p:ph type="body" sz="quarter" idx="28"/>
          </p:nvPr>
        </p:nvSpPr>
        <p:spPr>
          <a:xfrm>
            <a:off x="1243565" y="2339249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28" name="패널 외곽"/>
          <p:cNvSpPr/>
          <p:nvPr/>
        </p:nvSpPr>
        <p:spPr>
          <a:xfrm>
            <a:off x="3711522" y="766957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패널 머리"/>
          <p:cNvSpPr/>
          <p:nvPr/>
        </p:nvSpPr>
        <p:spPr>
          <a:xfrm>
            <a:off x="3711522" y="76695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0" name="패널 머리"/>
          <p:cNvSpPr>
            <a:spLocks noGrp="1"/>
          </p:cNvSpPr>
          <p:nvPr>
            <p:ph type="body" sz="quarter" idx="29"/>
          </p:nvPr>
        </p:nvSpPr>
        <p:spPr>
          <a:xfrm>
            <a:off x="3711522" y="76695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31" name="레일"/>
          <p:cNvSpPr/>
          <p:nvPr/>
        </p:nvSpPr>
        <p:spPr>
          <a:xfrm>
            <a:off x="3744391" y="1040870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레일"/>
          <p:cNvSpPr>
            <a:spLocks noGrp="1"/>
          </p:cNvSpPr>
          <p:nvPr>
            <p:ph type="body" sz="quarter" idx="30"/>
          </p:nvPr>
        </p:nvSpPr>
        <p:spPr>
          <a:xfrm>
            <a:off x="3744391" y="1040870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33" name="패널 본문"/>
          <p:cNvSpPr>
            <a:spLocks noGrp="1"/>
          </p:cNvSpPr>
          <p:nvPr>
            <p:ph type="body" sz="quarter" idx="31"/>
          </p:nvPr>
        </p:nvSpPr>
        <p:spPr>
          <a:xfrm>
            <a:off x="4599000" y="1029913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34" name="Connector 23"/>
          <p:cNvCxnSpPr/>
          <p:nvPr/>
        </p:nvCxnSpPr>
        <p:spPr>
          <a:xfrm>
            <a:off x="4599000" y="1466358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레일"/>
          <p:cNvSpPr/>
          <p:nvPr/>
        </p:nvSpPr>
        <p:spPr>
          <a:xfrm>
            <a:off x="3744391" y="1477315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6" name="레일"/>
          <p:cNvSpPr>
            <a:spLocks noGrp="1"/>
          </p:cNvSpPr>
          <p:nvPr>
            <p:ph type="body" sz="quarter" idx="32"/>
          </p:nvPr>
        </p:nvSpPr>
        <p:spPr>
          <a:xfrm>
            <a:off x="3744391" y="1477315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37" name="패널 본문"/>
          <p:cNvSpPr>
            <a:spLocks noGrp="1"/>
          </p:cNvSpPr>
          <p:nvPr>
            <p:ph type="body" sz="quarter" idx="33"/>
          </p:nvPr>
        </p:nvSpPr>
        <p:spPr>
          <a:xfrm>
            <a:off x="4599000" y="1466358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38" name="Connector 26"/>
          <p:cNvCxnSpPr/>
          <p:nvPr/>
        </p:nvCxnSpPr>
        <p:spPr>
          <a:xfrm>
            <a:off x="4599000" y="1902803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9" name="레일"/>
          <p:cNvSpPr/>
          <p:nvPr/>
        </p:nvSpPr>
        <p:spPr>
          <a:xfrm>
            <a:off x="3744391" y="1913760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레일"/>
          <p:cNvSpPr>
            <a:spLocks noGrp="1"/>
          </p:cNvSpPr>
          <p:nvPr>
            <p:ph type="body" sz="quarter" idx="34"/>
          </p:nvPr>
        </p:nvSpPr>
        <p:spPr>
          <a:xfrm>
            <a:off x="3744391" y="1913760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41" name="패널 본문"/>
          <p:cNvSpPr>
            <a:spLocks noGrp="1"/>
          </p:cNvSpPr>
          <p:nvPr>
            <p:ph type="body" sz="quarter" idx="35"/>
          </p:nvPr>
        </p:nvSpPr>
        <p:spPr>
          <a:xfrm>
            <a:off x="4599000" y="1902803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cxnSp>
        <p:nvCxnSpPr>
          <p:cNvPr id="42" name="Connector 29"/>
          <p:cNvCxnSpPr/>
          <p:nvPr/>
        </p:nvCxnSpPr>
        <p:spPr>
          <a:xfrm>
            <a:off x="4599000" y="2339249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레일"/>
          <p:cNvSpPr/>
          <p:nvPr/>
        </p:nvSpPr>
        <p:spPr>
          <a:xfrm>
            <a:off x="3744391" y="2350205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4" name="레일"/>
          <p:cNvSpPr>
            <a:spLocks noGrp="1"/>
          </p:cNvSpPr>
          <p:nvPr>
            <p:ph type="body" sz="quarter" idx="36"/>
          </p:nvPr>
        </p:nvSpPr>
        <p:spPr>
          <a:xfrm>
            <a:off x="3744391" y="2350205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45" name="패널 본문"/>
          <p:cNvSpPr>
            <a:spLocks noGrp="1"/>
          </p:cNvSpPr>
          <p:nvPr>
            <p:ph type="body" sz="quarter" idx="37"/>
          </p:nvPr>
        </p:nvSpPr>
        <p:spPr>
          <a:xfrm>
            <a:off x="4599000" y="2339249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20 3분할 패널 + 요약 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패널 외곽"/>
          <p:cNvSpPr/>
          <p:nvPr/>
        </p:nvSpPr>
        <p:spPr>
          <a:xfrm>
            <a:off x="723130" y="77791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패널 머리"/>
          <p:cNvSpPr/>
          <p:nvPr/>
        </p:nvSpPr>
        <p:spPr>
          <a:xfrm>
            <a:off x="723130" y="77791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1" name="패널 머리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12" name="패널 본문"/>
          <p:cNvSpPr>
            <a:spLocks noGrp="1"/>
          </p:cNvSpPr>
          <p:nvPr>
            <p:ph type="body" sz="quarter" idx="21"/>
          </p:nvPr>
        </p:nvSpPr>
        <p:spPr>
          <a:xfrm>
            <a:off x="745043" y="1018957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이동식 에어컨 보급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장례서비스 지원 확대(배우자상 포함)</a:t>
            </a:r>
          </a:p>
        </p:txBody>
      </p:sp>
      <p:sp>
        <p:nvSpPr>
          <p:cNvPr id="13" name="요약 바"/>
          <p:cNvSpPr/>
          <p:nvPr/>
        </p:nvSpPr>
        <p:spPr>
          <a:xfrm>
            <a:off x="745043" y="1760369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4" name="요약 바"/>
          <p:cNvSpPr>
            <a:spLocks noGrp="1"/>
          </p:cNvSpPr>
          <p:nvPr>
            <p:ph type="body" sz="quarter" idx="22"/>
          </p:nvPr>
        </p:nvSpPr>
        <p:spPr>
          <a:xfrm>
            <a:off x="745043" y="1760369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15" name="패널 외곽"/>
          <p:cNvSpPr/>
          <p:nvPr/>
        </p:nvSpPr>
        <p:spPr>
          <a:xfrm>
            <a:off x="2837739" y="77791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패널 머리"/>
          <p:cNvSpPr/>
          <p:nvPr/>
        </p:nvSpPr>
        <p:spPr>
          <a:xfrm>
            <a:off x="2837739" y="77791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7" name="패널 머리"/>
          <p:cNvSpPr>
            <a:spLocks noGrp="1"/>
          </p:cNvSpPr>
          <p:nvPr>
            <p:ph type="body" sz="quarter" idx="23"/>
          </p:nvPr>
        </p:nvSpPr>
        <p:spPr>
          <a:xfrm>
            <a:off x="2837739" y="77791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18" name="패널 본문"/>
          <p:cNvSpPr>
            <a:spLocks noGrp="1"/>
          </p:cNvSpPr>
          <p:nvPr>
            <p:ph type="body" sz="quarter" idx="24"/>
          </p:nvPr>
        </p:nvSpPr>
        <p:spPr>
          <a:xfrm>
            <a:off x="2859652" y="1018957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신설(둘째 50, 셋째 100만)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3법·임신검진동행휴가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자녀초청행사, 가족 동반 퇴임식 개최</a:t>
            </a:r>
          </a:p>
        </p:txBody>
      </p:sp>
      <p:sp>
        <p:nvSpPr>
          <p:cNvPr id="19" name="요약 바"/>
          <p:cNvSpPr/>
          <p:nvPr/>
        </p:nvSpPr>
        <p:spPr>
          <a:xfrm>
            <a:off x="2859652" y="1760369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0" name="요약 바"/>
          <p:cNvSpPr>
            <a:spLocks noGrp="1"/>
          </p:cNvSpPr>
          <p:nvPr>
            <p:ph type="body" sz="quarter" idx="25"/>
          </p:nvPr>
        </p:nvSpPr>
        <p:spPr>
          <a:xfrm>
            <a:off x="2859652" y="1760369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21" name="패널 외곽"/>
          <p:cNvSpPr/>
          <p:nvPr/>
        </p:nvSpPr>
        <p:spPr>
          <a:xfrm>
            <a:off x="4952348" y="77791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패널 머리"/>
          <p:cNvSpPr/>
          <p:nvPr/>
        </p:nvSpPr>
        <p:spPr>
          <a:xfrm>
            <a:off x="4952348" y="77791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3" name="패널 머리"/>
          <p:cNvSpPr>
            <a:spLocks noGrp="1"/>
          </p:cNvSpPr>
          <p:nvPr>
            <p:ph type="body" sz="quarter" idx="26"/>
          </p:nvPr>
        </p:nvSpPr>
        <p:spPr>
          <a:xfrm>
            <a:off x="4952348" y="77791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24" name="패널 본문"/>
          <p:cNvSpPr>
            <a:spLocks noGrp="1"/>
          </p:cNvSpPr>
          <p:nvPr>
            <p:ph type="body" sz="quarter" idx="27"/>
          </p:nvPr>
        </p:nvSpPr>
        <p:spPr>
          <a:xfrm>
            <a:off x="4974261" y="1018957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 공사(8개소)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40년↑ 청사 안전진단·컨설팅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직무스트레스 조사 및 사후관리 실시</a:t>
            </a:r>
          </a:p>
        </p:txBody>
      </p:sp>
      <p:sp>
        <p:nvSpPr>
          <p:cNvPr id="25" name="요약 바"/>
          <p:cNvSpPr/>
          <p:nvPr/>
        </p:nvSpPr>
        <p:spPr>
          <a:xfrm>
            <a:off x="4974261" y="1760369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6" name="요약 바"/>
          <p:cNvSpPr>
            <a:spLocks noGrp="1"/>
          </p:cNvSpPr>
          <p:nvPr>
            <p:ph type="body" sz="quarter" idx="28"/>
          </p:nvPr>
        </p:nvSpPr>
        <p:spPr>
          <a:xfrm>
            <a:off x="4974261" y="1760369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21 실적 구분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22 핵심성과 한 줄 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핵심성과 박스"/>
          <p:cNvSpPr/>
          <p:nvPr/>
        </p:nvSpPr>
        <p:spPr>
          <a:xfrm>
            <a:off x="723130" y="777913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핵심성과 라벨"/>
          <p:cNvSpPr/>
          <p:nvPr/>
        </p:nvSpPr>
        <p:spPr>
          <a:xfrm>
            <a:off x="756000" y="816261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11" name="핵심성과 라벨"/>
          <p:cNvSpPr>
            <a:spLocks noGrp="1"/>
          </p:cNvSpPr>
          <p:nvPr>
            <p:ph type="body" sz="quarter" idx="20"/>
          </p:nvPr>
        </p:nvSpPr>
        <p:spPr>
          <a:xfrm>
            <a:off x="756000" y="816261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2" name="핵심성과 문구"/>
          <p:cNvSpPr>
            <a:spLocks noGrp="1"/>
          </p:cNvSpPr>
          <p:nvPr>
            <p:ph type="body" sz="quarter" idx="21"/>
          </p:nvPr>
        </p:nvSpPr>
        <p:spPr>
          <a:xfrm>
            <a:off x="1501043" y="794348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RL23 핵심성과 두 줄 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핵심성과 박스"/>
          <p:cNvSpPr/>
          <p:nvPr/>
        </p:nvSpPr>
        <p:spPr>
          <a:xfrm>
            <a:off x="536870" y="766957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핵심성과 라벨"/>
          <p:cNvSpPr/>
          <p:nvPr/>
        </p:nvSpPr>
        <p:spPr>
          <a:xfrm>
            <a:off x="569739" y="799826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2" name="핵심성과 라벨"/>
          <p:cNvSpPr>
            <a:spLocks noGrp="1"/>
          </p:cNvSpPr>
          <p:nvPr>
            <p:ph type="body" sz="quarter" idx="20"/>
          </p:nvPr>
        </p:nvSpPr>
        <p:spPr>
          <a:xfrm>
            <a:off x="569739" y="799826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3" name="핵심성과 문구"/>
          <p:cNvSpPr>
            <a:spLocks noGrp="1"/>
          </p:cNvSpPr>
          <p:nvPr>
            <p:ph type="body" sz="quarter" idx="21"/>
          </p:nvPr>
        </p:nvSpPr>
        <p:spPr>
          <a:xfrm>
            <a:off x="1314783" y="788870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L24 추진성과 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핵심성과 박스"/>
          <p:cNvSpPr/>
          <p:nvPr/>
        </p:nvSpPr>
        <p:spPr>
          <a:xfrm>
            <a:off x="723130" y="777913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핵심성과 라벨"/>
          <p:cNvSpPr/>
          <p:nvPr/>
        </p:nvSpPr>
        <p:spPr>
          <a:xfrm>
            <a:off x="756000" y="816261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11" name="핵심성과 라벨"/>
          <p:cNvSpPr>
            <a:spLocks noGrp="1"/>
          </p:cNvSpPr>
          <p:nvPr>
            <p:ph type="body" sz="quarter" idx="20"/>
          </p:nvPr>
        </p:nvSpPr>
        <p:spPr>
          <a:xfrm>
            <a:off x="756000" y="816261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12" name="핵심성과 문구"/>
          <p:cNvSpPr>
            <a:spLocks noGrp="1"/>
          </p:cNvSpPr>
          <p:nvPr>
            <p:ph type="body" sz="quarter" idx="21"/>
          </p:nvPr>
        </p:nvSpPr>
        <p:spPr>
          <a:xfrm>
            <a:off x="1501043" y="794348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1 전략 수립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평가내용 라벨"/>
          <p:cNvSpPr/>
          <p:nvPr/>
        </p:nvSpPr>
        <p:spPr>
          <a:xfrm>
            <a:off x="536870" y="766957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/>
        </p:txBody>
      </p:sp>
      <p:sp>
        <p:nvSpPr>
          <p:cNvPr id="11" name="평가내용 라벨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975130" cy="597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10800" bIns="108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777913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>
            <a:spLocks noGrp="1"/>
          </p:cNvSpPr>
          <p:nvPr>
            <p:ph type="body" sz="quarter" idx="21"/>
          </p:nvPr>
        </p:nvSpPr>
        <p:spPr>
          <a:xfrm>
            <a:off x="1632522" y="788870"/>
            <a:ext cx="5127652" cy="553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303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303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303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303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303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1506522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1528434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1528434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>
            <a:spLocks noGrp="1"/>
          </p:cNvSpPr>
          <p:nvPr>
            <p:ph type="body" sz="quarter" idx="22"/>
          </p:nvPr>
        </p:nvSpPr>
        <p:spPr>
          <a:xfrm>
            <a:off x="558783" y="1506522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>
            <a:spLocks noGrp="1"/>
          </p:cNvSpPr>
          <p:nvPr>
            <p:ph type="body" sz="quarter" idx="23"/>
          </p:nvPr>
        </p:nvSpPr>
        <p:spPr>
          <a:xfrm>
            <a:off x="1183304" y="1528435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24" name="형광 밑줄"/>
          <p:cNvSpPr/>
          <p:nvPr/>
        </p:nvSpPr>
        <p:spPr>
          <a:xfrm>
            <a:off x="536870" y="2087217"/>
            <a:ext cx="3107267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소제목"/>
          <p:cNvSpPr>
            <a:spLocks noGrp="1"/>
          </p:cNvSpPr>
          <p:nvPr>
            <p:ph type="body" sz="quarter" idx="24"/>
          </p:nvPr>
        </p:nvSpPr>
        <p:spPr>
          <a:xfrm>
            <a:off x="536870" y="1933826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26" name="표 외곽"/>
          <p:cNvSpPr/>
          <p:nvPr/>
        </p:nvSpPr>
        <p:spPr>
          <a:xfrm>
            <a:off x="536870" y="2218696"/>
            <a:ext cx="6300000" cy="226346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레일"/>
          <p:cNvSpPr/>
          <p:nvPr/>
        </p:nvSpPr>
        <p:spPr>
          <a:xfrm>
            <a:off x="547826" y="2235130"/>
            <a:ext cx="580696" cy="85188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8" name="레일"/>
          <p:cNvSpPr>
            <a:spLocks noGrp="1"/>
          </p:cNvSpPr>
          <p:nvPr>
            <p:ph type="body" sz="quarter" idx="25"/>
          </p:nvPr>
        </p:nvSpPr>
        <p:spPr>
          <a:xfrm>
            <a:off x="547826" y="2235130"/>
            <a:ext cx="580696" cy="85188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9" name="머리칸"/>
          <p:cNvSpPr/>
          <p:nvPr/>
        </p:nvSpPr>
        <p:spPr>
          <a:xfrm>
            <a:off x="1161391" y="2257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0" name="머리칸"/>
          <p:cNvSpPr>
            <a:spLocks noGrp="1"/>
          </p:cNvSpPr>
          <p:nvPr>
            <p:ph type="body" sz="quarter" idx="26"/>
          </p:nvPr>
        </p:nvSpPr>
        <p:spPr>
          <a:xfrm>
            <a:off x="1161391" y="22570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31" name="머리칸"/>
          <p:cNvSpPr/>
          <p:nvPr/>
        </p:nvSpPr>
        <p:spPr>
          <a:xfrm>
            <a:off x="3985435" y="2257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2" name="머리칸"/>
          <p:cNvSpPr>
            <a:spLocks noGrp="1"/>
          </p:cNvSpPr>
          <p:nvPr>
            <p:ph type="body" sz="quarter" idx="27"/>
          </p:nvPr>
        </p:nvSpPr>
        <p:spPr>
          <a:xfrm>
            <a:off x="3985435" y="22570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28"/>
          </p:nvPr>
        </p:nvSpPr>
        <p:spPr>
          <a:xfrm>
            <a:off x="1172348" y="2498087"/>
            <a:ext cx="2802130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29"/>
          </p:nvPr>
        </p:nvSpPr>
        <p:spPr>
          <a:xfrm>
            <a:off x="3996391" y="2498087"/>
            <a:ext cx="2802130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cxnSp>
        <p:nvCxnSpPr>
          <p:cNvPr id="35" name="Connector 27"/>
          <p:cNvCxnSpPr/>
          <p:nvPr/>
        </p:nvCxnSpPr>
        <p:spPr>
          <a:xfrm>
            <a:off x="3985435" y="2530957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레일"/>
          <p:cNvSpPr/>
          <p:nvPr/>
        </p:nvSpPr>
        <p:spPr>
          <a:xfrm>
            <a:off x="547826" y="3103450"/>
            <a:ext cx="580696" cy="657391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7" name="레일"/>
          <p:cNvSpPr>
            <a:spLocks noGrp="1"/>
          </p:cNvSpPr>
          <p:nvPr>
            <p:ph type="body" sz="quarter" idx="30"/>
          </p:nvPr>
        </p:nvSpPr>
        <p:spPr>
          <a:xfrm>
            <a:off x="547826" y="3103450"/>
            <a:ext cx="580696" cy="65739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8" name="레일 삼각형"/>
          <p:cNvSpPr/>
          <p:nvPr/>
        </p:nvSpPr>
        <p:spPr>
          <a:xfrm>
            <a:off x="547826" y="310345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태그"/>
          <p:cNvSpPr/>
          <p:nvPr/>
        </p:nvSpPr>
        <p:spPr>
          <a:xfrm>
            <a:off x="1161391" y="3147277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0" name="태그"/>
          <p:cNvSpPr>
            <a:spLocks noGrp="1"/>
          </p:cNvSpPr>
          <p:nvPr>
            <p:ph type="body" sz="quarter" idx="31"/>
          </p:nvPr>
        </p:nvSpPr>
        <p:spPr>
          <a:xfrm>
            <a:off x="1161391" y="3147277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41" name="태그 설명"/>
          <p:cNvSpPr>
            <a:spLocks noGrp="1"/>
          </p:cNvSpPr>
          <p:nvPr>
            <p:ph type="body" sz="quarter" idx="32"/>
          </p:nvPr>
        </p:nvSpPr>
        <p:spPr>
          <a:xfrm>
            <a:off x="2145304" y="3136320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42" name="태그"/>
          <p:cNvSpPr/>
          <p:nvPr/>
        </p:nvSpPr>
        <p:spPr>
          <a:xfrm>
            <a:off x="1161391" y="3344494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3" name="태그"/>
          <p:cNvSpPr>
            <a:spLocks noGrp="1"/>
          </p:cNvSpPr>
          <p:nvPr>
            <p:ph type="body" sz="quarter" idx="33"/>
          </p:nvPr>
        </p:nvSpPr>
        <p:spPr>
          <a:xfrm>
            <a:off x="1161391" y="3344494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44" name="태그 설명"/>
          <p:cNvSpPr>
            <a:spLocks noGrp="1"/>
          </p:cNvSpPr>
          <p:nvPr>
            <p:ph type="body" sz="quarter" idx="34"/>
          </p:nvPr>
        </p:nvSpPr>
        <p:spPr>
          <a:xfrm>
            <a:off x="2145304" y="3333537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45" name="태그"/>
          <p:cNvSpPr/>
          <p:nvPr/>
        </p:nvSpPr>
        <p:spPr>
          <a:xfrm>
            <a:off x="1161391" y="3541711"/>
            <a:ext cx="94008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태그"/>
          <p:cNvSpPr>
            <a:spLocks noGrp="1"/>
          </p:cNvSpPr>
          <p:nvPr>
            <p:ph type="body" sz="quarter" idx="35"/>
          </p:nvPr>
        </p:nvSpPr>
        <p:spPr>
          <a:xfrm>
            <a:off x="1161391" y="3541711"/>
            <a:ext cx="94008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47" name="태그 설명"/>
          <p:cNvSpPr>
            <a:spLocks noGrp="1"/>
          </p:cNvSpPr>
          <p:nvPr>
            <p:ph type="body" sz="quarter" idx="36"/>
          </p:nvPr>
        </p:nvSpPr>
        <p:spPr>
          <a:xfrm>
            <a:off x="2145304" y="3530755"/>
            <a:ext cx="466417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48" name="레일"/>
          <p:cNvSpPr/>
          <p:nvPr/>
        </p:nvSpPr>
        <p:spPr>
          <a:xfrm>
            <a:off x="547826" y="3777277"/>
            <a:ext cx="580696" cy="688445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9" name="레일"/>
          <p:cNvSpPr>
            <a:spLocks noGrp="1"/>
          </p:cNvSpPr>
          <p:nvPr>
            <p:ph type="body" sz="quarter" idx="37"/>
          </p:nvPr>
        </p:nvSpPr>
        <p:spPr>
          <a:xfrm>
            <a:off x="547826" y="3777277"/>
            <a:ext cx="580696" cy="688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50" name="레일 삼각형"/>
          <p:cNvSpPr/>
          <p:nvPr/>
        </p:nvSpPr>
        <p:spPr>
          <a:xfrm>
            <a:off x="547826" y="3777276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단계"/>
          <p:cNvSpPr/>
          <p:nvPr/>
        </p:nvSpPr>
        <p:spPr>
          <a:xfrm>
            <a:off x="1161391" y="3799190"/>
            <a:ext cx="1882696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2" name="단계"/>
          <p:cNvSpPr>
            <a:spLocks noGrp="1"/>
          </p:cNvSpPr>
          <p:nvPr>
            <p:ph type="body" sz="quarter" idx="38"/>
          </p:nvPr>
        </p:nvSpPr>
        <p:spPr>
          <a:xfrm>
            <a:off x="1161391" y="379919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53" name="단계"/>
          <p:cNvSpPr/>
          <p:nvPr/>
        </p:nvSpPr>
        <p:spPr>
          <a:xfrm>
            <a:off x="3044087" y="3799190"/>
            <a:ext cx="1882696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4" name="단계"/>
          <p:cNvSpPr>
            <a:spLocks noGrp="1"/>
          </p:cNvSpPr>
          <p:nvPr>
            <p:ph type="body" sz="quarter" idx="39"/>
          </p:nvPr>
        </p:nvSpPr>
        <p:spPr>
          <a:xfrm>
            <a:off x="3044087" y="379919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55" name="단계"/>
          <p:cNvSpPr/>
          <p:nvPr/>
        </p:nvSpPr>
        <p:spPr>
          <a:xfrm>
            <a:off x="4926783" y="3799190"/>
            <a:ext cx="1882696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6" name="단계"/>
          <p:cNvSpPr>
            <a:spLocks noGrp="1"/>
          </p:cNvSpPr>
          <p:nvPr>
            <p:ph type="body" sz="quarter" idx="40"/>
          </p:nvPr>
        </p:nvSpPr>
        <p:spPr>
          <a:xfrm>
            <a:off x="4926783" y="3799190"/>
            <a:ext cx="1882696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57" name="단계 삼각형"/>
          <p:cNvSpPr/>
          <p:nvPr/>
        </p:nvSpPr>
        <p:spPr>
          <a:xfrm>
            <a:off x="3044086" y="3799189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단계 삼각형"/>
          <p:cNvSpPr/>
          <p:nvPr/>
        </p:nvSpPr>
        <p:spPr>
          <a:xfrm>
            <a:off x="4926782" y="3799189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칸 본문"/>
          <p:cNvSpPr>
            <a:spLocks noGrp="1"/>
          </p:cNvSpPr>
          <p:nvPr>
            <p:ph type="body" sz="quarter" idx="41"/>
          </p:nvPr>
        </p:nvSpPr>
        <p:spPr>
          <a:xfrm>
            <a:off x="1172348" y="405119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60" name="칸 본문"/>
          <p:cNvSpPr>
            <a:spLocks noGrp="1"/>
          </p:cNvSpPr>
          <p:nvPr>
            <p:ph type="body" sz="quarter" idx="42"/>
          </p:nvPr>
        </p:nvSpPr>
        <p:spPr>
          <a:xfrm>
            <a:off x="3055043" y="405119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61" name="Connector 45"/>
          <p:cNvCxnSpPr/>
          <p:nvPr/>
        </p:nvCxnSpPr>
        <p:spPr>
          <a:xfrm>
            <a:off x="3044087" y="4084059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2" name="칸 본문"/>
          <p:cNvSpPr>
            <a:spLocks noGrp="1"/>
          </p:cNvSpPr>
          <p:nvPr>
            <p:ph type="body" sz="quarter" idx="43"/>
          </p:nvPr>
        </p:nvSpPr>
        <p:spPr>
          <a:xfrm>
            <a:off x="4937739" y="4051190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63" name="Connector 47"/>
          <p:cNvCxnSpPr/>
          <p:nvPr/>
        </p:nvCxnSpPr>
        <p:spPr>
          <a:xfrm>
            <a:off x="4926783" y="4084059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4" name="삼각 화살표"/>
          <p:cNvSpPr/>
          <p:nvPr/>
        </p:nvSpPr>
        <p:spPr>
          <a:xfrm>
            <a:off x="3823826" y="4525982"/>
            <a:ext cx="350608" cy="142435"/>
          </a:xfrm>
          <a:custGeom>
            <a:avLst/>
            <a:gdLst/>
            <a:ahLst/>
            <a:cxnLst/>
            <a:rect l="l" t="t" r="r" b="b"/>
            <a:pathLst>
              <a:path w="350608" h="142435">
                <a:moveTo>
                  <a:pt x="0" y="0"/>
                </a:moveTo>
                <a:lnTo>
                  <a:pt x="350608" y="0"/>
                </a:lnTo>
                <a:lnTo>
                  <a:pt x="175304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라벨 박스"/>
          <p:cNvSpPr/>
          <p:nvPr/>
        </p:nvSpPr>
        <p:spPr>
          <a:xfrm>
            <a:off x="536870" y="4750591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"/>
          <p:cNvSpPr/>
          <p:nvPr/>
        </p:nvSpPr>
        <p:spPr>
          <a:xfrm>
            <a:off x="547826" y="4761548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7" name="레일"/>
          <p:cNvSpPr>
            <a:spLocks noGrp="1"/>
          </p:cNvSpPr>
          <p:nvPr>
            <p:ph type="body" sz="quarter" idx="44"/>
          </p:nvPr>
        </p:nvSpPr>
        <p:spPr>
          <a:xfrm>
            <a:off x="547826" y="4761548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68" name="강조 바"/>
          <p:cNvSpPr/>
          <p:nvPr/>
        </p:nvSpPr>
        <p:spPr>
          <a:xfrm>
            <a:off x="1172348" y="4783461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강조 바 글"/>
          <p:cNvSpPr>
            <a:spLocks noGrp="1"/>
          </p:cNvSpPr>
          <p:nvPr>
            <p:ph type="body" sz="quarter" idx="45"/>
          </p:nvPr>
        </p:nvSpPr>
        <p:spPr>
          <a:xfrm>
            <a:off x="1172348" y="4783461"/>
            <a:ext cx="5631652" cy="22917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70" name="라벨 박스"/>
          <p:cNvSpPr/>
          <p:nvPr/>
        </p:nvSpPr>
        <p:spPr>
          <a:xfrm>
            <a:off x="536870" y="5100292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레일"/>
          <p:cNvSpPr/>
          <p:nvPr/>
        </p:nvSpPr>
        <p:spPr>
          <a:xfrm>
            <a:off x="547826" y="511124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2" name="레일"/>
          <p:cNvSpPr>
            <a:spLocks noGrp="1"/>
          </p:cNvSpPr>
          <p:nvPr>
            <p:ph type="body" sz="quarter" idx="46"/>
          </p:nvPr>
        </p:nvSpPr>
        <p:spPr>
          <a:xfrm>
            <a:off x="547826" y="5111249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73" name="가운데 글"/>
          <p:cNvSpPr>
            <a:spLocks noGrp="1"/>
          </p:cNvSpPr>
          <p:nvPr>
            <p:ph type="body" sz="quarter" idx="47"/>
          </p:nvPr>
        </p:nvSpPr>
        <p:spPr>
          <a:xfrm>
            <a:off x="1172348" y="5116727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74" name="가운데 글"/>
          <p:cNvSpPr>
            <a:spLocks noGrp="1"/>
          </p:cNvSpPr>
          <p:nvPr>
            <p:ph type="body" sz="quarter" idx="48"/>
          </p:nvPr>
        </p:nvSpPr>
        <p:spPr>
          <a:xfrm>
            <a:off x="3049565" y="5116727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75" name="Connector 57"/>
          <p:cNvCxnSpPr/>
          <p:nvPr/>
        </p:nvCxnSpPr>
        <p:spPr>
          <a:xfrm>
            <a:off x="3049565" y="5155075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76" name="가운데 글"/>
          <p:cNvSpPr>
            <a:spLocks noGrp="1"/>
          </p:cNvSpPr>
          <p:nvPr>
            <p:ph type="body" sz="quarter" idx="49"/>
          </p:nvPr>
        </p:nvSpPr>
        <p:spPr>
          <a:xfrm>
            <a:off x="4926783" y="5116727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77" name="Connector 59"/>
          <p:cNvCxnSpPr/>
          <p:nvPr/>
        </p:nvCxnSpPr>
        <p:spPr>
          <a:xfrm>
            <a:off x="4926783" y="5155075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78" name="라벨 박스"/>
          <p:cNvSpPr/>
          <p:nvPr/>
        </p:nvSpPr>
        <p:spPr>
          <a:xfrm>
            <a:off x="536870" y="5445423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레일"/>
          <p:cNvSpPr/>
          <p:nvPr/>
        </p:nvSpPr>
        <p:spPr>
          <a:xfrm>
            <a:off x="547826" y="5456379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0" name="레일"/>
          <p:cNvSpPr>
            <a:spLocks noGrp="1"/>
          </p:cNvSpPr>
          <p:nvPr>
            <p:ph type="body" sz="quarter" idx="50"/>
          </p:nvPr>
        </p:nvSpPr>
        <p:spPr>
          <a:xfrm>
            <a:off x="547826" y="5456379"/>
            <a:ext cx="591652" cy="62179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81" name="칸 본문"/>
          <p:cNvSpPr>
            <a:spLocks noGrp="1"/>
          </p:cNvSpPr>
          <p:nvPr>
            <p:ph type="body" sz="quarter" idx="51"/>
          </p:nvPr>
        </p:nvSpPr>
        <p:spPr>
          <a:xfrm>
            <a:off x="1183304" y="5461857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82" name="칸 본문"/>
          <p:cNvSpPr>
            <a:spLocks noGrp="1"/>
          </p:cNvSpPr>
          <p:nvPr>
            <p:ph type="body" sz="quarter" idx="52"/>
          </p:nvPr>
        </p:nvSpPr>
        <p:spPr>
          <a:xfrm>
            <a:off x="3060522" y="5461857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cxnSp>
        <p:nvCxnSpPr>
          <p:cNvPr id="83" name="Connector 64"/>
          <p:cNvCxnSpPr/>
          <p:nvPr/>
        </p:nvCxnSpPr>
        <p:spPr>
          <a:xfrm>
            <a:off x="3049565" y="5494727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4" name="칸 본문"/>
          <p:cNvSpPr>
            <a:spLocks noGrp="1"/>
          </p:cNvSpPr>
          <p:nvPr>
            <p:ph type="body" sz="quarter" idx="53"/>
          </p:nvPr>
        </p:nvSpPr>
        <p:spPr>
          <a:xfrm>
            <a:off x="4937739" y="5461857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cxnSp>
        <p:nvCxnSpPr>
          <p:cNvPr id="85" name="Connector 66"/>
          <p:cNvCxnSpPr/>
          <p:nvPr/>
        </p:nvCxnSpPr>
        <p:spPr>
          <a:xfrm>
            <a:off x="4926783" y="5494727"/>
            <a:ext cx="0" cy="54510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6" name="라벨 박스"/>
          <p:cNvSpPr/>
          <p:nvPr/>
        </p:nvSpPr>
        <p:spPr>
          <a:xfrm>
            <a:off x="536870" y="6143917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레일"/>
          <p:cNvSpPr/>
          <p:nvPr/>
        </p:nvSpPr>
        <p:spPr>
          <a:xfrm>
            <a:off x="547826" y="6154873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8" name="레일"/>
          <p:cNvSpPr>
            <a:spLocks noGrp="1"/>
          </p:cNvSpPr>
          <p:nvPr>
            <p:ph type="body" sz="quarter" idx="54"/>
          </p:nvPr>
        </p:nvSpPr>
        <p:spPr>
          <a:xfrm>
            <a:off x="547826" y="6154873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89" name="칸 본문"/>
          <p:cNvSpPr>
            <a:spLocks noGrp="1"/>
          </p:cNvSpPr>
          <p:nvPr>
            <p:ph type="body" sz="quarter" idx="55"/>
          </p:nvPr>
        </p:nvSpPr>
        <p:spPr>
          <a:xfrm>
            <a:off x="1183304" y="6160351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90" name="칸 본문"/>
          <p:cNvSpPr>
            <a:spLocks noGrp="1"/>
          </p:cNvSpPr>
          <p:nvPr>
            <p:ph type="body" sz="quarter" idx="56"/>
          </p:nvPr>
        </p:nvSpPr>
        <p:spPr>
          <a:xfrm>
            <a:off x="3060522" y="6160351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cxnSp>
        <p:nvCxnSpPr>
          <p:cNvPr id="91" name="Connector 71"/>
          <p:cNvCxnSpPr/>
          <p:nvPr/>
        </p:nvCxnSpPr>
        <p:spPr>
          <a:xfrm>
            <a:off x="3049565" y="6193221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2" name="칸 본문"/>
          <p:cNvSpPr>
            <a:spLocks noGrp="1"/>
          </p:cNvSpPr>
          <p:nvPr>
            <p:ph type="body" sz="quarter" idx="57"/>
          </p:nvPr>
        </p:nvSpPr>
        <p:spPr>
          <a:xfrm>
            <a:off x="4937739" y="6160351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cxnSp>
        <p:nvCxnSpPr>
          <p:cNvPr id="93" name="Connector 73"/>
          <p:cNvCxnSpPr/>
          <p:nvPr/>
        </p:nvCxnSpPr>
        <p:spPr>
          <a:xfrm>
            <a:off x="4926783" y="6193221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4" name="라벨 박스"/>
          <p:cNvSpPr/>
          <p:nvPr/>
        </p:nvSpPr>
        <p:spPr>
          <a:xfrm>
            <a:off x="536870" y="6668014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레일"/>
          <p:cNvSpPr/>
          <p:nvPr/>
        </p:nvSpPr>
        <p:spPr>
          <a:xfrm>
            <a:off x="547826" y="6678970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6" name="레일"/>
          <p:cNvSpPr>
            <a:spLocks noGrp="1"/>
          </p:cNvSpPr>
          <p:nvPr>
            <p:ph type="body" sz="quarter" idx="58"/>
          </p:nvPr>
        </p:nvSpPr>
        <p:spPr>
          <a:xfrm>
            <a:off x="547826" y="6678970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97" name="칸 본문"/>
          <p:cNvSpPr>
            <a:spLocks noGrp="1"/>
          </p:cNvSpPr>
          <p:nvPr>
            <p:ph type="body" sz="quarter" idx="59"/>
          </p:nvPr>
        </p:nvSpPr>
        <p:spPr>
          <a:xfrm>
            <a:off x="1183304" y="6684449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98" name="칸 본문"/>
          <p:cNvSpPr>
            <a:spLocks noGrp="1"/>
          </p:cNvSpPr>
          <p:nvPr>
            <p:ph type="body" sz="quarter" idx="60"/>
          </p:nvPr>
        </p:nvSpPr>
        <p:spPr>
          <a:xfrm>
            <a:off x="3060522" y="6684449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cxnSp>
        <p:nvCxnSpPr>
          <p:cNvPr id="99" name="Connector 78"/>
          <p:cNvCxnSpPr/>
          <p:nvPr/>
        </p:nvCxnSpPr>
        <p:spPr>
          <a:xfrm>
            <a:off x="3049565" y="671731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0" name="칸 본문"/>
          <p:cNvSpPr>
            <a:spLocks noGrp="1"/>
          </p:cNvSpPr>
          <p:nvPr>
            <p:ph type="body" sz="quarter" idx="61"/>
          </p:nvPr>
        </p:nvSpPr>
        <p:spPr>
          <a:xfrm>
            <a:off x="4937739" y="6684449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  <p:cxnSp>
        <p:nvCxnSpPr>
          <p:cNvPr id="101" name="Connector 80"/>
          <p:cNvCxnSpPr/>
          <p:nvPr/>
        </p:nvCxnSpPr>
        <p:spPr>
          <a:xfrm>
            <a:off x="4926783" y="6717318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2" name="핵심성과 박스"/>
          <p:cNvSpPr/>
          <p:nvPr/>
        </p:nvSpPr>
        <p:spPr>
          <a:xfrm>
            <a:off x="536870" y="7224981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핵심성과 라벨"/>
          <p:cNvSpPr/>
          <p:nvPr/>
        </p:nvSpPr>
        <p:spPr>
          <a:xfrm>
            <a:off x="569739" y="7263329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104" name="핵심성과 라벨"/>
          <p:cNvSpPr>
            <a:spLocks noGrp="1"/>
          </p:cNvSpPr>
          <p:nvPr>
            <p:ph type="body" sz="quarter" idx="62"/>
          </p:nvPr>
        </p:nvSpPr>
        <p:spPr>
          <a:xfrm>
            <a:off x="569739" y="7263329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05" name="핵심성과 문구"/>
          <p:cNvSpPr>
            <a:spLocks noGrp="1"/>
          </p:cNvSpPr>
          <p:nvPr>
            <p:ph type="body" sz="quarter" idx="63"/>
          </p:nvPr>
        </p:nvSpPr>
        <p:spPr>
          <a:xfrm>
            <a:off x="1314783" y="7241416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02 운영 현황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290529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분야별 리스크 관리</a:t>
            </a:r>
          </a:p>
        </p:txBody>
      </p:sp>
      <p:sp>
        <p:nvSpPr>
          <p:cNvPr id="11" name="태그칩"/>
          <p:cNvSpPr/>
          <p:nvPr/>
        </p:nvSpPr>
        <p:spPr>
          <a:xfrm>
            <a:off x="372703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3727032" y="810783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13" name="패널 외곽"/>
          <p:cNvSpPr/>
          <p:nvPr/>
        </p:nvSpPr>
        <p:spPr>
          <a:xfrm>
            <a:off x="723130" y="1073739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패널 머리"/>
          <p:cNvSpPr/>
          <p:nvPr/>
        </p:nvSpPr>
        <p:spPr>
          <a:xfrm>
            <a:off x="723130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5" name="패널 머리"/>
          <p:cNvSpPr>
            <a:spLocks noGrp="1"/>
          </p:cNvSpPr>
          <p:nvPr>
            <p:ph type="body" sz="quarter" idx="22"/>
          </p:nvPr>
        </p:nvSpPr>
        <p:spPr>
          <a:xfrm>
            <a:off x="723130" y="1073739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16" name="레일"/>
          <p:cNvSpPr/>
          <p:nvPr/>
        </p:nvSpPr>
        <p:spPr>
          <a:xfrm>
            <a:off x="756000" y="1347652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레일"/>
          <p:cNvSpPr>
            <a:spLocks noGrp="1"/>
          </p:cNvSpPr>
          <p:nvPr>
            <p:ph type="body" sz="quarter" idx="23"/>
          </p:nvPr>
        </p:nvSpPr>
        <p:spPr>
          <a:xfrm>
            <a:off x="756000" y="1347652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8" name="패널 본문"/>
          <p:cNvSpPr>
            <a:spLocks noGrp="1"/>
          </p:cNvSpPr>
          <p:nvPr>
            <p:ph type="body" sz="quarter" idx="24"/>
          </p:nvPr>
        </p:nvSpPr>
        <p:spPr>
          <a:xfrm>
            <a:off x="1429826" y="1336696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19" name="Connector 10"/>
          <p:cNvCxnSpPr/>
          <p:nvPr/>
        </p:nvCxnSpPr>
        <p:spPr>
          <a:xfrm>
            <a:off x="1429826" y="1773141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0" name="레일"/>
          <p:cNvSpPr/>
          <p:nvPr/>
        </p:nvSpPr>
        <p:spPr>
          <a:xfrm>
            <a:off x="756000" y="1784097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5"/>
          </p:nvPr>
        </p:nvSpPr>
        <p:spPr>
          <a:xfrm>
            <a:off x="756000" y="1784097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22" name="패널 본문"/>
          <p:cNvSpPr>
            <a:spLocks noGrp="1"/>
          </p:cNvSpPr>
          <p:nvPr>
            <p:ph type="body" sz="quarter" idx="26"/>
          </p:nvPr>
        </p:nvSpPr>
        <p:spPr>
          <a:xfrm>
            <a:off x="1429826" y="1773141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1429826" y="2209586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4" name="레일"/>
          <p:cNvSpPr/>
          <p:nvPr/>
        </p:nvSpPr>
        <p:spPr>
          <a:xfrm>
            <a:off x="756000" y="2220543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756000" y="2220543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6" name="패널 본문"/>
          <p:cNvSpPr>
            <a:spLocks noGrp="1"/>
          </p:cNvSpPr>
          <p:nvPr>
            <p:ph type="body" sz="quarter" idx="28"/>
          </p:nvPr>
        </p:nvSpPr>
        <p:spPr>
          <a:xfrm>
            <a:off x="1429826" y="2209586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cxnSp>
        <p:nvCxnSpPr>
          <p:cNvPr id="27" name="Connector 16"/>
          <p:cNvCxnSpPr/>
          <p:nvPr/>
        </p:nvCxnSpPr>
        <p:spPr>
          <a:xfrm>
            <a:off x="1429826" y="2646031"/>
            <a:ext cx="2363870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756000" y="2656988"/>
            <a:ext cx="630000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756000" y="2656988"/>
            <a:ext cx="630000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30" name="패널 본문"/>
          <p:cNvSpPr>
            <a:spLocks noGrp="1"/>
          </p:cNvSpPr>
          <p:nvPr>
            <p:ph type="body" sz="quarter" idx="30"/>
          </p:nvPr>
        </p:nvSpPr>
        <p:spPr>
          <a:xfrm>
            <a:off x="1429826" y="2646031"/>
            <a:ext cx="2385783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31" name="패널 외곽"/>
          <p:cNvSpPr/>
          <p:nvPr/>
        </p:nvSpPr>
        <p:spPr>
          <a:xfrm>
            <a:off x="3897783" y="1073739"/>
            <a:ext cx="3125348" cy="203065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패널 머리"/>
          <p:cNvSpPr/>
          <p:nvPr/>
        </p:nvSpPr>
        <p:spPr>
          <a:xfrm>
            <a:off x="3897783" y="1073739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33" name="패널 머리"/>
          <p:cNvSpPr>
            <a:spLocks noGrp="1"/>
          </p:cNvSpPr>
          <p:nvPr>
            <p:ph type="body" sz="quarter" idx="31"/>
          </p:nvPr>
        </p:nvSpPr>
        <p:spPr>
          <a:xfrm>
            <a:off x="3897783" y="1073739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34" name="레일"/>
          <p:cNvSpPr/>
          <p:nvPr/>
        </p:nvSpPr>
        <p:spPr>
          <a:xfrm>
            <a:off x="3930652" y="1347652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5" name="레일"/>
          <p:cNvSpPr>
            <a:spLocks noGrp="1"/>
          </p:cNvSpPr>
          <p:nvPr>
            <p:ph type="body" sz="quarter" idx="32"/>
          </p:nvPr>
        </p:nvSpPr>
        <p:spPr>
          <a:xfrm>
            <a:off x="3930652" y="1347652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36" name="패널 본문"/>
          <p:cNvSpPr>
            <a:spLocks noGrp="1"/>
          </p:cNvSpPr>
          <p:nvPr>
            <p:ph type="body" sz="quarter" idx="33"/>
          </p:nvPr>
        </p:nvSpPr>
        <p:spPr>
          <a:xfrm>
            <a:off x="4785261" y="1336696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37" name="Connector 23"/>
          <p:cNvCxnSpPr/>
          <p:nvPr/>
        </p:nvCxnSpPr>
        <p:spPr>
          <a:xfrm>
            <a:off x="4785261" y="1773141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레일"/>
          <p:cNvSpPr/>
          <p:nvPr/>
        </p:nvSpPr>
        <p:spPr>
          <a:xfrm>
            <a:off x="3930652" y="1784097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4"/>
          </p:nvPr>
        </p:nvSpPr>
        <p:spPr>
          <a:xfrm>
            <a:off x="3930652" y="1784097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40" name="패널 본문"/>
          <p:cNvSpPr>
            <a:spLocks noGrp="1"/>
          </p:cNvSpPr>
          <p:nvPr>
            <p:ph type="body" sz="quarter" idx="35"/>
          </p:nvPr>
        </p:nvSpPr>
        <p:spPr>
          <a:xfrm>
            <a:off x="4785261" y="1773141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41" name="Connector 26"/>
          <p:cNvCxnSpPr/>
          <p:nvPr/>
        </p:nvCxnSpPr>
        <p:spPr>
          <a:xfrm>
            <a:off x="4785261" y="2209586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2" name="레일"/>
          <p:cNvSpPr/>
          <p:nvPr/>
        </p:nvSpPr>
        <p:spPr>
          <a:xfrm>
            <a:off x="3930652" y="2220543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3" name="레일"/>
          <p:cNvSpPr>
            <a:spLocks noGrp="1"/>
          </p:cNvSpPr>
          <p:nvPr>
            <p:ph type="body" sz="quarter" idx="36"/>
          </p:nvPr>
        </p:nvSpPr>
        <p:spPr>
          <a:xfrm>
            <a:off x="3930652" y="2220543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44" name="패널 본문"/>
          <p:cNvSpPr>
            <a:spLocks noGrp="1"/>
          </p:cNvSpPr>
          <p:nvPr>
            <p:ph type="body" sz="quarter" idx="37"/>
          </p:nvPr>
        </p:nvSpPr>
        <p:spPr>
          <a:xfrm>
            <a:off x="4785261" y="2209586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cxnSp>
        <p:nvCxnSpPr>
          <p:cNvPr id="45" name="Connector 29"/>
          <p:cNvCxnSpPr/>
          <p:nvPr/>
        </p:nvCxnSpPr>
        <p:spPr>
          <a:xfrm>
            <a:off x="4785261" y="2646031"/>
            <a:ext cx="2183087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6" name="레일"/>
          <p:cNvSpPr/>
          <p:nvPr/>
        </p:nvSpPr>
        <p:spPr>
          <a:xfrm>
            <a:off x="3930652" y="2656988"/>
            <a:ext cx="810783" cy="414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7" name="레일"/>
          <p:cNvSpPr>
            <a:spLocks noGrp="1"/>
          </p:cNvSpPr>
          <p:nvPr>
            <p:ph type="body" sz="quarter" idx="38"/>
          </p:nvPr>
        </p:nvSpPr>
        <p:spPr>
          <a:xfrm>
            <a:off x="3930652" y="2656988"/>
            <a:ext cx="810783" cy="414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48" name="패널 본문"/>
          <p:cNvSpPr>
            <a:spLocks noGrp="1"/>
          </p:cNvSpPr>
          <p:nvPr>
            <p:ph type="body" sz="quarter" idx="39"/>
          </p:nvPr>
        </p:nvSpPr>
        <p:spPr>
          <a:xfrm>
            <a:off x="4785261" y="2646031"/>
            <a:ext cx="2205000" cy="436445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49" name="핵심성과 박스"/>
          <p:cNvSpPr/>
          <p:nvPr/>
        </p:nvSpPr>
        <p:spPr>
          <a:xfrm>
            <a:off x="723130" y="3192042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핵심성과 라벨"/>
          <p:cNvSpPr/>
          <p:nvPr/>
        </p:nvSpPr>
        <p:spPr>
          <a:xfrm>
            <a:off x="756000" y="3230390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51" name="핵심성과 라벨"/>
          <p:cNvSpPr>
            <a:spLocks noGrp="1"/>
          </p:cNvSpPr>
          <p:nvPr>
            <p:ph type="body" sz="quarter" idx="40"/>
          </p:nvPr>
        </p:nvSpPr>
        <p:spPr>
          <a:xfrm>
            <a:off x="756000" y="3230390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52" name="핵심성과 문구"/>
          <p:cNvSpPr>
            <a:spLocks noGrp="1"/>
          </p:cNvSpPr>
          <p:nvPr>
            <p:ph type="body" sz="quarter" idx="41"/>
          </p:nvPr>
        </p:nvSpPr>
        <p:spPr>
          <a:xfrm>
            <a:off x="1501043" y="3208477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3 현안 해결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번호 띠"/>
          <p:cNvSpPr/>
          <p:nvPr/>
        </p:nvSpPr>
        <p:spPr>
          <a:xfrm>
            <a:off x="536870" y="766957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번호 탭"/>
          <p:cNvSpPr/>
          <p:nvPr/>
        </p:nvSpPr>
        <p:spPr>
          <a:xfrm>
            <a:off x="558782" y="788869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탭 빗면"/>
          <p:cNvSpPr/>
          <p:nvPr/>
        </p:nvSpPr>
        <p:spPr>
          <a:xfrm>
            <a:off x="953217" y="788869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번호"/>
          <p:cNvSpPr>
            <a:spLocks noGrp="1"/>
          </p:cNvSpPr>
          <p:nvPr>
            <p:ph type="body" sz="quarter" idx="20"/>
          </p:nvPr>
        </p:nvSpPr>
        <p:spPr>
          <a:xfrm>
            <a:off x="558783" y="766957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4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183304" y="788870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15" name="형광 밑줄"/>
          <p:cNvSpPr/>
          <p:nvPr/>
        </p:nvSpPr>
        <p:spPr>
          <a:xfrm>
            <a:off x="536870" y="1347652"/>
            <a:ext cx="3133612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소제목"/>
          <p:cNvSpPr>
            <a:spLocks noGrp="1"/>
          </p:cNvSpPr>
          <p:nvPr>
            <p:ph type="body" sz="quarter" idx="22"/>
          </p:nvPr>
        </p:nvSpPr>
        <p:spPr>
          <a:xfrm>
            <a:off x="536870" y="1194261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17" name="태그칩"/>
          <p:cNvSpPr/>
          <p:nvPr/>
        </p:nvSpPr>
        <p:spPr>
          <a:xfrm>
            <a:off x="3769090" y="1227130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태그칩"/>
          <p:cNvSpPr>
            <a:spLocks noGrp="1"/>
          </p:cNvSpPr>
          <p:nvPr>
            <p:ph type="body" sz="quarter" idx="23"/>
          </p:nvPr>
        </p:nvSpPr>
        <p:spPr>
          <a:xfrm>
            <a:off x="3769090" y="1227130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9" name="표 외곽"/>
          <p:cNvSpPr/>
          <p:nvPr/>
        </p:nvSpPr>
        <p:spPr>
          <a:xfrm>
            <a:off x="536870" y="1479130"/>
            <a:ext cx="4716783" cy="218404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레일"/>
          <p:cNvSpPr/>
          <p:nvPr/>
        </p:nvSpPr>
        <p:spPr>
          <a:xfrm>
            <a:off x="547826" y="1495565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1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495565"/>
            <a:ext cx="580696" cy="436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22" name="본문"/>
          <p:cNvSpPr>
            <a:spLocks noGrp="1"/>
          </p:cNvSpPr>
          <p:nvPr>
            <p:ph type="body" sz="quarter" idx="25"/>
          </p:nvPr>
        </p:nvSpPr>
        <p:spPr>
          <a:xfrm>
            <a:off x="1161391" y="1517478"/>
            <a:ext cx="406487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23" name="레일"/>
          <p:cNvSpPr/>
          <p:nvPr/>
        </p:nvSpPr>
        <p:spPr>
          <a:xfrm>
            <a:off x="547826" y="1948445"/>
            <a:ext cx="580696" cy="84092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948445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547826" y="1948445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머리칸"/>
          <p:cNvSpPr/>
          <p:nvPr/>
        </p:nvSpPr>
        <p:spPr>
          <a:xfrm>
            <a:off x="1161391" y="1970358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7"/>
          </p:nvPr>
        </p:nvSpPr>
        <p:spPr>
          <a:xfrm>
            <a:off x="1161391" y="1970358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8" name="머리칸"/>
          <p:cNvSpPr/>
          <p:nvPr/>
        </p:nvSpPr>
        <p:spPr>
          <a:xfrm>
            <a:off x="3193826" y="1970358"/>
            <a:ext cx="2016000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8"/>
          </p:nvPr>
        </p:nvSpPr>
        <p:spPr>
          <a:xfrm>
            <a:off x="3193826" y="1970358"/>
            <a:ext cx="2016000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29"/>
          </p:nvPr>
        </p:nvSpPr>
        <p:spPr>
          <a:xfrm>
            <a:off x="1172348" y="2211402"/>
            <a:ext cx="2010522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0"/>
          </p:nvPr>
        </p:nvSpPr>
        <p:spPr>
          <a:xfrm>
            <a:off x="3204783" y="2211402"/>
            <a:ext cx="2010522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32" name="Connector 23"/>
          <p:cNvCxnSpPr/>
          <p:nvPr/>
        </p:nvCxnSpPr>
        <p:spPr>
          <a:xfrm>
            <a:off x="3193826" y="2244271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547826" y="2805809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1"/>
          </p:nvPr>
        </p:nvSpPr>
        <p:spPr>
          <a:xfrm>
            <a:off x="547826" y="2805809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547826" y="2805808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단계"/>
          <p:cNvSpPr/>
          <p:nvPr/>
        </p:nvSpPr>
        <p:spPr>
          <a:xfrm>
            <a:off x="1161391" y="2827722"/>
            <a:ext cx="101621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2"/>
          </p:nvPr>
        </p:nvSpPr>
        <p:spPr>
          <a:xfrm>
            <a:off x="1161391" y="2827722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38" name="단계"/>
          <p:cNvSpPr/>
          <p:nvPr/>
        </p:nvSpPr>
        <p:spPr>
          <a:xfrm>
            <a:off x="2177609" y="2827722"/>
            <a:ext cx="101621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3"/>
          </p:nvPr>
        </p:nvSpPr>
        <p:spPr>
          <a:xfrm>
            <a:off x="2177609" y="2827722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40" name="단계"/>
          <p:cNvSpPr/>
          <p:nvPr/>
        </p:nvSpPr>
        <p:spPr>
          <a:xfrm>
            <a:off x="3193826" y="2827722"/>
            <a:ext cx="1016217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1" name="단계"/>
          <p:cNvSpPr>
            <a:spLocks noGrp="1"/>
          </p:cNvSpPr>
          <p:nvPr>
            <p:ph type="body" sz="quarter" idx="34"/>
          </p:nvPr>
        </p:nvSpPr>
        <p:spPr>
          <a:xfrm>
            <a:off x="3193826" y="2827722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42" name="단계"/>
          <p:cNvSpPr/>
          <p:nvPr/>
        </p:nvSpPr>
        <p:spPr>
          <a:xfrm>
            <a:off x="4210043" y="2827722"/>
            <a:ext cx="1016217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5"/>
          </p:nvPr>
        </p:nvSpPr>
        <p:spPr>
          <a:xfrm>
            <a:off x="4210043" y="2827722"/>
            <a:ext cx="1016217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44" name="단계 삼각형"/>
          <p:cNvSpPr/>
          <p:nvPr/>
        </p:nvSpPr>
        <p:spPr>
          <a:xfrm>
            <a:off x="2177608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단계 삼각형"/>
          <p:cNvSpPr/>
          <p:nvPr/>
        </p:nvSpPr>
        <p:spPr>
          <a:xfrm>
            <a:off x="3193826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단계 삼각형"/>
          <p:cNvSpPr/>
          <p:nvPr/>
        </p:nvSpPr>
        <p:spPr>
          <a:xfrm>
            <a:off x="4210043" y="2827721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4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6"/>
          </p:nvPr>
        </p:nvSpPr>
        <p:spPr>
          <a:xfrm>
            <a:off x="1172348" y="3079722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7"/>
          </p:nvPr>
        </p:nvSpPr>
        <p:spPr>
          <a:xfrm>
            <a:off x="2188565" y="3079722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49" name="Connector 35"/>
          <p:cNvCxnSpPr/>
          <p:nvPr/>
        </p:nvCxnSpPr>
        <p:spPr>
          <a:xfrm>
            <a:off x="2177609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38"/>
          </p:nvPr>
        </p:nvSpPr>
        <p:spPr>
          <a:xfrm>
            <a:off x="3204783" y="3079722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51" name="Connector 37"/>
          <p:cNvCxnSpPr/>
          <p:nvPr/>
        </p:nvCxnSpPr>
        <p:spPr>
          <a:xfrm>
            <a:off x="3193826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39"/>
          </p:nvPr>
        </p:nvSpPr>
        <p:spPr>
          <a:xfrm>
            <a:off x="4221000" y="3079722"/>
            <a:ext cx="994304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53" name="Connector 39"/>
          <p:cNvCxnSpPr/>
          <p:nvPr/>
        </p:nvCxnSpPr>
        <p:spPr>
          <a:xfrm>
            <a:off x="4210043" y="3112591"/>
            <a:ext cx="0" cy="47936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성과 화살표"/>
          <p:cNvSpPr/>
          <p:nvPr/>
        </p:nvSpPr>
        <p:spPr>
          <a:xfrm>
            <a:off x="5281043" y="2428716"/>
            <a:ext cx="142435" cy="284870"/>
          </a:xfrm>
          <a:custGeom>
            <a:avLst/>
            <a:gdLst/>
            <a:ahLst/>
            <a:cxnLst/>
            <a:rect l="l" t="t" r="r" b="b"/>
            <a:pathLst>
              <a:path w="142435" h="284870">
                <a:moveTo>
                  <a:pt x="0" y="0"/>
                </a:moveTo>
                <a:lnTo>
                  <a:pt x="0" y="284870"/>
                </a:lnTo>
                <a:lnTo>
                  <a:pt x="14243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성과 패널 머리"/>
          <p:cNvSpPr/>
          <p:nvPr/>
        </p:nvSpPr>
        <p:spPr>
          <a:xfrm>
            <a:off x="5450870" y="1479130"/>
            <a:ext cx="1386000" cy="241043"/>
          </a:xfrm>
          <a:prstGeom prst="rect">
            <a:avLst/>
          </a:prstGeom>
          <a:solidFill>
            <a:srgbClr val="008C6B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56" name="성과 패널 머리"/>
          <p:cNvSpPr>
            <a:spLocks noGrp="1"/>
          </p:cNvSpPr>
          <p:nvPr>
            <p:ph type="body" sz="quarter" idx="40"/>
          </p:nvPr>
        </p:nvSpPr>
        <p:spPr>
          <a:xfrm>
            <a:off x="5450870" y="1479130"/>
            <a:ext cx="1386000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57" name="성과 패널"/>
          <p:cNvSpPr/>
          <p:nvPr/>
        </p:nvSpPr>
        <p:spPr>
          <a:xfrm>
            <a:off x="5450870" y="1731130"/>
            <a:ext cx="1386000" cy="1932042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성과 패널 본문"/>
          <p:cNvSpPr>
            <a:spLocks noGrp="1"/>
          </p:cNvSpPr>
          <p:nvPr>
            <p:ph type="body" sz="quarter" idx="41"/>
          </p:nvPr>
        </p:nvSpPr>
        <p:spPr>
          <a:xfrm>
            <a:off x="5472783" y="1753043"/>
            <a:ext cx="1342174" cy="1888216"/>
          </a:xfrm>
          <a:prstGeom prst="rect">
            <a:avLst/>
          </a:prstGeom>
          <a:noFill/>
          <a:ln>
            <a:noFill/>
          </a:ln>
        </p:spPr>
        <p:txBody>
          <a:bodyPr wrap="square" lIns="54000" tIns="18000" rIns="36000" bIns="180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59" name="핵심성과 박스"/>
          <p:cNvSpPr/>
          <p:nvPr/>
        </p:nvSpPr>
        <p:spPr>
          <a:xfrm>
            <a:off x="536870" y="375082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핵심성과 라벨"/>
          <p:cNvSpPr/>
          <p:nvPr/>
        </p:nvSpPr>
        <p:spPr>
          <a:xfrm>
            <a:off x="569739" y="378917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61" name="핵심성과 라벨"/>
          <p:cNvSpPr>
            <a:spLocks noGrp="1"/>
          </p:cNvSpPr>
          <p:nvPr>
            <p:ph type="body" sz="quarter" idx="42"/>
          </p:nvPr>
        </p:nvSpPr>
        <p:spPr>
          <a:xfrm>
            <a:off x="569739" y="3789172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2" name="핵심성과 문구"/>
          <p:cNvSpPr>
            <a:spLocks noGrp="1"/>
          </p:cNvSpPr>
          <p:nvPr>
            <p:ph type="body" sz="quarter" idx="43"/>
          </p:nvPr>
        </p:nvSpPr>
        <p:spPr>
          <a:xfrm>
            <a:off x="1314783" y="3767259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적성검사 연말집중 해소 및 노동이사 선임 등 현안문제 해결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04 단계 추진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형광 밑줄"/>
          <p:cNvSpPr/>
          <p:nvPr/>
        </p:nvSpPr>
        <p:spPr>
          <a:xfrm>
            <a:off x="723130" y="931304"/>
            <a:ext cx="311106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소제목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11" name="태그칩"/>
          <p:cNvSpPr/>
          <p:nvPr/>
        </p:nvSpPr>
        <p:spPr>
          <a:xfrm>
            <a:off x="3932802" y="81078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태그칩"/>
          <p:cNvSpPr>
            <a:spLocks noGrp="1"/>
          </p:cNvSpPr>
          <p:nvPr>
            <p:ph type="body" sz="quarter" idx="21"/>
          </p:nvPr>
        </p:nvSpPr>
        <p:spPr>
          <a:xfrm>
            <a:off x="3932802" y="810783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13" name="표 외곽"/>
          <p:cNvSpPr/>
          <p:nvPr/>
        </p:nvSpPr>
        <p:spPr>
          <a:xfrm>
            <a:off x="723130" y="1062783"/>
            <a:ext cx="6300000" cy="223973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레일"/>
          <p:cNvSpPr/>
          <p:nvPr/>
        </p:nvSpPr>
        <p:spPr>
          <a:xfrm>
            <a:off x="734087" y="1079217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5" name="레일"/>
          <p:cNvSpPr>
            <a:spLocks noGrp="1"/>
          </p:cNvSpPr>
          <p:nvPr>
            <p:ph type="body" sz="quarter" idx="22"/>
          </p:nvPr>
        </p:nvSpPr>
        <p:spPr>
          <a:xfrm>
            <a:off x="734087" y="1079217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6" name="머리칸"/>
          <p:cNvSpPr/>
          <p:nvPr/>
        </p:nvSpPr>
        <p:spPr>
          <a:xfrm>
            <a:off x="1347652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7" name="머리칸"/>
          <p:cNvSpPr>
            <a:spLocks noGrp="1"/>
          </p:cNvSpPr>
          <p:nvPr>
            <p:ph type="body" sz="quarter" idx="23"/>
          </p:nvPr>
        </p:nvSpPr>
        <p:spPr>
          <a:xfrm>
            <a:off x="1347652" y="11011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18" name="머리칸"/>
          <p:cNvSpPr/>
          <p:nvPr/>
        </p:nvSpPr>
        <p:spPr>
          <a:xfrm>
            <a:off x="4171696" y="110113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9" name="머리칸"/>
          <p:cNvSpPr>
            <a:spLocks noGrp="1"/>
          </p:cNvSpPr>
          <p:nvPr>
            <p:ph type="body" sz="quarter" idx="24"/>
          </p:nvPr>
        </p:nvSpPr>
        <p:spPr>
          <a:xfrm>
            <a:off x="4171696" y="110113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5"/>
          </p:nvPr>
        </p:nvSpPr>
        <p:spPr>
          <a:xfrm>
            <a:off x="1358609" y="134217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21" name="칸 본문"/>
          <p:cNvSpPr>
            <a:spLocks noGrp="1"/>
          </p:cNvSpPr>
          <p:nvPr>
            <p:ph type="body" sz="quarter" idx="26"/>
          </p:nvPr>
        </p:nvSpPr>
        <p:spPr>
          <a:xfrm>
            <a:off x="4182652" y="1342174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4171696" y="1375043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3" name="레일"/>
          <p:cNvSpPr/>
          <p:nvPr/>
        </p:nvSpPr>
        <p:spPr>
          <a:xfrm>
            <a:off x="734087" y="1762184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7"/>
          </p:nvPr>
        </p:nvSpPr>
        <p:spPr>
          <a:xfrm>
            <a:off x="734087" y="1762184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25" name="레일 삼각형"/>
          <p:cNvSpPr/>
          <p:nvPr/>
        </p:nvSpPr>
        <p:spPr>
          <a:xfrm>
            <a:off x="734086" y="1762184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머리칸"/>
          <p:cNvSpPr/>
          <p:nvPr/>
        </p:nvSpPr>
        <p:spPr>
          <a:xfrm>
            <a:off x="1347652" y="178409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347652" y="178409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28" name="머리칸"/>
          <p:cNvSpPr/>
          <p:nvPr/>
        </p:nvSpPr>
        <p:spPr>
          <a:xfrm>
            <a:off x="4171696" y="1784097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4171696" y="1784097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1358609" y="2025141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1"/>
          </p:nvPr>
        </p:nvSpPr>
        <p:spPr>
          <a:xfrm>
            <a:off x="4182652" y="2025141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cxnSp>
        <p:nvCxnSpPr>
          <p:cNvPr id="32" name="Connector 19"/>
          <p:cNvCxnSpPr/>
          <p:nvPr/>
        </p:nvCxnSpPr>
        <p:spPr>
          <a:xfrm>
            <a:off x="4171696" y="2058010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레일"/>
          <p:cNvSpPr/>
          <p:nvPr/>
        </p:nvSpPr>
        <p:spPr>
          <a:xfrm>
            <a:off x="734087" y="2445151"/>
            <a:ext cx="580696" cy="84092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2"/>
          </p:nvPr>
        </p:nvSpPr>
        <p:spPr>
          <a:xfrm>
            <a:off x="734087" y="2445151"/>
            <a:ext cx="580696" cy="84092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35" name="레일 삼각형"/>
          <p:cNvSpPr/>
          <p:nvPr/>
        </p:nvSpPr>
        <p:spPr>
          <a:xfrm>
            <a:off x="734086" y="2445151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단계"/>
          <p:cNvSpPr/>
          <p:nvPr/>
        </p:nvSpPr>
        <p:spPr>
          <a:xfrm>
            <a:off x="1347652" y="2467064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7" name="단계"/>
          <p:cNvSpPr>
            <a:spLocks noGrp="1"/>
          </p:cNvSpPr>
          <p:nvPr>
            <p:ph type="body" sz="quarter" idx="33"/>
          </p:nvPr>
        </p:nvSpPr>
        <p:spPr>
          <a:xfrm>
            <a:off x="1347652" y="2467064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38" name="단계"/>
          <p:cNvSpPr/>
          <p:nvPr/>
        </p:nvSpPr>
        <p:spPr>
          <a:xfrm>
            <a:off x="2759674" y="2467064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39" name="단계"/>
          <p:cNvSpPr>
            <a:spLocks noGrp="1"/>
          </p:cNvSpPr>
          <p:nvPr>
            <p:ph type="body" sz="quarter" idx="34"/>
          </p:nvPr>
        </p:nvSpPr>
        <p:spPr>
          <a:xfrm>
            <a:off x="2759674" y="2467064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40" name="단계"/>
          <p:cNvSpPr/>
          <p:nvPr/>
        </p:nvSpPr>
        <p:spPr>
          <a:xfrm>
            <a:off x="4171696" y="2467064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1" name="단계"/>
          <p:cNvSpPr>
            <a:spLocks noGrp="1"/>
          </p:cNvSpPr>
          <p:nvPr>
            <p:ph type="body" sz="quarter" idx="35"/>
          </p:nvPr>
        </p:nvSpPr>
        <p:spPr>
          <a:xfrm>
            <a:off x="4171696" y="2467064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42" name="단계"/>
          <p:cNvSpPr/>
          <p:nvPr/>
        </p:nvSpPr>
        <p:spPr>
          <a:xfrm>
            <a:off x="5583717" y="2467064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43" name="단계"/>
          <p:cNvSpPr>
            <a:spLocks noGrp="1"/>
          </p:cNvSpPr>
          <p:nvPr>
            <p:ph type="body" sz="quarter" idx="36"/>
          </p:nvPr>
        </p:nvSpPr>
        <p:spPr>
          <a:xfrm>
            <a:off x="5583717" y="2467064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44" name="단계 삼각형"/>
          <p:cNvSpPr/>
          <p:nvPr/>
        </p:nvSpPr>
        <p:spPr>
          <a:xfrm>
            <a:off x="2759673" y="2467064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단계 삼각형"/>
          <p:cNvSpPr/>
          <p:nvPr/>
        </p:nvSpPr>
        <p:spPr>
          <a:xfrm>
            <a:off x="4171695" y="246706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단계 삼각형"/>
          <p:cNvSpPr/>
          <p:nvPr/>
        </p:nvSpPr>
        <p:spPr>
          <a:xfrm>
            <a:off x="5583717" y="2467064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7"/>
          </p:nvPr>
        </p:nvSpPr>
        <p:spPr>
          <a:xfrm>
            <a:off x="1358609" y="2719064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8"/>
          </p:nvPr>
        </p:nvSpPr>
        <p:spPr>
          <a:xfrm>
            <a:off x="2770630" y="2719064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49" name="Connector 31"/>
          <p:cNvCxnSpPr/>
          <p:nvPr/>
        </p:nvCxnSpPr>
        <p:spPr>
          <a:xfrm>
            <a:off x="2759674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39"/>
          </p:nvPr>
        </p:nvSpPr>
        <p:spPr>
          <a:xfrm>
            <a:off x="4182652" y="2719064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cxnSp>
        <p:nvCxnSpPr>
          <p:cNvPr id="51" name="Connector 33"/>
          <p:cNvCxnSpPr/>
          <p:nvPr/>
        </p:nvCxnSpPr>
        <p:spPr>
          <a:xfrm>
            <a:off x="4171696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칸 본문"/>
          <p:cNvSpPr>
            <a:spLocks noGrp="1"/>
          </p:cNvSpPr>
          <p:nvPr>
            <p:ph type="body" sz="quarter" idx="40"/>
          </p:nvPr>
        </p:nvSpPr>
        <p:spPr>
          <a:xfrm>
            <a:off x="5594674" y="2719064"/>
            <a:ext cx="1390109" cy="54510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cxnSp>
        <p:nvCxnSpPr>
          <p:cNvPr id="53" name="Connector 35"/>
          <p:cNvCxnSpPr/>
          <p:nvPr/>
        </p:nvCxnSpPr>
        <p:spPr>
          <a:xfrm>
            <a:off x="5583717" y="2751934"/>
            <a:ext cx="0" cy="47936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핵심성과 박스"/>
          <p:cNvSpPr/>
          <p:nvPr/>
        </p:nvSpPr>
        <p:spPr>
          <a:xfrm>
            <a:off x="723130" y="3390167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핵심성과 라벨"/>
          <p:cNvSpPr/>
          <p:nvPr/>
        </p:nvSpPr>
        <p:spPr>
          <a:xfrm>
            <a:off x="756000" y="3428515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56" name="핵심성과 라벨"/>
          <p:cNvSpPr>
            <a:spLocks noGrp="1"/>
          </p:cNvSpPr>
          <p:nvPr>
            <p:ph type="body" sz="quarter" idx="41"/>
          </p:nvPr>
        </p:nvSpPr>
        <p:spPr>
          <a:xfrm>
            <a:off x="756000" y="3428515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57" name="핵심성과 문구"/>
          <p:cNvSpPr>
            <a:spLocks noGrp="1"/>
          </p:cNvSpPr>
          <p:nvPr>
            <p:ph type="body" sz="quarter" idx="42"/>
          </p:nvPr>
        </p:nvSpPr>
        <p:spPr>
          <a:xfrm>
            <a:off x="1501043" y="3406602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5 점검·법령 준수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402413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12" name="태그칩"/>
          <p:cNvSpPr/>
          <p:nvPr/>
        </p:nvSpPr>
        <p:spPr>
          <a:xfrm>
            <a:off x="4037891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037891" y="79982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536870" y="1062783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547826" y="1073739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6" name="레일"/>
          <p:cNvSpPr>
            <a:spLocks noGrp="1"/>
          </p:cNvSpPr>
          <p:nvPr>
            <p:ph type="body" sz="quarter" idx="22"/>
          </p:nvPr>
        </p:nvSpPr>
        <p:spPr>
          <a:xfrm>
            <a:off x="547826" y="1073739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7" name="본문"/>
          <p:cNvSpPr>
            <a:spLocks noGrp="1"/>
          </p:cNvSpPr>
          <p:nvPr>
            <p:ph type="body" sz="quarter" idx="23"/>
          </p:nvPr>
        </p:nvSpPr>
        <p:spPr>
          <a:xfrm>
            <a:off x="1172348" y="1079217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8" name="라벨 박스"/>
          <p:cNvSpPr/>
          <p:nvPr/>
        </p:nvSpPr>
        <p:spPr>
          <a:xfrm>
            <a:off x="536870" y="140791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547826" y="1418870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547826" y="1418870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21" name="가운데 글"/>
          <p:cNvSpPr>
            <a:spLocks noGrp="1"/>
          </p:cNvSpPr>
          <p:nvPr>
            <p:ph type="body" sz="quarter" idx="25"/>
          </p:nvPr>
        </p:nvSpPr>
        <p:spPr>
          <a:xfrm>
            <a:off x="1172348" y="1424348"/>
            <a:ext cx="5631652" cy="26204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22" name="주석"/>
          <p:cNvSpPr>
            <a:spLocks noGrp="1"/>
          </p:cNvSpPr>
          <p:nvPr>
            <p:ph type="body" sz="quarter" idx="26"/>
          </p:nvPr>
        </p:nvSpPr>
        <p:spPr>
          <a:xfrm>
            <a:off x="2180348" y="1735701"/>
            <a:ext cx="4656522" cy="175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3B4951"/>
                </a:solidFill>
                <a:latin typeface="Pretendard"/>
                <a:ea typeface="Pretendard"/>
              </a:defRPr>
            </a:lvl1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  <p:sp>
        <p:nvSpPr>
          <p:cNvPr id="23" name="라벨 박스"/>
          <p:cNvSpPr/>
          <p:nvPr/>
        </p:nvSpPr>
        <p:spPr>
          <a:xfrm>
            <a:off x="536870" y="1965788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레일"/>
          <p:cNvSpPr/>
          <p:nvPr/>
        </p:nvSpPr>
        <p:spPr>
          <a:xfrm>
            <a:off x="547826" y="1976744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5" name="레일"/>
          <p:cNvSpPr>
            <a:spLocks noGrp="1"/>
          </p:cNvSpPr>
          <p:nvPr>
            <p:ph type="body" sz="quarter" idx="27"/>
          </p:nvPr>
        </p:nvSpPr>
        <p:spPr>
          <a:xfrm>
            <a:off x="547826" y="1976744"/>
            <a:ext cx="591652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26" name="머리칸"/>
          <p:cNvSpPr/>
          <p:nvPr/>
        </p:nvSpPr>
        <p:spPr>
          <a:xfrm>
            <a:off x="1172348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7" name="머리칸"/>
          <p:cNvSpPr>
            <a:spLocks noGrp="1"/>
          </p:cNvSpPr>
          <p:nvPr>
            <p:ph type="body" sz="quarter" idx="28"/>
          </p:nvPr>
        </p:nvSpPr>
        <p:spPr>
          <a:xfrm>
            <a:off x="1172348" y="199317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28" name="머리칸"/>
          <p:cNvSpPr/>
          <p:nvPr/>
        </p:nvSpPr>
        <p:spPr>
          <a:xfrm>
            <a:off x="3049565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9" name="머리칸"/>
          <p:cNvSpPr>
            <a:spLocks noGrp="1"/>
          </p:cNvSpPr>
          <p:nvPr>
            <p:ph type="body" sz="quarter" idx="29"/>
          </p:nvPr>
        </p:nvSpPr>
        <p:spPr>
          <a:xfrm>
            <a:off x="3049565" y="199317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30" name="머리칸"/>
          <p:cNvSpPr/>
          <p:nvPr/>
        </p:nvSpPr>
        <p:spPr>
          <a:xfrm>
            <a:off x="4926783" y="1993179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1" name="머리칸"/>
          <p:cNvSpPr>
            <a:spLocks noGrp="1"/>
          </p:cNvSpPr>
          <p:nvPr>
            <p:ph type="body" sz="quarter" idx="30"/>
          </p:nvPr>
        </p:nvSpPr>
        <p:spPr>
          <a:xfrm>
            <a:off x="4926783" y="1993179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1"/>
          </p:nvPr>
        </p:nvSpPr>
        <p:spPr>
          <a:xfrm>
            <a:off x="1183304" y="2234223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32"/>
          </p:nvPr>
        </p:nvSpPr>
        <p:spPr>
          <a:xfrm>
            <a:off x="3060522" y="2234223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34" name="Connector 23"/>
          <p:cNvCxnSpPr/>
          <p:nvPr/>
        </p:nvCxnSpPr>
        <p:spPr>
          <a:xfrm>
            <a:off x="3049565" y="2267092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칸 본문"/>
          <p:cNvSpPr>
            <a:spLocks noGrp="1"/>
          </p:cNvSpPr>
          <p:nvPr>
            <p:ph type="body" sz="quarter" idx="33"/>
          </p:nvPr>
        </p:nvSpPr>
        <p:spPr>
          <a:xfrm>
            <a:off x="4937739" y="2234223"/>
            <a:ext cx="1855304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36" name="Connector 25"/>
          <p:cNvCxnSpPr/>
          <p:nvPr/>
        </p:nvCxnSpPr>
        <p:spPr>
          <a:xfrm>
            <a:off x="4926783" y="2267092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7" name="라벨 박스"/>
          <p:cNvSpPr/>
          <p:nvPr/>
        </p:nvSpPr>
        <p:spPr>
          <a:xfrm>
            <a:off x="536870" y="2719972"/>
            <a:ext cx="6300000" cy="46931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547826" y="2730929"/>
            <a:ext cx="591652" cy="44740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4"/>
          </p:nvPr>
        </p:nvSpPr>
        <p:spPr>
          <a:xfrm>
            <a:off x="547826" y="2730929"/>
            <a:ext cx="591652" cy="44740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40" name="칸 본문"/>
          <p:cNvSpPr>
            <a:spLocks noGrp="1"/>
          </p:cNvSpPr>
          <p:nvPr>
            <p:ph type="body" sz="quarter" idx="35"/>
          </p:nvPr>
        </p:nvSpPr>
        <p:spPr>
          <a:xfrm>
            <a:off x="1183304" y="2736407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41" name="칸 본문"/>
          <p:cNvSpPr>
            <a:spLocks noGrp="1"/>
          </p:cNvSpPr>
          <p:nvPr>
            <p:ph type="body" sz="quarter" idx="36"/>
          </p:nvPr>
        </p:nvSpPr>
        <p:spPr>
          <a:xfrm>
            <a:off x="3060522" y="2736407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42" name="Connector 30"/>
          <p:cNvCxnSpPr/>
          <p:nvPr/>
        </p:nvCxnSpPr>
        <p:spPr>
          <a:xfrm>
            <a:off x="3049565" y="2769277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3" name="칸 본문"/>
          <p:cNvSpPr>
            <a:spLocks noGrp="1"/>
          </p:cNvSpPr>
          <p:nvPr>
            <p:ph type="body" sz="quarter" idx="37"/>
          </p:nvPr>
        </p:nvSpPr>
        <p:spPr>
          <a:xfrm>
            <a:off x="4937739" y="2736407"/>
            <a:ext cx="1855304" cy="436445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44" name="Connector 32"/>
          <p:cNvCxnSpPr/>
          <p:nvPr/>
        </p:nvCxnSpPr>
        <p:spPr>
          <a:xfrm>
            <a:off x="4926783" y="2769277"/>
            <a:ext cx="0" cy="37070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5" name="핵심성과 박스"/>
          <p:cNvSpPr/>
          <p:nvPr/>
        </p:nvSpPr>
        <p:spPr>
          <a:xfrm>
            <a:off x="536870" y="3276939"/>
            <a:ext cx="6300000" cy="52434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핵심성과 라벨"/>
          <p:cNvSpPr/>
          <p:nvPr/>
        </p:nvSpPr>
        <p:spPr>
          <a:xfrm>
            <a:off x="569739" y="3309809"/>
            <a:ext cx="657391" cy="45860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47" name="핵심성과 라벨"/>
          <p:cNvSpPr>
            <a:spLocks noGrp="1"/>
          </p:cNvSpPr>
          <p:nvPr>
            <p:ph type="body" sz="quarter" idx="38"/>
          </p:nvPr>
        </p:nvSpPr>
        <p:spPr>
          <a:xfrm>
            <a:off x="569739" y="3309809"/>
            <a:ext cx="657391" cy="45860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8" name="핵심성과 문구"/>
          <p:cNvSpPr>
            <a:spLocks noGrp="1"/>
          </p:cNvSpPr>
          <p:nvPr>
            <p:ph type="body" sz="quarter" idx="39"/>
          </p:nvPr>
        </p:nvSpPr>
        <p:spPr>
          <a:xfrm>
            <a:off x="1314783" y="3298852"/>
            <a:ext cx="5456348" cy="480522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06 소통·공감대면 (1/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평가내용 라벨"/>
          <p:cNvSpPr/>
          <p:nvPr/>
        </p:nvSpPr>
        <p:spPr>
          <a:xfrm>
            <a:off x="723130" y="777913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/>
        </p:txBody>
      </p:sp>
      <p:sp>
        <p:nvSpPr>
          <p:cNvPr id="10" name="평가내용 라벨"/>
          <p:cNvSpPr>
            <a:spLocks noGrp="1"/>
          </p:cNvSpPr>
          <p:nvPr>
            <p:ph type="body" sz="quarter" idx="20"/>
          </p:nvPr>
        </p:nvSpPr>
        <p:spPr>
          <a:xfrm>
            <a:off x="723130" y="777913"/>
            <a:ext cx="975130" cy="345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10800" bIns="108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1" name="평가내용 제목 박스"/>
          <p:cNvSpPr/>
          <p:nvPr/>
        </p:nvSpPr>
        <p:spPr>
          <a:xfrm>
            <a:off x="1709217" y="788870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평가내용 제목"/>
          <p:cNvSpPr>
            <a:spLocks noGrp="1"/>
          </p:cNvSpPr>
          <p:nvPr>
            <p:ph type="body" sz="quarter" idx="21"/>
          </p:nvPr>
        </p:nvSpPr>
        <p:spPr>
          <a:xfrm>
            <a:off x="1818783" y="799826"/>
            <a:ext cx="5127652" cy="301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공감대 형성을 위한 의사소통과 관리 역량 강화 노력과 성과</a:t>
            </a:r>
          </a:p>
        </p:txBody>
      </p:sp>
      <p:sp>
        <p:nvSpPr>
          <p:cNvPr id="13" name="점"/>
          <p:cNvSpPr/>
          <p:nvPr/>
        </p:nvSpPr>
        <p:spPr>
          <a:xfrm>
            <a:off x="1057304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34000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1210696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287391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364087" y="1062783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번호 띠"/>
          <p:cNvSpPr/>
          <p:nvPr/>
        </p:nvSpPr>
        <p:spPr>
          <a:xfrm>
            <a:off x="723130" y="1265478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탭"/>
          <p:cNvSpPr/>
          <p:nvPr/>
        </p:nvSpPr>
        <p:spPr>
          <a:xfrm>
            <a:off x="745043" y="1287391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탭 빗면"/>
          <p:cNvSpPr/>
          <p:nvPr/>
        </p:nvSpPr>
        <p:spPr>
          <a:xfrm>
            <a:off x="1139478" y="1287391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"/>
          <p:cNvSpPr>
            <a:spLocks noGrp="1"/>
          </p:cNvSpPr>
          <p:nvPr>
            <p:ph type="body" sz="quarter" idx="22"/>
          </p:nvPr>
        </p:nvSpPr>
        <p:spPr>
          <a:xfrm>
            <a:off x="745043" y="1265478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2" name="번호 띠 제목"/>
          <p:cNvSpPr>
            <a:spLocks noGrp="1"/>
          </p:cNvSpPr>
          <p:nvPr>
            <p:ph type="body" sz="quarter" idx="23"/>
          </p:nvPr>
        </p:nvSpPr>
        <p:spPr>
          <a:xfrm>
            <a:off x="1369565" y="1287391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열린 소통과 긍정문화 조성에 기반한 상생 협력적 노사관계 운영</a:t>
            </a:r>
          </a:p>
        </p:txBody>
      </p:sp>
      <p:sp>
        <p:nvSpPr>
          <p:cNvPr id="23" name="형광 밑줄"/>
          <p:cNvSpPr/>
          <p:nvPr/>
        </p:nvSpPr>
        <p:spPr>
          <a:xfrm>
            <a:off x="723130" y="1846174"/>
            <a:ext cx="354544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소제목"/>
          <p:cNvSpPr>
            <a:spLocks noGrp="1"/>
          </p:cNvSpPr>
          <p:nvPr>
            <p:ph type="body" sz="quarter" idx="24"/>
          </p:nvPr>
        </p:nvSpPr>
        <p:spPr>
          <a:xfrm>
            <a:off x="723130" y="1692783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공감대 형성 기반 열린 소통채널 운영·긍정 조직문화 조성</a:t>
            </a:r>
          </a:p>
        </p:txBody>
      </p:sp>
      <p:sp>
        <p:nvSpPr>
          <p:cNvPr id="25" name="태그칩"/>
          <p:cNvSpPr/>
          <p:nvPr/>
        </p:nvSpPr>
        <p:spPr>
          <a:xfrm>
            <a:off x="4367188" y="1725652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6" name="태그칩"/>
          <p:cNvSpPr>
            <a:spLocks noGrp="1"/>
          </p:cNvSpPr>
          <p:nvPr>
            <p:ph type="body" sz="quarter" idx="25"/>
          </p:nvPr>
        </p:nvSpPr>
        <p:spPr>
          <a:xfrm>
            <a:off x="4367188" y="1725652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27" name="표 외곽"/>
          <p:cNvSpPr/>
          <p:nvPr/>
        </p:nvSpPr>
        <p:spPr>
          <a:xfrm>
            <a:off x="723130" y="1977652"/>
            <a:ext cx="6300000" cy="162889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레일"/>
          <p:cNvSpPr/>
          <p:nvPr/>
        </p:nvSpPr>
        <p:spPr>
          <a:xfrm>
            <a:off x="734087" y="1994087"/>
            <a:ext cx="580696" cy="436445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994087"/>
            <a:ext cx="580696" cy="43644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30" name="본문"/>
          <p:cNvSpPr>
            <a:spLocks noGrp="1"/>
          </p:cNvSpPr>
          <p:nvPr>
            <p:ph type="body" sz="quarter" idx="27"/>
          </p:nvPr>
        </p:nvSpPr>
        <p:spPr>
          <a:xfrm>
            <a:off x="1347652" y="2016000"/>
            <a:ext cx="5648087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31" name="레일"/>
          <p:cNvSpPr/>
          <p:nvPr/>
        </p:nvSpPr>
        <p:spPr>
          <a:xfrm>
            <a:off x="734087" y="2446967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2" name="레일"/>
          <p:cNvSpPr>
            <a:spLocks noGrp="1"/>
          </p:cNvSpPr>
          <p:nvPr>
            <p:ph type="body" sz="quarter" idx="28"/>
          </p:nvPr>
        </p:nvSpPr>
        <p:spPr>
          <a:xfrm>
            <a:off x="734087" y="2446967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33" name="레일 삼각형"/>
          <p:cNvSpPr/>
          <p:nvPr/>
        </p:nvSpPr>
        <p:spPr>
          <a:xfrm>
            <a:off x="734086" y="2446966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머리칸"/>
          <p:cNvSpPr/>
          <p:nvPr/>
        </p:nvSpPr>
        <p:spPr>
          <a:xfrm>
            <a:off x="1347652" y="2468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5" name="머리칸"/>
          <p:cNvSpPr>
            <a:spLocks noGrp="1"/>
          </p:cNvSpPr>
          <p:nvPr>
            <p:ph type="body" sz="quarter" idx="29"/>
          </p:nvPr>
        </p:nvSpPr>
        <p:spPr>
          <a:xfrm>
            <a:off x="1347652" y="2468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36" name="머리칸"/>
          <p:cNvSpPr/>
          <p:nvPr/>
        </p:nvSpPr>
        <p:spPr>
          <a:xfrm>
            <a:off x="4171696" y="2468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7" name="머리칸"/>
          <p:cNvSpPr>
            <a:spLocks noGrp="1"/>
          </p:cNvSpPr>
          <p:nvPr>
            <p:ph type="body" sz="quarter" idx="30"/>
          </p:nvPr>
        </p:nvSpPr>
        <p:spPr>
          <a:xfrm>
            <a:off x="4171696" y="2468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38" name="칸 본문"/>
          <p:cNvSpPr>
            <a:spLocks noGrp="1"/>
          </p:cNvSpPr>
          <p:nvPr>
            <p:ph type="body" sz="quarter" idx="31"/>
          </p:nvPr>
        </p:nvSpPr>
        <p:spPr>
          <a:xfrm>
            <a:off x="1358609" y="2709923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2"/>
          </p:nvPr>
        </p:nvSpPr>
        <p:spPr>
          <a:xfrm>
            <a:off x="4182652" y="2709923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cxnSp>
        <p:nvCxnSpPr>
          <p:cNvPr id="40" name="Connector 28"/>
          <p:cNvCxnSpPr/>
          <p:nvPr/>
        </p:nvCxnSpPr>
        <p:spPr>
          <a:xfrm>
            <a:off x="4171696" y="2742793"/>
            <a:ext cx="0" cy="31592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레일"/>
          <p:cNvSpPr/>
          <p:nvPr/>
        </p:nvSpPr>
        <p:spPr>
          <a:xfrm>
            <a:off x="734087" y="3129934"/>
            <a:ext cx="580696" cy="460174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2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3129934"/>
            <a:ext cx="580696" cy="460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43" name="레일 삼각형"/>
          <p:cNvSpPr/>
          <p:nvPr/>
        </p:nvSpPr>
        <p:spPr>
          <a:xfrm>
            <a:off x="734086" y="3129933"/>
            <a:ext cx="580696" cy="131479"/>
          </a:xfrm>
          <a:custGeom>
            <a:avLst/>
            <a:gdLst/>
            <a:ahLst/>
            <a:cxnLst/>
            <a:rect l="l" t="t" r="r" b="b"/>
            <a:pathLst>
              <a:path w="580696" h="131479">
                <a:moveTo>
                  <a:pt x="0" y="0"/>
                </a:moveTo>
                <a:lnTo>
                  <a:pt x="580696" y="0"/>
                </a:lnTo>
                <a:lnTo>
                  <a:pt x="290348" y="131479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태그"/>
          <p:cNvSpPr/>
          <p:nvPr/>
        </p:nvSpPr>
        <p:spPr>
          <a:xfrm>
            <a:off x="1347652" y="3173760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5" name="태그"/>
          <p:cNvSpPr>
            <a:spLocks noGrp="1"/>
          </p:cNvSpPr>
          <p:nvPr>
            <p:ph type="body" sz="quarter" idx="34"/>
          </p:nvPr>
        </p:nvSpPr>
        <p:spPr>
          <a:xfrm>
            <a:off x="1347652" y="3173760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46" name="태그 설명"/>
          <p:cNvSpPr>
            <a:spLocks noGrp="1"/>
          </p:cNvSpPr>
          <p:nvPr>
            <p:ph type="body" sz="quarter" idx="35"/>
          </p:nvPr>
        </p:nvSpPr>
        <p:spPr>
          <a:xfrm>
            <a:off x="2470605" y="3162803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47" name="태그"/>
          <p:cNvSpPr/>
          <p:nvPr/>
        </p:nvSpPr>
        <p:spPr>
          <a:xfrm>
            <a:off x="1347652" y="3370977"/>
            <a:ext cx="1079127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8" name="태그"/>
          <p:cNvSpPr>
            <a:spLocks noGrp="1"/>
          </p:cNvSpPr>
          <p:nvPr>
            <p:ph type="body" sz="quarter" idx="36"/>
          </p:nvPr>
        </p:nvSpPr>
        <p:spPr>
          <a:xfrm>
            <a:off x="1347652" y="3370977"/>
            <a:ext cx="1079127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49" name="태그 설명"/>
          <p:cNvSpPr>
            <a:spLocks noGrp="1"/>
          </p:cNvSpPr>
          <p:nvPr>
            <p:ph type="body" sz="quarter" idx="37"/>
          </p:nvPr>
        </p:nvSpPr>
        <p:spPr>
          <a:xfrm>
            <a:off x="2470605" y="3360021"/>
            <a:ext cx="4525134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  <p:sp>
        <p:nvSpPr>
          <p:cNvPr id="50" name="삼각 화살표"/>
          <p:cNvSpPr/>
          <p:nvPr/>
        </p:nvSpPr>
        <p:spPr>
          <a:xfrm>
            <a:off x="4010086" y="3650368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패널 외곽"/>
          <p:cNvSpPr/>
          <p:nvPr/>
        </p:nvSpPr>
        <p:spPr>
          <a:xfrm>
            <a:off x="723130" y="3874977"/>
            <a:ext cx="3125348" cy="225159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패널 머리"/>
          <p:cNvSpPr/>
          <p:nvPr/>
        </p:nvSpPr>
        <p:spPr>
          <a:xfrm>
            <a:off x="723130" y="387497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53" name="패널 머리"/>
          <p:cNvSpPr>
            <a:spLocks noGrp="1"/>
          </p:cNvSpPr>
          <p:nvPr>
            <p:ph type="body" sz="quarter" idx="38"/>
          </p:nvPr>
        </p:nvSpPr>
        <p:spPr>
          <a:xfrm>
            <a:off x="723130" y="387497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54" name="레일"/>
          <p:cNvSpPr/>
          <p:nvPr/>
        </p:nvSpPr>
        <p:spPr>
          <a:xfrm>
            <a:off x="756000" y="4148890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레일 태그"/>
          <p:cNvSpPr/>
          <p:nvPr/>
        </p:nvSpPr>
        <p:spPr>
          <a:xfrm>
            <a:off x="845984" y="419271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56" name="레일 태그"/>
          <p:cNvSpPr>
            <a:spLocks noGrp="1"/>
          </p:cNvSpPr>
          <p:nvPr>
            <p:ph type="body" sz="quarter" idx="39"/>
          </p:nvPr>
        </p:nvSpPr>
        <p:spPr>
          <a:xfrm>
            <a:off x="845984" y="4192717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조직소통</a:t>
            </a:r>
          </a:p>
        </p:txBody>
      </p:sp>
      <p:sp>
        <p:nvSpPr>
          <p:cNvPr id="57" name="레일 라벨"/>
          <p:cNvSpPr>
            <a:spLocks noGrp="1"/>
          </p:cNvSpPr>
          <p:nvPr>
            <p:ph type="body" sz="quarter" idx="40"/>
          </p:nvPr>
        </p:nvSpPr>
        <p:spPr>
          <a:xfrm>
            <a:off x="756000" y="4378977"/>
            <a:ext cx="739565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열린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협의회</a:t>
            </a:r>
          </a:p>
        </p:txBody>
      </p:sp>
      <p:sp>
        <p:nvSpPr>
          <p:cNvPr id="58" name="패널 본문"/>
          <p:cNvSpPr>
            <a:spLocks noGrp="1"/>
          </p:cNvSpPr>
          <p:nvPr>
            <p:ph type="body" sz="quarter" idx="41"/>
          </p:nvPr>
        </p:nvSpPr>
        <p:spPr>
          <a:xfrm>
            <a:off x="1539391" y="4137934"/>
            <a:ext cx="2276217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협의회 운영(41명 참관)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이행현황 점검·공유로 환류체계 강화</a:t>
            </a:r>
          </a:p>
        </p:txBody>
      </p:sp>
      <p:cxnSp>
        <p:nvCxnSpPr>
          <p:cNvPr id="59" name="Connector 42"/>
          <p:cNvCxnSpPr/>
          <p:nvPr/>
        </p:nvCxnSpPr>
        <p:spPr>
          <a:xfrm>
            <a:off x="1539391" y="4793510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0" name="레일"/>
          <p:cNvSpPr/>
          <p:nvPr/>
        </p:nvSpPr>
        <p:spPr>
          <a:xfrm>
            <a:off x="756000" y="4804466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레일 태그"/>
          <p:cNvSpPr/>
          <p:nvPr/>
        </p:nvSpPr>
        <p:spPr>
          <a:xfrm>
            <a:off x="845984" y="484829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2" name="레일 태그"/>
          <p:cNvSpPr>
            <a:spLocks noGrp="1"/>
          </p:cNvSpPr>
          <p:nvPr>
            <p:ph type="body" sz="quarter" idx="42"/>
          </p:nvPr>
        </p:nvSpPr>
        <p:spPr>
          <a:xfrm>
            <a:off x="845984" y="4848292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63" name="레일 라벨"/>
          <p:cNvSpPr>
            <a:spLocks noGrp="1"/>
          </p:cNvSpPr>
          <p:nvPr>
            <p:ph type="body" sz="quarter" idx="43"/>
          </p:nvPr>
        </p:nvSpPr>
        <p:spPr>
          <a:xfrm>
            <a:off x="756000" y="5034553"/>
            <a:ext cx="739565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찾아가는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64" name="패널 본문"/>
          <p:cNvSpPr>
            <a:spLocks noGrp="1"/>
          </p:cNvSpPr>
          <p:nvPr>
            <p:ph type="body" sz="quarter" idx="44"/>
          </p:nvPr>
        </p:nvSpPr>
        <p:spPr>
          <a:xfrm>
            <a:off x="1539391" y="4793510"/>
            <a:ext cx="2276217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참관(3개 조직)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청사 공동조사·제거(8개소)</a:t>
            </a:r>
          </a:p>
        </p:txBody>
      </p:sp>
      <p:cxnSp>
        <p:nvCxnSpPr>
          <p:cNvPr id="65" name="Connector 47"/>
          <p:cNvCxnSpPr/>
          <p:nvPr/>
        </p:nvCxnSpPr>
        <p:spPr>
          <a:xfrm>
            <a:off x="1539391" y="5449085"/>
            <a:ext cx="2254305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레일"/>
          <p:cNvSpPr/>
          <p:nvPr/>
        </p:nvSpPr>
        <p:spPr>
          <a:xfrm>
            <a:off x="756000" y="5460042"/>
            <a:ext cx="739565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레일 태그"/>
          <p:cNvSpPr/>
          <p:nvPr/>
        </p:nvSpPr>
        <p:spPr>
          <a:xfrm>
            <a:off x="845984" y="5503868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68" name="레일 태그"/>
          <p:cNvSpPr>
            <a:spLocks noGrp="1"/>
          </p:cNvSpPr>
          <p:nvPr>
            <p:ph type="body" sz="quarter" idx="45"/>
          </p:nvPr>
        </p:nvSpPr>
        <p:spPr>
          <a:xfrm>
            <a:off x="845984" y="5503868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세대소통</a:t>
            </a:r>
          </a:p>
        </p:txBody>
      </p:sp>
      <p:sp>
        <p:nvSpPr>
          <p:cNvPr id="69" name="레일 라벨"/>
          <p:cNvSpPr>
            <a:spLocks noGrp="1"/>
          </p:cNvSpPr>
          <p:nvPr>
            <p:ph type="body" sz="quarter" idx="46"/>
          </p:nvPr>
        </p:nvSpPr>
        <p:spPr>
          <a:xfrm>
            <a:off x="756000" y="5690129"/>
            <a:ext cx="739565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미래세대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</a:t>
            </a:r>
          </a:p>
        </p:txBody>
      </p:sp>
      <p:sp>
        <p:nvSpPr>
          <p:cNvPr id="70" name="패널 본문"/>
          <p:cNvSpPr>
            <a:spLocks noGrp="1"/>
          </p:cNvSpPr>
          <p:nvPr>
            <p:ph type="body" sz="quarter" idx="47"/>
          </p:nvPr>
        </p:nvSpPr>
        <p:spPr>
          <a:xfrm>
            <a:off x="1539391" y="5449085"/>
            <a:ext cx="2276217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주니어 16명·시니어 9명 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혁신과제 발굴(4건)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자유토론(5개 주제)</a:t>
            </a:r>
          </a:p>
        </p:txBody>
      </p:sp>
      <p:sp>
        <p:nvSpPr>
          <p:cNvPr id="71" name="패널 외곽"/>
          <p:cNvSpPr/>
          <p:nvPr/>
        </p:nvSpPr>
        <p:spPr>
          <a:xfrm>
            <a:off x="3897783" y="3874977"/>
            <a:ext cx="3125348" cy="225159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패널 머리"/>
          <p:cNvSpPr/>
          <p:nvPr/>
        </p:nvSpPr>
        <p:spPr>
          <a:xfrm>
            <a:off x="3897783" y="3874977"/>
            <a:ext cx="3125348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73" name="패널 머리"/>
          <p:cNvSpPr>
            <a:spLocks noGrp="1"/>
          </p:cNvSpPr>
          <p:nvPr>
            <p:ph type="body" sz="quarter" idx="48"/>
          </p:nvPr>
        </p:nvSpPr>
        <p:spPr>
          <a:xfrm>
            <a:off x="3897783" y="3874977"/>
            <a:ext cx="3125348" cy="24104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74" name="레일"/>
          <p:cNvSpPr/>
          <p:nvPr/>
        </p:nvSpPr>
        <p:spPr>
          <a:xfrm>
            <a:off x="3930652" y="4148890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레일 태그"/>
          <p:cNvSpPr/>
          <p:nvPr/>
        </p:nvSpPr>
        <p:spPr>
          <a:xfrm>
            <a:off x="4017897" y="419271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76" name="레일 태그"/>
          <p:cNvSpPr>
            <a:spLocks noGrp="1"/>
          </p:cNvSpPr>
          <p:nvPr>
            <p:ph type="body" sz="quarter" idx="49"/>
          </p:nvPr>
        </p:nvSpPr>
        <p:spPr>
          <a:xfrm>
            <a:off x="4017897" y="4192717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신뢰문화</a:t>
            </a:r>
          </a:p>
        </p:txBody>
      </p:sp>
      <p:sp>
        <p:nvSpPr>
          <p:cNvPr id="77" name="레일 라벨"/>
          <p:cNvSpPr>
            <a:spLocks noGrp="1"/>
          </p:cNvSpPr>
          <p:nvPr>
            <p:ph type="body" sz="quarter" idx="50"/>
          </p:nvPr>
        </p:nvSpPr>
        <p:spPr>
          <a:xfrm>
            <a:off x="3930652" y="4378977"/>
            <a:ext cx="734087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데일리 미팅</a:t>
            </a:r>
          </a:p>
        </p:txBody>
      </p:sp>
      <p:sp>
        <p:nvSpPr>
          <p:cNvPr id="78" name="패널 본문"/>
          <p:cNvSpPr>
            <a:spLocks noGrp="1"/>
          </p:cNvSpPr>
          <p:nvPr>
            <p:ph type="body" sz="quarter" idx="51"/>
          </p:nvPr>
        </p:nvSpPr>
        <p:spPr>
          <a:xfrm>
            <a:off x="4708565" y="4137934"/>
            <a:ext cx="2281696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노조집행부·주무부서장·실무자 데일리 미팅(매일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현안에 대한 실시간 소통</a:t>
            </a:r>
          </a:p>
        </p:txBody>
      </p:sp>
      <p:cxnSp>
        <p:nvCxnSpPr>
          <p:cNvPr id="79" name="Connector 58"/>
          <p:cNvCxnSpPr/>
          <p:nvPr/>
        </p:nvCxnSpPr>
        <p:spPr>
          <a:xfrm>
            <a:off x="4708565" y="4793510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0" name="레일"/>
          <p:cNvSpPr/>
          <p:nvPr/>
        </p:nvSpPr>
        <p:spPr>
          <a:xfrm>
            <a:off x="3930652" y="4804466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레일 태그"/>
          <p:cNvSpPr/>
          <p:nvPr/>
        </p:nvSpPr>
        <p:spPr>
          <a:xfrm>
            <a:off x="4017897" y="4848292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2" name="레일 태그"/>
          <p:cNvSpPr>
            <a:spLocks noGrp="1"/>
          </p:cNvSpPr>
          <p:nvPr>
            <p:ph type="body" sz="quarter" idx="52"/>
          </p:nvPr>
        </p:nvSpPr>
        <p:spPr>
          <a:xfrm>
            <a:off x="4017897" y="4848292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포용문화</a:t>
            </a:r>
          </a:p>
        </p:txBody>
      </p:sp>
      <p:sp>
        <p:nvSpPr>
          <p:cNvPr id="83" name="레일 라벨"/>
          <p:cNvSpPr>
            <a:spLocks noGrp="1"/>
          </p:cNvSpPr>
          <p:nvPr>
            <p:ph type="body" sz="quarter" idx="53"/>
          </p:nvPr>
        </p:nvSpPr>
        <p:spPr>
          <a:xfrm>
            <a:off x="3930652" y="5034553"/>
            <a:ext cx="734087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존중과 화합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문화 조성</a:t>
            </a:r>
          </a:p>
        </p:txBody>
      </p:sp>
      <p:sp>
        <p:nvSpPr>
          <p:cNvPr id="84" name="패널 본문"/>
          <p:cNvSpPr>
            <a:spLocks noGrp="1"/>
          </p:cNvSpPr>
          <p:nvPr>
            <p:ph type="body" sz="quarter" idx="54"/>
          </p:nvPr>
        </p:nvSpPr>
        <p:spPr>
          <a:xfrm>
            <a:off x="4708565" y="4793510"/>
            <a:ext cx="2281696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매월 11·22일, 화합의 날 지정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 자녀 초청 탐험기 행사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 참여 명예로운퇴임식</a:t>
            </a:r>
          </a:p>
        </p:txBody>
      </p:sp>
      <p:cxnSp>
        <p:nvCxnSpPr>
          <p:cNvPr id="85" name="Connector 63"/>
          <p:cNvCxnSpPr/>
          <p:nvPr/>
        </p:nvCxnSpPr>
        <p:spPr>
          <a:xfrm>
            <a:off x="4708565" y="5449085"/>
            <a:ext cx="2259783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6" name="레일"/>
          <p:cNvSpPr/>
          <p:nvPr/>
        </p:nvSpPr>
        <p:spPr>
          <a:xfrm>
            <a:off x="3930652" y="5460042"/>
            <a:ext cx="734087" cy="633663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레일 태그"/>
          <p:cNvSpPr/>
          <p:nvPr/>
        </p:nvSpPr>
        <p:spPr>
          <a:xfrm>
            <a:off x="4017897" y="5503868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88" name="레일 태그"/>
          <p:cNvSpPr>
            <a:spLocks noGrp="1"/>
          </p:cNvSpPr>
          <p:nvPr>
            <p:ph type="body" sz="quarter" idx="55"/>
          </p:nvPr>
        </p:nvSpPr>
        <p:spPr>
          <a:xfrm>
            <a:off x="4017897" y="5503868"/>
            <a:ext cx="559596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협력문화</a:t>
            </a:r>
          </a:p>
        </p:txBody>
      </p:sp>
      <p:sp>
        <p:nvSpPr>
          <p:cNvPr id="89" name="레일 라벨"/>
          <p:cNvSpPr>
            <a:spLocks noGrp="1"/>
          </p:cNvSpPr>
          <p:nvPr>
            <p:ph type="body" sz="quarter" idx="56"/>
          </p:nvPr>
        </p:nvSpPr>
        <p:spPr>
          <a:xfrm>
            <a:off x="3930652" y="5690129"/>
            <a:ext cx="734087" cy="3816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파트너십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프로그램</a:t>
            </a:r>
          </a:p>
        </p:txBody>
      </p:sp>
      <p:sp>
        <p:nvSpPr>
          <p:cNvPr id="90" name="패널 본문"/>
          <p:cNvSpPr>
            <a:spLocks noGrp="1"/>
          </p:cNvSpPr>
          <p:nvPr>
            <p:ph type="body" sz="quarter" idx="57"/>
          </p:nvPr>
        </p:nvSpPr>
        <p:spPr>
          <a:xfrm>
            <a:off x="4708565" y="5449085"/>
            <a:ext cx="2281696" cy="655576"/>
          </a:xfrm>
          <a:prstGeom prst="rect">
            <a:avLst/>
          </a:prstGeom>
          <a:noFill/>
          <a:ln>
            <a:noFill/>
          </a:ln>
        </p:spPr>
        <p:txBody>
          <a:bodyPr wrap="square" lIns="43200" tIns="10800" rIns="18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팀워크 '동행'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공유와 공감대 형성</a:t>
            </a:r>
          </a:p>
        </p:txBody>
      </p:sp>
      <p:sp>
        <p:nvSpPr>
          <p:cNvPr id="91" name="형광 밑줄"/>
          <p:cNvSpPr/>
          <p:nvPr/>
        </p:nvSpPr>
        <p:spPr>
          <a:xfrm>
            <a:off x="723130" y="6400487"/>
            <a:ext cx="2719989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소제목"/>
          <p:cNvSpPr>
            <a:spLocks noGrp="1"/>
          </p:cNvSpPr>
          <p:nvPr>
            <p:ph type="body" sz="quarter" idx="58"/>
          </p:nvPr>
        </p:nvSpPr>
        <p:spPr>
          <a:xfrm>
            <a:off x="723130" y="6247096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 상생협력 선포 및 상생의 달 지정·운영</a:t>
            </a:r>
          </a:p>
        </p:txBody>
      </p:sp>
      <p:sp>
        <p:nvSpPr>
          <p:cNvPr id="93" name="태그칩"/>
          <p:cNvSpPr/>
          <p:nvPr/>
        </p:nvSpPr>
        <p:spPr>
          <a:xfrm>
            <a:off x="3541728" y="6279965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4" name="태그칩"/>
          <p:cNvSpPr>
            <a:spLocks noGrp="1"/>
          </p:cNvSpPr>
          <p:nvPr>
            <p:ph type="body" sz="quarter" idx="59"/>
          </p:nvPr>
        </p:nvSpPr>
        <p:spPr>
          <a:xfrm>
            <a:off x="3541728" y="6279965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95" name="태그칩"/>
          <p:cNvSpPr/>
          <p:nvPr/>
        </p:nvSpPr>
        <p:spPr>
          <a:xfrm>
            <a:off x="3912879" y="6279965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6" name="태그칩"/>
          <p:cNvSpPr>
            <a:spLocks noGrp="1"/>
          </p:cNvSpPr>
          <p:nvPr>
            <p:ph type="body" sz="quarter" idx="60"/>
          </p:nvPr>
        </p:nvSpPr>
        <p:spPr>
          <a:xfrm>
            <a:off x="3912879" y="6279965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97" name="라벨 박스"/>
          <p:cNvSpPr/>
          <p:nvPr/>
        </p:nvSpPr>
        <p:spPr>
          <a:xfrm>
            <a:off x="723130" y="6542922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레일"/>
          <p:cNvSpPr/>
          <p:nvPr/>
        </p:nvSpPr>
        <p:spPr>
          <a:xfrm>
            <a:off x="734087" y="6553878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9" name="레일"/>
          <p:cNvSpPr>
            <a:spLocks noGrp="1"/>
          </p:cNvSpPr>
          <p:nvPr>
            <p:ph type="body" sz="quarter" idx="61"/>
          </p:nvPr>
        </p:nvSpPr>
        <p:spPr>
          <a:xfrm>
            <a:off x="734087" y="6553878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00" name="본문"/>
          <p:cNvSpPr>
            <a:spLocks noGrp="1"/>
          </p:cNvSpPr>
          <p:nvPr>
            <p:ph type="body" sz="quarter" idx="62"/>
          </p:nvPr>
        </p:nvSpPr>
        <p:spPr>
          <a:xfrm>
            <a:off x="1358609" y="6559357"/>
            <a:ext cx="5631652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소통·긍정 조직문화를 기반으로 상생 협력적 노사관계 문화 확산, 파트너십 강화 추진</a:t>
            </a:r>
          </a:p>
        </p:txBody>
      </p:sp>
      <p:sp>
        <p:nvSpPr>
          <p:cNvPr id="101" name="표 외곽"/>
          <p:cNvSpPr/>
          <p:nvPr/>
        </p:nvSpPr>
        <p:spPr>
          <a:xfrm>
            <a:off x="723130" y="6877096"/>
            <a:ext cx="6300000" cy="267160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레일"/>
          <p:cNvSpPr/>
          <p:nvPr/>
        </p:nvSpPr>
        <p:spPr>
          <a:xfrm>
            <a:off x="734087" y="6893530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03" name="레일"/>
          <p:cNvSpPr>
            <a:spLocks noGrp="1"/>
          </p:cNvSpPr>
          <p:nvPr>
            <p:ph type="body" sz="quarter" idx="63"/>
          </p:nvPr>
        </p:nvSpPr>
        <p:spPr>
          <a:xfrm>
            <a:off x="734087" y="6893530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104" name="머리칸"/>
          <p:cNvSpPr/>
          <p:nvPr/>
        </p:nvSpPr>
        <p:spPr>
          <a:xfrm>
            <a:off x="1347652" y="69154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5" name="머리칸"/>
          <p:cNvSpPr>
            <a:spLocks noGrp="1"/>
          </p:cNvSpPr>
          <p:nvPr>
            <p:ph type="body" sz="quarter" idx="64"/>
          </p:nvPr>
        </p:nvSpPr>
        <p:spPr>
          <a:xfrm>
            <a:off x="1347652" y="69154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06" name="머리칸"/>
          <p:cNvSpPr/>
          <p:nvPr/>
        </p:nvSpPr>
        <p:spPr>
          <a:xfrm>
            <a:off x="4171696" y="69154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7" name="머리칸"/>
          <p:cNvSpPr>
            <a:spLocks noGrp="1"/>
          </p:cNvSpPr>
          <p:nvPr>
            <p:ph type="body" sz="quarter" idx="65"/>
          </p:nvPr>
        </p:nvSpPr>
        <p:spPr>
          <a:xfrm>
            <a:off x="4171696" y="69154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08" name="칸 본문"/>
          <p:cNvSpPr>
            <a:spLocks noGrp="1"/>
          </p:cNvSpPr>
          <p:nvPr>
            <p:ph type="body" sz="quarter" idx="66"/>
          </p:nvPr>
        </p:nvSpPr>
        <p:spPr>
          <a:xfrm>
            <a:off x="1358609" y="7156487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109" name="칸 본문"/>
          <p:cNvSpPr>
            <a:spLocks noGrp="1"/>
          </p:cNvSpPr>
          <p:nvPr>
            <p:ph type="body" sz="quarter" idx="67"/>
          </p:nvPr>
        </p:nvSpPr>
        <p:spPr>
          <a:xfrm>
            <a:off x="4182652" y="7156487"/>
            <a:ext cx="280213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cxnSp>
        <p:nvCxnSpPr>
          <p:cNvPr id="110" name="Connector 81"/>
          <p:cNvCxnSpPr/>
          <p:nvPr/>
        </p:nvCxnSpPr>
        <p:spPr>
          <a:xfrm>
            <a:off x="4171696" y="7189357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1" name="레일"/>
          <p:cNvSpPr/>
          <p:nvPr/>
        </p:nvSpPr>
        <p:spPr>
          <a:xfrm>
            <a:off x="734087" y="7576497"/>
            <a:ext cx="580696" cy="85188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레일 태그"/>
          <p:cNvSpPr/>
          <p:nvPr/>
        </p:nvSpPr>
        <p:spPr>
          <a:xfrm>
            <a:off x="854405" y="7740845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13" name="레일 태그"/>
          <p:cNvSpPr>
            <a:spLocks noGrp="1"/>
          </p:cNvSpPr>
          <p:nvPr>
            <p:ph type="body" sz="quarter" idx="68"/>
          </p:nvPr>
        </p:nvSpPr>
        <p:spPr>
          <a:xfrm>
            <a:off x="854405" y="7740845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114" name="레일 라벨"/>
          <p:cNvSpPr>
            <a:spLocks noGrp="1"/>
          </p:cNvSpPr>
          <p:nvPr>
            <p:ph type="body" sz="quarter" idx="69"/>
          </p:nvPr>
        </p:nvSpPr>
        <p:spPr>
          <a:xfrm>
            <a:off x="734087" y="7927106"/>
            <a:ext cx="580696" cy="479363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115" name="레일 삼각형"/>
          <p:cNvSpPr/>
          <p:nvPr/>
        </p:nvSpPr>
        <p:spPr>
          <a:xfrm>
            <a:off x="734086" y="7576497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머리칸"/>
          <p:cNvSpPr/>
          <p:nvPr/>
        </p:nvSpPr>
        <p:spPr>
          <a:xfrm>
            <a:off x="1347652" y="7598410"/>
            <a:ext cx="4519565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17" name="머리칸"/>
          <p:cNvSpPr>
            <a:spLocks noGrp="1"/>
          </p:cNvSpPr>
          <p:nvPr>
            <p:ph type="body" sz="quarter" idx="70"/>
          </p:nvPr>
        </p:nvSpPr>
        <p:spPr>
          <a:xfrm>
            <a:off x="1347652" y="7598410"/>
            <a:ext cx="4519565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118" name="칸 본문"/>
          <p:cNvSpPr>
            <a:spLocks noGrp="1"/>
          </p:cNvSpPr>
          <p:nvPr>
            <p:ph type="body" sz="quarter" idx="71"/>
          </p:nvPr>
        </p:nvSpPr>
        <p:spPr>
          <a:xfrm>
            <a:off x="1358609" y="7839454"/>
            <a:ext cx="4514087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119" name="사진 칸"/>
          <p:cNvSpPr/>
          <p:nvPr/>
        </p:nvSpPr>
        <p:spPr>
          <a:xfrm>
            <a:off x="5916522" y="7603889"/>
            <a:ext cx="1079217" cy="797103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120" name="사진 칸"/>
          <p:cNvSpPr>
            <a:spLocks noGrp="1"/>
          </p:cNvSpPr>
          <p:nvPr>
            <p:ph type="body" sz="quarter" idx="72"/>
          </p:nvPr>
        </p:nvSpPr>
        <p:spPr>
          <a:xfrm>
            <a:off x="5916522" y="7603889"/>
            <a:ext cx="1079217" cy="797103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121" name="레일"/>
          <p:cNvSpPr/>
          <p:nvPr/>
        </p:nvSpPr>
        <p:spPr>
          <a:xfrm>
            <a:off x="734087" y="8444817"/>
            <a:ext cx="580696" cy="1087450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2" name="레일 태그"/>
          <p:cNvSpPr/>
          <p:nvPr/>
        </p:nvSpPr>
        <p:spPr>
          <a:xfrm>
            <a:off x="854405" y="8609165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/>
        </p:txBody>
      </p:sp>
      <p:sp>
        <p:nvSpPr>
          <p:cNvPr id="123" name="레일 태그"/>
          <p:cNvSpPr>
            <a:spLocks noGrp="1"/>
          </p:cNvSpPr>
          <p:nvPr>
            <p:ph type="body" sz="quarter" idx="73"/>
          </p:nvPr>
        </p:nvSpPr>
        <p:spPr>
          <a:xfrm>
            <a:off x="854405" y="8609165"/>
            <a:ext cx="340059" cy="186261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7200" rIns="7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124" name="레일 라벨"/>
          <p:cNvSpPr>
            <a:spLocks noGrp="1"/>
          </p:cNvSpPr>
          <p:nvPr>
            <p:ph type="body" sz="quarter" idx="74"/>
          </p:nvPr>
        </p:nvSpPr>
        <p:spPr>
          <a:xfrm>
            <a:off x="734087" y="8795426"/>
            <a:ext cx="580696" cy="714929"/>
          </a:xfrm>
          <a:prstGeom prst="rect">
            <a:avLst/>
          </a:prstGeom>
          <a:noFill/>
          <a:ln>
            <a:noFill/>
          </a:ln>
        </p:spPr>
        <p:txBody>
          <a:bodyPr wrap="square" lIns="10800" tIns="0" rIns="1080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125" name="레일 삼각형"/>
          <p:cNvSpPr/>
          <p:nvPr/>
        </p:nvSpPr>
        <p:spPr>
          <a:xfrm>
            <a:off x="734086" y="8444817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배너"/>
          <p:cNvSpPr/>
          <p:nvPr/>
        </p:nvSpPr>
        <p:spPr>
          <a:xfrm>
            <a:off x="1347652" y="8466730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27" name="배너"/>
          <p:cNvSpPr>
            <a:spLocks noGrp="1"/>
          </p:cNvSpPr>
          <p:nvPr>
            <p:ph type="body" sz="quarter" idx="75"/>
          </p:nvPr>
        </p:nvSpPr>
        <p:spPr>
          <a:xfrm>
            <a:off x="1347652" y="8466730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128" name="머리칸"/>
          <p:cNvSpPr/>
          <p:nvPr/>
        </p:nvSpPr>
        <p:spPr>
          <a:xfrm>
            <a:off x="1347652" y="87022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29" name="머리칸"/>
          <p:cNvSpPr>
            <a:spLocks noGrp="1"/>
          </p:cNvSpPr>
          <p:nvPr>
            <p:ph type="body" sz="quarter" idx="76"/>
          </p:nvPr>
        </p:nvSpPr>
        <p:spPr>
          <a:xfrm>
            <a:off x="1347652" y="87022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130" name="머리칸"/>
          <p:cNvSpPr/>
          <p:nvPr/>
        </p:nvSpPr>
        <p:spPr>
          <a:xfrm>
            <a:off x="3230348" y="87022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1" name="머리칸"/>
          <p:cNvSpPr>
            <a:spLocks noGrp="1"/>
          </p:cNvSpPr>
          <p:nvPr>
            <p:ph type="body" sz="quarter" idx="77"/>
          </p:nvPr>
        </p:nvSpPr>
        <p:spPr>
          <a:xfrm>
            <a:off x="3230348" y="87022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132" name="머리칸"/>
          <p:cNvSpPr/>
          <p:nvPr/>
        </p:nvSpPr>
        <p:spPr>
          <a:xfrm>
            <a:off x="5113043" y="8702296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33" name="머리칸"/>
          <p:cNvSpPr>
            <a:spLocks noGrp="1"/>
          </p:cNvSpPr>
          <p:nvPr>
            <p:ph type="body" sz="quarter" idx="78"/>
          </p:nvPr>
        </p:nvSpPr>
        <p:spPr>
          <a:xfrm>
            <a:off x="5113043" y="8702296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134" name="칸 본문"/>
          <p:cNvSpPr>
            <a:spLocks noGrp="1"/>
          </p:cNvSpPr>
          <p:nvPr>
            <p:ph type="body" sz="quarter" idx="79"/>
          </p:nvPr>
        </p:nvSpPr>
        <p:spPr>
          <a:xfrm>
            <a:off x="1358609" y="8943339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135" name="칸 본문"/>
          <p:cNvSpPr>
            <a:spLocks noGrp="1"/>
          </p:cNvSpPr>
          <p:nvPr>
            <p:ph type="body" sz="quarter" idx="80"/>
          </p:nvPr>
        </p:nvSpPr>
        <p:spPr>
          <a:xfrm>
            <a:off x="3241304" y="8943339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cxnSp>
        <p:nvCxnSpPr>
          <p:cNvPr id="136" name="Connector 99"/>
          <p:cNvCxnSpPr/>
          <p:nvPr/>
        </p:nvCxnSpPr>
        <p:spPr>
          <a:xfrm>
            <a:off x="3230348" y="8976209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37" name="칸 본문"/>
          <p:cNvSpPr>
            <a:spLocks noGrp="1"/>
          </p:cNvSpPr>
          <p:nvPr>
            <p:ph type="body" sz="quarter" idx="81"/>
          </p:nvPr>
        </p:nvSpPr>
        <p:spPr>
          <a:xfrm>
            <a:off x="5124000" y="8943339"/>
            <a:ext cx="1860783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  <p:cxnSp>
        <p:nvCxnSpPr>
          <p:cNvPr id="138" name="Connector 101"/>
          <p:cNvCxnSpPr/>
          <p:nvPr/>
        </p:nvCxnSpPr>
        <p:spPr>
          <a:xfrm>
            <a:off x="5113043" y="8976209"/>
            <a:ext cx="0" cy="50127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6 소통·공감대면 (2/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표 외곽"/>
          <p:cNvSpPr/>
          <p:nvPr/>
        </p:nvSpPr>
        <p:spPr>
          <a:xfrm>
            <a:off x="536870" y="766957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레일"/>
          <p:cNvSpPr/>
          <p:nvPr/>
        </p:nvSpPr>
        <p:spPr>
          <a:xfrm>
            <a:off x="547826" y="783391"/>
            <a:ext cx="580696" cy="677489"/>
          </a:xfrm>
          <a:prstGeom prst="rect">
            <a:avLst/>
          </a:prstGeom>
          <a:pattFill prst="trellis">
            <a:fgClr>
              <a:srgbClr val="00A4A8"/>
            </a:fgClr>
            <a:bgClr>
              <a:srgbClr val="008C6B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2" name="레일"/>
          <p:cNvSpPr>
            <a:spLocks noGrp="1"/>
          </p:cNvSpPr>
          <p:nvPr>
            <p:ph type="body" sz="quarter" idx="20"/>
          </p:nvPr>
        </p:nvSpPr>
        <p:spPr>
          <a:xfrm>
            <a:off x="547826" y="783391"/>
            <a:ext cx="580696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13" name="머리칸"/>
          <p:cNvSpPr/>
          <p:nvPr/>
        </p:nvSpPr>
        <p:spPr>
          <a:xfrm>
            <a:off x="1161391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4" name="머리칸"/>
          <p:cNvSpPr>
            <a:spLocks noGrp="1"/>
          </p:cNvSpPr>
          <p:nvPr>
            <p:ph type="body" sz="quarter" idx="21"/>
          </p:nvPr>
        </p:nvSpPr>
        <p:spPr>
          <a:xfrm>
            <a:off x="1161391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15" name="머리칸"/>
          <p:cNvSpPr/>
          <p:nvPr/>
        </p:nvSpPr>
        <p:spPr>
          <a:xfrm>
            <a:off x="3985435" y="805304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6" name="머리칸"/>
          <p:cNvSpPr>
            <a:spLocks noGrp="1"/>
          </p:cNvSpPr>
          <p:nvPr>
            <p:ph type="body" sz="quarter" idx="22"/>
          </p:nvPr>
        </p:nvSpPr>
        <p:spPr>
          <a:xfrm>
            <a:off x="3985435" y="805304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3"/>
          </p:nvPr>
        </p:nvSpPr>
        <p:spPr>
          <a:xfrm>
            <a:off x="1172348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4"/>
          </p:nvPr>
        </p:nvSpPr>
        <p:spPr>
          <a:xfrm>
            <a:off x="3996391" y="1046348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19" name="Connector 12"/>
          <p:cNvCxnSpPr/>
          <p:nvPr/>
        </p:nvCxnSpPr>
        <p:spPr>
          <a:xfrm>
            <a:off x="3985435" y="107921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0" name="핵심성과 박스"/>
          <p:cNvSpPr/>
          <p:nvPr/>
        </p:nvSpPr>
        <p:spPr>
          <a:xfrm>
            <a:off x="536870" y="1564967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핵심성과 라벨"/>
          <p:cNvSpPr/>
          <p:nvPr/>
        </p:nvSpPr>
        <p:spPr>
          <a:xfrm>
            <a:off x="569739" y="1603315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22" name="핵심성과 라벨"/>
          <p:cNvSpPr>
            <a:spLocks noGrp="1"/>
          </p:cNvSpPr>
          <p:nvPr>
            <p:ph type="body" sz="quarter" idx="25"/>
          </p:nvPr>
        </p:nvSpPr>
        <p:spPr>
          <a:xfrm>
            <a:off x="569739" y="1603315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23" name="핵심성과 문구"/>
          <p:cNvSpPr>
            <a:spLocks noGrp="1"/>
          </p:cNvSpPr>
          <p:nvPr>
            <p:ph type="body" sz="quarter" idx="26"/>
          </p:nvPr>
        </p:nvSpPr>
        <p:spPr>
          <a:xfrm>
            <a:off x="1314783" y="1581402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노사소통지수 전년대비 1.6점 상승(89.3 → 90.9점)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07 교육체계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교육체계 수립과 내·외부 역량 활용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20386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노사 현안별 전문성을 추구하는 노무 역량 교육체계</a:t>
            </a:r>
          </a:p>
        </p:txBody>
      </p:sp>
      <p:sp>
        <p:nvSpPr>
          <p:cNvPr id="16" name="태그칩"/>
          <p:cNvSpPr/>
          <p:nvPr/>
        </p:nvSpPr>
        <p:spPr>
          <a:xfrm>
            <a:off x="4025603" y="1238087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7" name="태그칩"/>
          <p:cNvSpPr>
            <a:spLocks noGrp="1"/>
          </p:cNvSpPr>
          <p:nvPr>
            <p:ph type="body" sz="quarter" idx="23"/>
          </p:nvPr>
        </p:nvSpPr>
        <p:spPr>
          <a:xfrm>
            <a:off x="4025603" y="1238087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8" name="라벨 박스"/>
          <p:cNvSpPr/>
          <p:nvPr/>
        </p:nvSpPr>
        <p:spPr>
          <a:xfrm>
            <a:off x="723130" y="1501043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레일"/>
          <p:cNvSpPr/>
          <p:nvPr/>
        </p:nvSpPr>
        <p:spPr>
          <a:xfrm>
            <a:off x="734087" y="1512000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0" name="레일"/>
          <p:cNvSpPr>
            <a:spLocks noGrp="1"/>
          </p:cNvSpPr>
          <p:nvPr>
            <p:ph type="body" sz="quarter" idx="24"/>
          </p:nvPr>
        </p:nvSpPr>
        <p:spPr>
          <a:xfrm>
            <a:off x="734087" y="1512000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21" name="가운데 글"/>
          <p:cNvSpPr>
            <a:spLocks noGrp="1"/>
          </p:cNvSpPr>
          <p:nvPr>
            <p:ph type="body" sz="quarter" idx="25"/>
          </p:nvPr>
        </p:nvSpPr>
        <p:spPr>
          <a:xfrm>
            <a:off x="1358609" y="1517478"/>
            <a:ext cx="5631652" cy="26204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22" name="라벨 박스"/>
          <p:cNvSpPr/>
          <p:nvPr/>
        </p:nvSpPr>
        <p:spPr>
          <a:xfrm>
            <a:off x="723130" y="1850744"/>
            <a:ext cx="6300000" cy="699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734087" y="1861701"/>
            <a:ext cx="591652" cy="677489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>
          <a:xfrm>
            <a:off x="734087" y="1861701"/>
            <a:ext cx="591652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5" name="머리칸"/>
          <p:cNvSpPr/>
          <p:nvPr/>
        </p:nvSpPr>
        <p:spPr>
          <a:xfrm>
            <a:off x="1358609" y="1878136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6" name="머리칸"/>
          <p:cNvSpPr>
            <a:spLocks noGrp="1"/>
          </p:cNvSpPr>
          <p:nvPr>
            <p:ph type="body" sz="quarter" idx="27"/>
          </p:nvPr>
        </p:nvSpPr>
        <p:spPr>
          <a:xfrm>
            <a:off x="1358609" y="1878136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7" name="머리칸"/>
          <p:cNvSpPr/>
          <p:nvPr/>
        </p:nvSpPr>
        <p:spPr>
          <a:xfrm>
            <a:off x="4174435" y="1878136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8" name="머리칸"/>
          <p:cNvSpPr>
            <a:spLocks noGrp="1"/>
          </p:cNvSpPr>
          <p:nvPr>
            <p:ph type="body" sz="quarter" idx="28"/>
          </p:nvPr>
        </p:nvSpPr>
        <p:spPr>
          <a:xfrm>
            <a:off x="4174435" y="1878136"/>
            <a:ext cx="279939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29"/>
          </p:nvPr>
        </p:nvSpPr>
        <p:spPr>
          <a:xfrm>
            <a:off x="1369565" y="2119179"/>
            <a:ext cx="2793913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0"/>
          </p:nvPr>
        </p:nvSpPr>
        <p:spPr>
          <a:xfrm>
            <a:off x="4185391" y="2119179"/>
            <a:ext cx="2793913" cy="41453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4174435" y="2152049"/>
            <a:ext cx="0" cy="34879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라벨 박스"/>
          <p:cNvSpPr/>
          <p:nvPr/>
        </p:nvSpPr>
        <p:spPr>
          <a:xfrm>
            <a:off x="723130" y="2604929"/>
            <a:ext cx="6300000" cy="29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레일"/>
          <p:cNvSpPr/>
          <p:nvPr/>
        </p:nvSpPr>
        <p:spPr>
          <a:xfrm>
            <a:off x="734087" y="2615885"/>
            <a:ext cx="591652" cy="27300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4" name="레일"/>
          <p:cNvSpPr>
            <a:spLocks noGrp="1"/>
          </p:cNvSpPr>
          <p:nvPr>
            <p:ph type="body" sz="quarter" idx="31"/>
          </p:nvPr>
        </p:nvSpPr>
        <p:spPr>
          <a:xfrm>
            <a:off x="734087" y="2615885"/>
            <a:ext cx="591652" cy="27300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35" name="강조 바"/>
          <p:cNvSpPr/>
          <p:nvPr/>
        </p:nvSpPr>
        <p:spPr>
          <a:xfrm>
            <a:off x="1358609" y="2637798"/>
            <a:ext cx="5631652" cy="22917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강조 바 글"/>
          <p:cNvSpPr>
            <a:spLocks noGrp="1"/>
          </p:cNvSpPr>
          <p:nvPr>
            <p:ph type="body" sz="quarter" idx="32"/>
          </p:nvPr>
        </p:nvSpPr>
        <p:spPr>
          <a:xfrm>
            <a:off x="1358609" y="2637798"/>
            <a:ext cx="5631652" cy="22917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37" name="라벨 박스"/>
          <p:cNvSpPr/>
          <p:nvPr/>
        </p:nvSpPr>
        <p:spPr>
          <a:xfrm>
            <a:off x="723130" y="2954630"/>
            <a:ext cx="6300000" cy="68844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레일"/>
          <p:cNvSpPr/>
          <p:nvPr/>
        </p:nvSpPr>
        <p:spPr>
          <a:xfrm>
            <a:off x="734087" y="2965586"/>
            <a:ext cx="591652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9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2965586"/>
            <a:ext cx="591652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40" name="머리칸"/>
          <p:cNvSpPr/>
          <p:nvPr/>
        </p:nvSpPr>
        <p:spPr>
          <a:xfrm>
            <a:off x="1358609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1" name="머리칸"/>
          <p:cNvSpPr>
            <a:spLocks noGrp="1"/>
          </p:cNvSpPr>
          <p:nvPr>
            <p:ph type="body" sz="quarter" idx="34"/>
          </p:nvPr>
        </p:nvSpPr>
        <p:spPr>
          <a:xfrm>
            <a:off x="1358609" y="2982021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42" name="머리칸"/>
          <p:cNvSpPr/>
          <p:nvPr/>
        </p:nvSpPr>
        <p:spPr>
          <a:xfrm>
            <a:off x="3235826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3" name="머리칸"/>
          <p:cNvSpPr>
            <a:spLocks noGrp="1"/>
          </p:cNvSpPr>
          <p:nvPr>
            <p:ph type="body" sz="quarter" idx="35"/>
          </p:nvPr>
        </p:nvSpPr>
        <p:spPr>
          <a:xfrm>
            <a:off x="3235826" y="2982021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44" name="머리칸"/>
          <p:cNvSpPr/>
          <p:nvPr/>
        </p:nvSpPr>
        <p:spPr>
          <a:xfrm>
            <a:off x="5113043" y="2982021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5" name="머리칸"/>
          <p:cNvSpPr>
            <a:spLocks noGrp="1"/>
          </p:cNvSpPr>
          <p:nvPr>
            <p:ph type="body" sz="quarter" idx="36"/>
          </p:nvPr>
        </p:nvSpPr>
        <p:spPr>
          <a:xfrm>
            <a:off x="5113043" y="2982021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7"/>
          </p:nvPr>
        </p:nvSpPr>
        <p:spPr>
          <a:xfrm>
            <a:off x="1369565" y="3223064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8"/>
          </p:nvPr>
        </p:nvSpPr>
        <p:spPr>
          <a:xfrm>
            <a:off x="3246783" y="3223064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cxnSp>
        <p:nvCxnSpPr>
          <p:cNvPr id="48" name="Connector 32"/>
          <p:cNvCxnSpPr/>
          <p:nvPr/>
        </p:nvCxnSpPr>
        <p:spPr>
          <a:xfrm>
            <a:off x="3235826" y="3255934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칸 본문"/>
          <p:cNvSpPr>
            <a:spLocks noGrp="1"/>
          </p:cNvSpPr>
          <p:nvPr>
            <p:ph type="body" sz="quarter" idx="39"/>
          </p:nvPr>
        </p:nvSpPr>
        <p:spPr>
          <a:xfrm>
            <a:off x="5124000" y="3223064"/>
            <a:ext cx="1855304" cy="40357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cxnSp>
        <p:nvCxnSpPr>
          <p:cNvPr id="50" name="Connector 34"/>
          <p:cNvCxnSpPr/>
          <p:nvPr/>
        </p:nvCxnSpPr>
        <p:spPr>
          <a:xfrm>
            <a:off x="5113043" y="3255934"/>
            <a:ext cx="0" cy="33783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삼각 화살표"/>
          <p:cNvSpPr/>
          <p:nvPr/>
        </p:nvSpPr>
        <p:spPr>
          <a:xfrm>
            <a:off x="4010086" y="3686900"/>
            <a:ext cx="350609" cy="142435"/>
          </a:xfrm>
          <a:custGeom>
            <a:avLst/>
            <a:gdLst/>
            <a:ahLst/>
            <a:cxnLst/>
            <a:rect l="l" t="t" r="r" b="b"/>
            <a:pathLst>
              <a:path w="350609" h="142435">
                <a:moveTo>
                  <a:pt x="0" y="0"/>
                </a:moveTo>
                <a:lnTo>
                  <a:pt x="350609" y="0"/>
                </a:lnTo>
                <a:lnTo>
                  <a:pt x="175305" y="142435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형광 밑줄"/>
          <p:cNvSpPr/>
          <p:nvPr/>
        </p:nvSpPr>
        <p:spPr>
          <a:xfrm>
            <a:off x="723130" y="6420553"/>
            <a:ext cx="2773571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소제목"/>
          <p:cNvSpPr>
            <a:spLocks noGrp="1"/>
          </p:cNvSpPr>
          <p:nvPr>
            <p:ph type="body" sz="quarter" idx="40"/>
          </p:nvPr>
        </p:nvSpPr>
        <p:spPr>
          <a:xfrm>
            <a:off x="723130" y="6267162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협의체 참여와 외부역량 활용으로 현안 대응</a:t>
            </a:r>
          </a:p>
        </p:txBody>
      </p:sp>
      <p:sp>
        <p:nvSpPr>
          <p:cNvPr id="54" name="태그칩"/>
          <p:cNvSpPr/>
          <p:nvPr/>
        </p:nvSpPr>
        <p:spPr>
          <a:xfrm>
            <a:off x="3595310" y="6300031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5" name="태그칩"/>
          <p:cNvSpPr>
            <a:spLocks noGrp="1"/>
          </p:cNvSpPr>
          <p:nvPr>
            <p:ph type="body" sz="quarter" idx="41"/>
          </p:nvPr>
        </p:nvSpPr>
        <p:spPr>
          <a:xfrm>
            <a:off x="3595310" y="6300031"/>
            <a:ext cx="60639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56" name="표 외곽"/>
          <p:cNvSpPr/>
          <p:nvPr/>
        </p:nvSpPr>
        <p:spPr>
          <a:xfrm>
            <a:off x="723130" y="6552031"/>
            <a:ext cx="6300000" cy="23465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레일"/>
          <p:cNvSpPr/>
          <p:nvPr/>
        </p:nvSpPr>
        <p:spPr>
          <a:xfrm>
            <a:off x="734087" y="6568466"/>
            <a:ext cx="580696" cy="114861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8" name="레일"/>
          <p:cNvSpPr>
            <a:spLocks noGrp="1"/>
          </p:cNvSpPr>
          <p:nvPr>
            <p:ph type="body" sz="quarter" idx="42"/>
          </p:nvPr>
        </p:nvSpPr>
        <p:spPr>
          <a:xfrm>
            <a:off x="734087" y="6568466"/>
            <a:ext cx="580696" cy="114861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59" name="배너"/>
          <p:cNvSpPr/>
          <p:nvPr/>
        </p:nvSpPr>
        <p:spPr>
          <a:xfrm>
            <a:off x="1347652" y="6590379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60" name="배너"/>
          <p:cNvSpPr>
            <a:spLocks noGrp="1"/>
          </p:cNvSpPr>
          <p:nvPr>
            <p:ph type="body" sz="quarter" idx="43"/>
          </p:nvPr>
        </p:nvSpPr>
        <p:spPr>
          <a:xfrm>
            <a:off x="1347652" y="6590379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61" name="머리칸"/>
          <p:cNvSpPr/>
          <p:nvPr/>
        </p:nvSpPr>
        <p:spPr>
          <a:xfrm>
            <a:off x="1347652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2" name="머리칸"/>
          <p:cNvSpPr>
            <a:spLocks noGrp="1"/>
          </p:cNvSpPr>
          <p:nvPr>
            <p:ph type="body" sz="quarter" idx="44"/>
          </p:nvPr>
        </p:nvSpPr>
        <p:spPr>
          <a:xfrm>
            <a:off x="1347652" y="6825944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63" name="머리칸"/>
          <p:cNvSpPr/>
          <p:nvPr/>
        </p:nvSpPr>
        <p:spPr>
          <a:xfrm>
            <a:off x="3230348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4" name="머리칸"/>
          <p:cNvSpPr>
            <a:spLocks noGrp="1"/>
          </p:cNvSpPr>
          <p:nvPr>
            <p:ph type="body" sz="quarter" idx="45"/>
          </p:nvPr>
        </p:nvSpPr>
        <p:spPr>
          <a:xfrm>
            <a:off x="3230348" y="6825944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65" name="머리칸"/>
          <p:cNvSpPr/>
          <p:nvPr/>
        </p:nvSpPr>
        <p:spPr>
          <a:xfrm>
            <a:off x="5113043" y="6825944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6" name="머리칸"/>
          <p:cNvSpPr>
            <a:spLocks noGrp="1"/>
          </p:cNvSpPr>
          <p:nvPr>
            <p:ph type="body" sz="quarter" idx="46"/>
          </p:nvPr>
        </p:nvSpPr>
        <p:spPr>
          <a:xfrm>
            <a:off x="5113043" y="6825944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67" name="칸 본문"/>
          <p:cNvSpPr>
            <a:spLocks noGrp="1"/>
          </p:cNvSpPr>
          <p:nvPr>
            <p:ph type="body" sz="quarter" idx="47"/>
          </p:nvPr>
        </p:nvSpPr>
        <p:spPr>
          <a:xfrm>
            <a:off x="1358609" y="7066988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68" name="칸 본문"/>
          <p:cNvSpPr>
            <a:spLocks noGrp="1"/>
          </p:cNvSpPr>
          <p:nvPr>
            <p:ph type="body" sz="quarter" idx="48"/>
          </p:nvPr>
        </p:nvSpPr>
        <p:spPr>
          <a:xfrm>
            <a:off x="3241304" y="7066988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69" name="Connector 48"/>
          <p:cNvCxnSpPr/>
          <p:nvPr/>
        </p:nvCxnSpPr>
        <p:spPr>
          <a:xfrm>
            <a:off x="3230348" y="70998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칸 본문"/>
          <p:cNvSpPr>
            <a:spLocks noGrp="1"/>
          </p:cNvSpPr>
          <p:nvPr>
            <p:ph type="body" sz="quarter" idx="49"/>
          </p:nvPr>
        </p:nvSpPr>
        <p:spPr>
          <a:xfrm>
            <a:off x="5124000" y="7066988"/>
            <a:ext cx="1860783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71" name="Connector 50"/>
          <p:cNvCxnSpPr/>
          <p:nvPr/>
        </p:nvCxnSpPr>
        <p:spPr>
          <a:xfrm>
            <a:off x="5113043" y="70998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2" name="태그"/>
          <p:cNvSpPr/>
          <p:nvPr/>
        </p:nvSpPr>
        <p:spPr>
          <a:xfrm>
            <a:off x="1347652" y="7497955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3" name="태그"/>
          <p:cNvSpPr>
            <a:spLocks noGrp="1"/>
          </p:cNvSpPr>
          <p:nvPr>
            <p:ph type="body" sz="quarter" idx="50"/>
          </p:nvPr>
        </p:nvSpPr>
        <p:spPr>
          <a:xfrm>
            <a:off x="1347652" y="7497955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74" name="태그 설명"/>
          <p:cNvSpPr>
            <a:spLocks noGrp="1"/>
          </p:cNvSpPr>
          <p:nvPr>
            <p:ph type="body" sz="quarter" idx="51"/>
          </p:nvPr>
        </p:nvSpPr>
        <p:spPr>
          <a:xfrm>
            <a:off x="1972988" y="7486998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75" name="레일"/>
          <p:cNvSpPr/>
          <p:nvPr/>
        </p:nvSpPr>
        <p:spPr>
          <a:xfrm>
            <a:off x="734087" y="7733520"/>
            <a:ext cx="580696" cy="1148619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6" name="레일"/>
          <p:cNvSpPr>
            <a:spLocks noGrp="1"/>
          </p:cNvSpPr>
          <p:nvPr>
            <p:ph type="body" sz="quarter" idx="52"/>
          </p:nvPr>
        </p:nvSpPr>
        <p:spPr>
          <a:xfrm>
            <a:off x="734087" y="7733520"/>
            <a:ext cx="580696" cy="114861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77" name="레일 삼각형"/>
          <p:cNvSpPr/>
          <p:nvPr/>
        </p:nvSpPr>
        <p:spPr>
          <a:xfrm>
            <a:off x="734086" y="7733520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배너"/>
          <p:cNvSpPr/>
          <p:nvPr/>
        </p:nvSpPr>
        <p:spPr>
          <a:xfrm>
            <a:off x="1347652" y="7755433"/>
            <a:ext cx="5648087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79" name="배너"/>
          <p:cNvSpPr>
            <a:spLocks noGrp="1"/>
          </p:cNvSpPr>
          <p:nvPr>
            <p:ph type="body" sz="quarter" idx="53"/>
          </p:nvPr>
        </p:nvSpPr>
        <p:spPr>
          <a:xfrm>
            <a:off x="1347652" y="7755433"/>
            <a:ext cx="5648087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80" name="머리칸"/>
          <p:cNvSpPr/>
          <p:nvPr/>
        </p:nvSpPr>
        <p:spPr>
          <a:xfrm>
            <a:off x="1347652" y="799099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1" name="머리칸"/>
          <p:cNvSpPr>
            <a:spLocks noGrp="1"/>
          </p:cNvSpPr>
          <p:nvPr>
            <p:ph type="body" sz="quarter" idx="54"/>
          </p:nvPr>
        </p:nvSpPr>
        <p:spPr>
          <a:xfrm>
            <a:off x="1347652" y="799099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82" name="머리칸"/>
          <p:cNvSpPr/>
          <p:nvPr/>
        </p:nvSpPr>
        <p:spPr>
          <a:xfrm>
            <a:off x="4171696" y="7990998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83" name="머리칸"/>
          <p:cNvSpPr>
            <a:spLocks noGrp="1"/>
          </p:cNvSpPr>
          <p:nvPr>
            <p:ph type="body" sz="quarter" idx="55"/>
          </p:nvPr>
        </p:nvSpPr>
        <p:spPr>
          <a:xfrm>
            <a:off x="4171696" y="7990998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84" name="칸 본문"/>
          <p:cNvSpPr>
            <a:spLocks noGrp="1"/>
          </p:cNvSpPr>
          <p:nvPr>
            <p:ph type="body" sz="quarter" idx="56"/>
          </p:nvPr>
        </p:nvSpPr>
        <p:spPr>
          <a:xfrm>
            <a:off x="1358609" y="8232042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85" name="칸 본문"/>
          <p:cNvSpPr>
            <a:spLocks noGrp="1"/>
          </p:cNvSpPr>
          <p:nvPr>
            <p:ph type="body" sz="quarter" idx="57"/>
          </p:nvPr>
        </p:nvSpPr>
        <p:spPr>
          <a:xfrm>
            <a:off x="4182652" y="8232042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cxnSp>
        <p:nvCxnSpPr>
          <p:cNvPr id="86" name="Connector 60"/>
          <p:cNvCxnSpPr/>
          <p:nvPr/>
        </p:nvCxnSpPr>
        <p:spPr>
          <a:xfrm>
            <a:off x="4171696" y="8264911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7" name="태그"/>
          <p:cNvSpPr/>
          <p:nvPr/>
        </p:nvSpPr>
        <p:spPr>
          <a:xfrm>
            <a:off x="1347652" y="8663009"/>
            <a:ext cx="58150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8" name="태그"/>
          <p:cNvSpPr>
            <a:spLocks noGrp="1"/>
          </p:cNvSpPr>
          <p:nvPr>
            <p:ph type="body" sz="quarter" idx="58"/>
          </p:nvPr>
        </p:nvSpPr>
        <p:spPr>
          <a:xfrm>
            <a:off x="1347652" y="8663009"/>
            <a:ext cx="581509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89" name="태그 설명"/>
          <p:cNvSpPr>
            <a:spLocks noGrp="1"/>
          </p:cNvSpPr>
          <p:nvPr>
            <p:ph type="body" sz="quarter" idx="59"/>
          </p:nvPr>
        </p:nvSpPr>
        <p:spPr>
          <a:xfrm>
            <a:off x="1972988" y="8652052"/>
            <a:ext cx="5022751" cy="197217"/>
          </a:xfrm>
          <a:prstGeom prst="rect">
            <a:avLst/>
          </a:prstGeom>
          <a:noFill/>
          <a:ln>
            <a:noFill/>
          </a:ln>
        </p:spPr>
        <p:txBody>
          <a:bodyPr wrap="square" lIns="21600" tIns="0" rIns="1080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  <p:sp>
        <p:nvSpPr>
          <p:cNvPr id="90" name="핵심성과 박스"/>
          <p:cNvSpPr/>
          <p:nvPr/>
        </p:nvSpPr>
        <p:spPr>
          <a:xfrm>
            <a:off x="723130" y="8986226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핵심성과 라벨"/>
          <p:cNvSpPr/>
          <p:nvPr/>
        </p:nvSpPr>
        <p:spPr>
          <a:xfrm>
            <a:off x="756000" y="9024574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92" name="핵심성과 라벨"/>
          <p:cNvSpPr>
            <a:spLocks noGrp="1"/>
          </p:cNvSpPr>
          <p:nvPr>
            <p:ph type="body" sz="quarter" idx="60"/>
          </p:nvPr>
        </p:nvSpPr>
        <p:spPr>
          <a:xfrm>
            <a:off x="756000" y="9024574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93" name="핵심성과 문구"/>
          <p:cNvSpPr>
            <a:spLocks noGrp="1"/>
          </p:cNvSpPr>
          <p:nvPr>
            <p:ph type="body" sz="quarter" idx="61"/>
          </p:nvPr>
        </p:nvSpPr>
        <p:spPr>
          <a:xfrm>
            <a:off x="1501043" y="9002661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8 임금·단체협약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평가내용 라벨"/>
          <p:cNvSpPr/>
          <p:nvPr/>
        </p:nvSpPr>
        <p:spPr>
          <a:xfrm>
            <a:off x="536870" y="766957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/>
        </p:txBody>
      </p:sp>
      <p:sp>
        <p:nvSpPr>
          <p:cNvPr id="11" name="평가내용 라벨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975130" cy="345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10800" bIns="108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777913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>
            <a:spLocks noGrp="1"/>
          </p:cNvSpPr>
          <p:nvPr>
            <p:ph type="body" sz="quarter" idx="21"/>
          </p:nvPr>
        </p:nvSpPr>
        <p:spPr>
          <a:xfrm>
            <a:off x="1632522" y="788870"/>
            <a:ext cx="5127652" cy="301304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 spc="-7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노사협력을 통한 근로조건의 실질적 향상과 구체적 성과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1254522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1276434"/>
            <a:ext cx="471131" cy="262957"/>
          </a:xfrm>
          <a:custGeom>
            <a:avLst/>
            <a:gdLst/>
            <a:ahLst/>
            <a:cxnLst/>
            <a:rect l="l" t="t" r="r" b="b"/>
            <a:pathLst>
              <a:path w="471131" h="262957">
                <a:moveTo>
                  <a:pt x="0" y="0"/>
                </a:moveTo>
                <a:lnTo>
                  <a:pt x="394435" y="0"/>
                </a:lnTo>
                <a:lnTo>
                  <a:pt x="471131" y="262957"/>
                </a:lnTo>
                <a:lnTo>
                  <a:pt x="0" y="262957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1276434"/>
            <a:ext cx="142435" cy="262957"/>
          </a:xfrm>
          <a:custGeom>
            <a:avLst/>
            <a:gdLst/>
            <a:ahLst/>
            <a:cxnLst/>
            <a:rect l="l" t="t" r="r" b="b"/>
            <a:pathLst>
              <a:path w="142435" h="262957">
                <a:moveTo>
                  <a:pt x="0" y="0"/>
                </a:moveTo>
                <a:lnTo>
                  <a:pt x="65739" y="0"/>
                </a:lnTo>
                <a:lnTo>
                  <a:pt x="142435" y="262957"/>
                </a:lnTo>
                <a:lnTo>
                  <a:pt x="76696" y="26295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>
            <a:spLocks noGrp="1"/>
          </p:cNvSpPr>
          <p:nvPr>
            <p:ph type="body" sz="quarter" idx="22"/>
          </p:nvPr>
        </p:nvSpPr>
        <p:spPr>
          <a:xfrm>
            <a:off x="558783" y="1254522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>
            <a:spLocks noGrp="1"/>
          </p:cNvSpPr>
          <p:nvPr>
            <p:ph type="body" sz="quarter" idx="23"/>
          </p:nvPr>
        </p:nvSpPr>
        <p:spPr>
          <a:xfrm>
            <a:off x="1183304" y="1276435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무분규 임금·단체협약을 통한 근로조건의 실질적 향상</a:t>
            </a:r>
          </a:p>
        </p:txBody>
      </p:sp>
      <p:sp>
        <p:nvSpPr>
          <p:cNvPr id="24" name="형광 밑줄"/>
          <p:cNvSpPr/>
          <p:nvPr/>
        </p:nvSpPr>
        <p:spPr>
          <a:xfrm>
            <a:off x="536870" y="1835217"/>
            <a:ext cx="3487845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소제목"/>
          <p:cNvSpPr>
            <a:spLocks noGrp="1"/>
          </p:cNvSpPr>
          <p:nvPr>
            <p:ph type="body" sz="quarter" idx="24"/>
          </p:nvPr>
        </p:nvSpPr>
        <p:spPr>
          <a:xfrm>
            <a:off x="536870" y="1681826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갈등 있을 땐 소통으로! 15년 연속 무분규 임금협약 체결</a:t>
            </a:r>
          </a:p>
        </p:txBody>
      </p:sp>
      <p:sp>
        <p:nvSpPr>
          <p:cNvPr id="26" name="태그칩"/>
          <p:cNvSpPr/>
          <p:nvPr/>
        </p:nvSpPr>
        <p:spPr>
          <a:xfrm>
            <a:off x="4123324" y="171469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7" name="태그칩"/>
          <p:cNvSpPr>
            <a:spLocks noGrp="1"/>
          </p:cNvSpPr>
          <p:nvPr>
            <p:ph type="body" sz="quarter" idx="25"/>
          </p:nvPr>
        </p:nvSpPr>
        <p:spPr>
          <a:xfrm>
            <a:off x="4123324" y="171469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28" name="표 외곽"/>
          <p:cNvSpPr/>
          <p:nvPr/>
        </p:nvSpPr>
        <p:spPr>
          <a:xfrm>
            <a:off x="536870" y="1966696"/>
            <a:ext cx="6300000" cy="71035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레일"/>
          <p:cNvSpPr/>
          <p:nvPr/>
        </p:nvSpPr>
        <p:spPr>
          <a:xfrm>
            <a:off x="547826" y="1983130"/>
            <a:ext cx="580696" cy="67748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0" name="레일"/>
          <p:cNvSpPr>
            <a:spLocks noGrp="1"/>
          </p:cNvSpPr>
          <p:nvPr>
            <p:ph type="body" sz="quarter" idx="26"/>
          </p:nvPr>
        </p:nvSpPr>
        <p:spPr>
          <a:xfrm>
            <a:off x="547826" y="1983130"/>
            <a:ext cx="580696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31" name="머리칸"/>
          <p:cNvSpPr/>
          <p:nvPr/>
        </p:nvSpPr>
        <p:spPr>
          <a:xfrm>
            <a:off x="1161391" y="2005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2" name="머리칸"/>
          <p:cNvSpPr>
            <a:spLocks noGrp="1"/>
          </p:cNvSpPr>
          <p:nvPr>
            <p:ph type="body" sz="quarter" idx="27"/>
          </p:nvPr>
        </p:nvSpPr>
        <p:spPr>
          <a:xfrm>
            <a:off x="1161391" y="20050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33" name="머리칸"/>
          <p:cNvSpPr/>
          <p:nvPr/>
        </p:nvSpPr>
        <p:spPr>
          <a:xfrm>
            <a:off x="3985435" y="200504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34" name="머리칸"/>
          <p:cNvSpPr>
            <a:spLocks noGrp="1"/>
          </p:cNvSpPr>
          <p:nvPr>
            <p:ph type="body" sz="quarter" idx="28"/>
          </p:nvPr>
        </p:nvSpPr>
        <p:spPr>
          <a:xfrm>
            <a:off x="3985435" y="200504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29"/>
          </p:nvPr>
        </p:nvSpPr>
        <p:spPr>
          <a:xfrm>
            <a:off x="1172348" y="2246087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'25년도 공공기관 총인건비 인상률 3.0% 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인상 기조(예산지침)</a:t>
            </a:r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0"/>
          </p:nvPr>
        </p:nvSpPr>
        <p:spPr>
          <a:xfrm>
            <a:off x="3996391" y="2246087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직종·직급 간 동일 인상률 불만 제기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낮은 보수로 하위직·교통직·실무직 불만</a:t>
            </a:r>
          </a:p>
        </p:txBody>
      </p:sp>
      <p:cxnSp>
        <p:nvCxnSpPr>
          <p:cNvPr id="37" name="Connector 28"/>
          <p:cNvCxnSpPr/>
          <p:nvPr/>
        </p:nvCxnSpPr>
        <p:spPr>
          <a:xfrm>
            <a:off x="3985435" y="2278957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8" name="삼각 화살표"/>
          <p:cNvSpPr/>
          <p:nvPr/>
        </p:nvSpPr>
        <p:spPr>
          <a:xfrm>
            <a:off x="3823826" y="2720880"/>
            <a:ext cx="350608" cy="142434"/>
          </a:xfrm>
          <a:custGeom>
            <a:avLst/>
            <a:gdLst/>
            <a:ahLst/>
            <a:cxnLst/>
            <a:rect l="l" t="t" r="r" b="b"/>
            <a:pathLst>
              <a:path w="350608" h="142434">
                <a:moveTo>
                  <a:pt x="0" y="0"/>
                </a:moveTo>
                <a:lnTo>
                  <a:pt x="350608" y="0"/>
                </a:lnTo>
                <a:lnTo>
                  <a:pt x="175304" y="142434"/>
                </a:lnTo>
                <a:close/>
              </a:path>
            </a:pathLst>
          </a:custGeom>
          <a:solidFill>
            <a:srgbClr val="0051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표 외곽"/>
          <p:cNvSpPr/>
          <p:nvPr/>
        </p:nvSpPr>
        <p:spPr>
          <a:xfrm>
            <a:off x="536870" y="2934532"/>
            <a:ext cx="6300000" cy="288525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레일"/>
          <p:cNvSpPr/>
          <p:nvPr/>
        </p:nvSpPr>
        <p:spPr>
          <a:xfrm>
            <a:off x="547826" y="2950967"/>
            <a:ext cx="580696" cy="67748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1" name="레일"/>
          <p:cNvSpPr>
            <a:spLocks noGrp="1"/>
          </p:cNvSpPr>
          <p:nvPr>
            <p:ph type="body" sz="quarter" idx="31"/>
          </p:nvPr>
        </p:nvSpPr>
        <p:spPr>
          <a:xfrm>
            <a:off x="547826" y="2950967"/>
            <a:ext cx="580696" cy="67748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42" name="머리칸"/>
          <p:cNvSpPr/>
          <p:nvPr/>
        </p:nvSpPr>
        <p:spPr>
          <a:xfrm>
            <a:off x="1161391" y="2972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3" name="머리칸"/>
          <p:cNvSpPr>
            <a:spLocks noGrp="1"/>
          </p:cNvSpPr>
          <p:nvPr>
            <p:ph type="body" sz="quarter" idx="32"/>
          </p:nvPr>
        </p:nvSpPr>
        <p:spPr>
          <a:xfrm>
            <a:off x="1161391" y="2972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44" name="머리칸"/>
          <p:cNvSpPr/>
          <p:nvPr/>
        </p:nvSpPr>
        <p:spPr>
          <a:xfrm>
            <a:off x="3985435" y="2972880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45" name="머리칸"/>
          <p:cNvSpPr>
            <a:spLocks noGrp="1"/>
          </p:cNvSpPr>
          <p:nvPr>
            <p:ph type="body" sz="quarter" idx="33"/>
          </p:nvPr>
        </p:nvSpPr>
        <p:spPr>
          <a:xfrm>
            <a:off x="3985435" y="2972880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34"/>
          </p:nvPr>
        </p:nvSpPr>
        <p:spPr>
          <a:xfrm>
            <a:off x="1172348" y="3213923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5"/>
          </p:nvPr>
        </p:nvSpPr>
        <p:spPr>
          <a:xfrm>
            <a:off x="3996391" y="3213923"/>
            <a:ext cx="2802130" cy="39261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cxnSp>
        <p:nvCxnSpPr>
          <p:cNvPr id="48" name="Connector 36"/>
          <p:cNvCxnSpPr/>
          <p:nvPr/>
        </p:nvCxnSpPr>
        <p:spPr>
          <a:xfrm>
            <a:off x="3985435" y="3246793"/>
            <a:ext cx="0" cy="32688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레일"/>
          <p:cNvSpPr/>
          <p:nvPr/>
        </p:nvSpPr>
        <p:spPr>
          <a:xfrm>
            <a:off x="547826" y="3644890"/>
            <a:ext cx="580696" cy="101532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0" name="레일"/>
          <p:cNvSpPr>
            <a:spLocks noGrp="1"/>
          </p:cNvSpPr>
          <p:nvPr>
            <p:ph type="body" sz="quarter" idx="36"/>
          </p:nvPr>
        </p:nvSpPr>
        <p:spPr>
          <a:xfrm>
            <a:off x="547826" y="3644890"/>
            <a:ext cx="580696" cy="101532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51" name="레일 삼각형"/>
          <p:cNvSpPr/>
          <p:nvPr/>
        </p:nvSpPr>
        <p:spPr>
          <a:xfrm>
            <a:off x="547826" y="364489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단계"/>
          <p:cNvSpPr/>
          <p:nvPr/>
        </p:nvSpPr>
        <p:spPr>
          <a:xfrm>
            <a:off x="1161391" y="3666803"/>
            <a:ext cx="1412022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3" name="단계"/>
          <p:cNvSpPr>
            <a:spLocks noGrp="1"/>
          </p:cNvSpPr>
          <p:nvPr>
            <p:ph type="body" sz="quarter" idx="37"/>
          </p:nvPr>
        </p:nvSpPr>
        <p:spPr>
          <a:xfrm>
            <a:off x="1161391" y="366680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54" name="단계"/>
          <p:cNvSpPr/>
          <p:nvPr/>
        </p:nvSpPr>
        <p:spPr>
          <a:xfrm>
            <a:off x="2573413" y="3666803"/>
            <a:ext cx="1412022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5" name="단계"/>
          <p:cNvSpPr>
            <a:spLocks noGrp="1"/>
          </p:cNvSpPr>
          <p:nvPr>
            <p:ph type="body" sz="quarter" idx="38"/>
          </p:nvPr>
        </p:nvSpPr>
        <p:spPr>
          <a:xfrm>
            <a:off x="2573413" y="366680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56" name="단계"/>
          <p:cNvSpPr/>
          <p:nvPr/>
        </p:nvSpPr>
        <p:spPr>
          <a:xfrm>
            <a:off x="3985435" y="3666803"/>
            <a:ext cx="1412022" cy="230087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7" name="단계"/>
          <p:cNvSpPr>
            <a:spLocks noGrp="1"/>
          </p:cNvSpPr>
          <p:nvPr>
            <p:ph type="body" sz="quarter" idx="39"/>
          </p:nvPr>
        </p:nvSpPr>
        <p:spPr>
          <a:xfrm>
            <a:off x="3985435" y="366680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58" name="단계"/>
          <p:cNvSpPr/>
          <p:nvPr/>
        </p:nvSpPr>
        <p:spPr>
          <a:xfrm>
            <a:off x="5397457" y="3666803"/>
            <a:ext cx="1412022" cy="230087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86400" rIns="86400" tIns="0" bIns="0" wrap="square"/>
          <a:lstStyle/>
          <a:p/>
        </p:txBody>
      </p:sp>
      <p:sp>
        <p:nvSpPr>
          <p:cNvPr id="59" name="단계"/>
          <p:cNvSpPr>
            <a:spLocks noGrp="1"/>
          </p:cNvSpPr>
          <p:nvPr>
            <p:ph type="body" sz="quarter" idx="40"/>
          </p:nvPr>
        </p:nvSpPr>
        <p:spPr>
          <a:xfrm>
            <a:off x="5397457" y="3666803"/>
            <a:ext cx="1412022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86400" rIns="864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60" name="단계 삼각형"/>
          <p:cNvSpPr/>
          <p:nvPr/>
        </p:nvSpPr>
        <p:spPr>
          <a:xfrm>
            <a:off x="2573413" y="366680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단계 삼각형"/>
          <p:cNvSpPr/>
          <p:nvPr/>
        </p:nvSpPr>
        <p:spPr>
          <a:xfrm>
            <a:off x="3985434" y="3666803"/>
            <a:ext cx="109566" cy="230087"/>
          </a:xfrm>
          <a:custGeom>
            <a:avLst/>
            <a:gdLst/>
            <a:ahLst/>
            <a:cxnLst/>
            <a:rect l="l" t="t" r="r" b="b"/>
            <a:pathLst>
              <a:path w="109566" h="230087">
                <a:moveTo>
                  <a:pt x="0" y="0"/>
                </a:moveTo>
                <a:lnTo>
                  <a:pt x="109566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단계 삼각형"/>
          <p:cNvSpPr/>
          <p:nvPr/>
        </p:nvSpPr>
        <p:spPr>
          <a:xfrm>
            <a:off x="5397456" y="3666803"/>
            <a:ext cx="109565" cy="230087"/>
          </a:xfrm>
          <a:custGeom>
            <a:avLst/>
            <a:gdLst/>
            <a:ahLst/>
            <a:cxnLst/>
            <a:rect l="l" t="t" r="r" b="b"/>
            <a:pathLst>
              <a:path w="109565" h="230087">
                <a:moveTo>
                  <a:pt x="0" y="0"/>
                </a:moveTo>
                <a:lnTo>
                  <a:pt x="109565" y="115043"/>
                </a:lnTo>
                <a:lnTo>
                  <a:pt x="0" y="230087"/>
                </a:lnTo>
                <a:close/>
              </a:path>
            </a:pathLst>
          </a:custGeom>
          <a:solidFill>
            <a:srgbClr val="30C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칸 본문"/>
          <p:cNvSpPr>
            <a:spLocks noGrp="1"/>
          </p:cNvSpPr>
          <p:nvPr>
            <p:ph type="body" sz="quarter" idx="41"/>
          </p:nvPr>
        </p:nvSpPr>
        <p:spPr>
          <a:xfrm>
            <a:off x="1172348" y="3918803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64" name="칸 본문"/>
          <p:cNvSpPr>
            <a:spLocks noGrp="1"/>
          </p:cNvSpPr>
          <p:nvPr>
            <p:ph type="body" sz="quarter" idx="42"/>
          </p:nvPr>
        </p:nvSpPr>
        <p:spPr>
          <a:xfrm>
            <a:off x="2584370" y="3918803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cxnSp>
        <p:nvCxnSpPr>
          <p:cNvPr id="65" name="Connector 48"/>
          <p:cNvCxnSpPr/>
          <p:nvPr/>
        </p:nvCxnSpPr>
        <p:spPr>
          <a:xfrm>
            <a:off x="2573413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칸 본문"/>
          <p:cNvSpPr>
            <a:spLocks noGrp="1"/>
          </p:cNvSpPr>
          <p:nvPr>
            <p:ph type="body" sz="quarter" idx="43"/>
          </p:nvPr>
        </p:nvSpPr>
        <p:spPr>
          <a:xfrm>
            <a:off x="3996391" y="3918803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cxnSp>
        <p:nvCxnSpPr>
          <p:cNvPr id="67" name="Connector 50"/>
          <p:cNvCxnSpPr/>
          <p:nvPr/>
        </p:nvCxnSpPr>
        <p:spPr>
          <a:xfrm>
            <a:off x="3985435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8" name="칸 본문"/>
          <p:cNvSpPr>
            <a:spLocks noGrp="1"/>
          </p:cNvSpPr>
          <p:nvPr>
            <p:ph type="body" sz="quarter" idx="44"/>
          </p:nvPr>
        </p:nvSpPr>
        <p:spPr>
          <a:xfrm>
            <a:off x="5408413" y="3918803"/>
            <a:ext cx="1390109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cxnSp>
        <p:nvCxnSpPr>
          <p:cNvPr id="69" name="Connector 52"/>
          <p:cNvCxnSpPr/>
          <p:nvPr/>
        </p:nvCxnSpPr>
        <p:spPr>
          <a:xfrm>
            <a:off x="5397457" y="3951673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레일"/>
          <p:cNvSpPr/>
          <p:nvPr/>
        </p:nvSpPr>
        <p:spPr>
          <a:xfrm>
            <a:off x="547826" y="4676650"/>
            <a:ext cx="580696" cy="1126706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1" name="레일"/>
          <p:cNvSpPr>
            <a:spLocks noGrp="1"/>
          </p:cNvSpPr>
          <p:nvPr>
            <p:ph type="body" sz="quarter" idx="45"/>
          </p:nvPr>
        </p:nvSpPr>
        <p:spPr>
          <a:xfrm>
            <a:off x="547826" y="4676650"/>
            <a:ext cx="580696" cy="1126706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72" name="레일 삼각형"/>
          <p:cNvSpPr/>
          <p:nvPr/>
        </p:nvSpPr>
        <p:spPr>
          <a:xfrm>
            <a:off x="547826" y="4676650"/>
            <a:ext cx="580695" cy="131478"/>
          </a:xfrm>
          <a:custGeom>
            <a:avLst/>
            <a:gdLst/>
            <a:ahLst/>
            <a:cxnLst/>
            <a:rect l="l" t="t" r="r" b="b"/>
            <a:pathLst>
              <a:path w="580695" h="131478">
                <a:moveTo>
                  <a:pt x="0" y="0"/>
                </a:moveTo>
                <a:lnTo>
                  <a:pt x="580695" y="0"/>
                </a:lnTo>
                <a:lnTo>
                  <a:pt x="290347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머리칸"/>
          <p:cNvSpPr/>
          <p:nvPr/>
        </p:nvSpPr>
        <p:spPr>
          <a:xfrm>
            <a:off x="1161391" y="469856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4" name="머리칸"/>
          <p:cNvSpPr>
            <a:spLocks noGrp="1"/>
          </p:cNvSpPr>
          <p:nvPr>
            <p:ph type="body" sz="quarter" idx="46"/>
          </p:nvPr>
        </p:nvSpPr>
        <p:spPr>
          <a:xfrm>
            <a:off x="1161391" y="469856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75" name="머리칸"/>
          <p:cNvSpPr/>
          <p:nvPr/>
        </p:nvSpPr>
        <p:spPr>
          <a:xfrm>
            <a:off x="3985435" y="4698563"/>
            <a:ext cx="2807609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6" name="머리칸"/>
          <p:cNvSpPr>
            <a:spLocks noGrp="1"/>
          </p:cNvSpPr>
          <p:nvPr>
            <p:ph type="body" sz="quarter" idx="47"/>
          </p:nvPr>
        </p:nvSpPr>
        <p:spPr>
          <a:xfrm>
            <a:off x="3985435" y="4698563"/>
            <a:ext cx="2807609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77" name="칸 본문"/>
          <p:cNvSpPr>
            <a:spLocks noGrp="1"/>
          </p:cNvSpPr>
          <p:nvPr>
            <p:ph type="body" sz="quarter" idx="48"/>
          </p:nvPr>
        </p:nvSpPr>
        <p:spPr>
          <a:xfrm>
            <a:off x="1172348" y="4939607"/>
            <a:ext cx="2802130" cy="19631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sp>
        <p:nvSpPr>
          <p:cNvPr id="78" name="칸 본문"/>
          <p:cNvSpPr>
            <a:spLocks noGrp="1"/>
          </p:cNvSpPr>
          <p:nvPr>
            <p:ph type="body" sz="quarter" idx="49"/>
          </p:nvPr>
        </p:nvSpPr>
        <p:spPr>
          <a:xfrm>
            <a:off x="1172348" y="5585134"/>
            <a:ext cx="2802130" cy="196310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79" name="칸 본문"/>
          <p:cNvSpPr>
            <a:spLocks noGrp="1"/>
          </p:cNvSpPr>
          <p:nvPr>
            <p:ph type="body" sz="quarter" idx="50"/>
          </p:nvPr>
        </p:nvSpPr>
        <p:spPr>
          <a:xfrm>
            <a:off x="3996391" y="4939607"/>
            <a:ext cx="2802130" cy="841837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cxnSp>
        <p:nvCxnSpPr>
          <p:cNvPr id="80" name="Connector 61"/>
          <p:cNvCxnSpPr/>
          <p:nvPr/>
        </p:nvCxnSpPr>
        <p:spPr>
          <a:xfrm>
            <a:off x="3985435" y="4972477"/>
            <a:ext cx="0" cy="77609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1" name="핵심성과 박스"/>
          <p:cNvSpPr/>
          <p:nvPr/>
        </p:nvSpPr>
        <p:spPr>
          <a:xfrm>
            <a:off x="536870" y="5907443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핵심성과 라벨"/>
          <p:cNvSpPr/>
          <p:nvPr/>
        </p:nvSpPr>
        <p:spPr>
          <a:xfrm>
            <a:off x="569739" y="5945791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83" name="핵심성과 라벨"/>
          <p:cNvSpPr>
            <a:spLocks noGrp="1"/>
          </p:cNvSpPr>
          <p:nvPr>
            <p:ph type="body" sz="quarter" idx="51"/>
          </p:nvPr>
        </p:nvSpPr>
        <p:spPr>
          <a:xfrm>
            <a:off x="569739" y="5945791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84" name="핵심성과 문구"/>
          <p:cNvSpPr>
            <a:spLocks noGrp="1"/>
          </p:cNvSpPr>
          <p:nvPr>
            <p:ph type="body" sz="quarter" idx="52"/>
          </p:nvPr>
        </p:nvSpPr>
        <p:spPr>
          <a:xfrm>
            <a:off x="1314783" y="5923878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무분규 임금협약과 본교섭을 생략한 단체협약 체결 완료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L09 근로환경면 (1/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  <p:sp>
        <p:nvSpPr>
          <p:cNvPr id="9" name="번호 띠"/>
          <p:cNvSpPr/>
          <p:nvPr/>
        </p:nvSpPr>
        <p:spPr>
          <a:xfrm>
            <a:off x="723130" y="777913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번호"/>
          <p:cNvSpPr>
            <a:spLocks noGrp="1"/>
          </p:cNvSpPr>
          <p:nvPr>
            <p:ph type="body" sz="quarter" idx="20"/>
          </p:nvPr>
        </p:nvSpPr>
        <p:spPr>
          <a:xfrm>
            <a:off x="745043" y="777913"/>
            <a:ext cx="383478" cy="306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 spc="-11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번호 띠 제목"/>
          <p:cNvSpPr>
            <a:spLocks noGrp="1"/>
          </p:cNvSpPr>
          <p:nvPr>
            <p:ph type="body" sz="quarter" idx="21"/>
          </p:nvPr>
        </p:nvSpPr>
        <p:spPr>
          <a:xfrm>
            <a:off x="1369565" y="799826"/>
            <a:ext cx="5587826" cy="262957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 spc="-7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누구나 즐겁고 차별 없이 일할 수 있는 근로환경 구현</a:t>
            </a:r>
          </a:p>
        </p:txBody>
      </p:sp>
      <p:sp>
        <p:nvSpPr>
          <p:cNvPr id="14" name="형광 밑줄"/>
          <p:cNvSpPr/>
          <p:nvPr/>
        </p:nvSpPr>
        <p:spPr>
          <a:xfrm>
            <a:off x="723130" y="1358609"/>
            <a:ext cx="380100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소제목"/>
          <p:cNvSpPr>
            <a:spLocks noGrp="1"/>
          </p:cNvSpPr>
          <p:nvPr>
            <p:ph type="body" sz="quarter" idx="22"/>
          </p:nvPr>
        </p:nvSpPr>
        <p:spPr>
          <a:xfrm>
            <a:off x="723130" y="120521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직원 니즈를 반영한 근로조건 개선과 복리후생 향상 과제 도출</a:t>
            </a:r>
          </a:p>
        </p:txBody>
      </p:sp>
      <p:sp>
        <p:nvSpPr>
          <p:cNvPr id="16" name="라벨 박스"/>
          <p:cNvSpPr/>
          <p:nvPr/>
        </p:nvSpPr>
        <p:spPr>
          <a:xfrm>
            <a:off x="723130" y="1501043"/>
            <a:ext cx="6300000" cy="174578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레일"/>
          <p:cNvSpPr/>
          <p:nvPr/>
        </p:nvSpPr>
        <p:spPr>
          <a:xfrm>
            <a:off x="734087" y="1512000"/>
            <a:ext cx="591652" cy="172386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8" name="레일"/>
          <p:cNvSpPr>
            <a:spLocks noGrp="1"/>
          </p:cNvSpPr>
          <p:nvPr>
            <p:ph type="body" sz="quarter" idx="23"/>
          </p:nvPr>
        </p:nvSpPr>
        <p:spPr>
          <a:xfrm>
            <a:off x="734087" y="1512000"/>
            <a:ext cx="591652" cy="172386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9" name="머리칸"/>
          <p:cNvSpPr/>
          <p:nvPr/>
        </p:nvSpPr>
        <p:spPr>
          <a:xfrm>
            <a:off x="1358609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0" name="머리칸"/>
          <p:cNvSpPr>
            <a:spLocks noGrp="1"/>
          </p:cNvSpPr>
          <p:nvPr>
            <p:ph type="body" sz="quarter" idx="24"/>
          </p:nvPr>
        </p:nvSpPr>
        <p:spPr>
          <a:xfrm>
            <a:off x="1358609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1" name="머리칸"/>
          <p:cNvSpPr/>
          <p:nvPr/>
        </p:nvSpPr>
        <p:spPr>
          <a:xfrm>
            <a:off x="3235826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2" name="머리칸"/>
          <p:cNvSpPr>
            <a:spLocks noGrp="1"/>
          </p:cNvSpPr>
          <p:nvPr>
            <p:ph type="body" sz="quarter" idx="25"/>
          </p:nvPr>
        </p:nvSpPr>
        <p:spPr>
          <a:xfrm>
            <a:off x="3235826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23" name="머리칸"/>
          <p:cNvSpPr/>
          <p:nvPr/>
        </p:nvSpPr>
        <p:spPr>
          <a:xfrm>
            <a:off x="5113043" y="1528435"/>
            <a:ext cx="186078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>
          <a:xfrm>
            <a:off x="5113043" y="1528435"/>
            <a:ext cx="186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27"/>
          </p:nvPr>
        </p:nvSpPr>
        <p:spPr>
          <a:xfrm>
            <a:off x="1369565" y="1769478"/>
            <a:ext cx="1855304" cy="146091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3법에 따른 출산·양육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장기재직휴가·임신검진동행휴가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국정과제에 따른 안전일터 조성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>
          <a:xfrm>
            <a:off x="3246783" y="1769478"/>
            <a:ext cx="1855304" cy="1460911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질적인 근로조건 개선 성과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노력 지속 필요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3235826" y="1802348"/>
            <a:ext cx="0" cy="139517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레일"/>
          <p:cNvSpPr/>
          <p:nvPr/>
        </p:nvSpPr>
        <p:spPr>
          <a:xfrm>
            <a:off x="5134957" y="1780435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29" name="레일"/>
          <p:cNvSpPr>
            <a:spLocks noGrp="1"/>
          </p:cNvSpPr>
          <p:nvPr>
            <p:ph type="body" sz="quarter" idx="29"/>
          </p:nvPr>
        </p:nvSpPr>
        <p:spPr>
          <a:xfrm>
            <a:off x="5134957" y="1780435"/>
            <a:ext cx="525913" cy="70306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30" name="소행 본문"/>
          <p:cNvSpPr>
            <a:spLocks noGrp="1"/>
          </p:cNvSpPr>
          <p:nvPr>
            <p:ph type="body" sz="quarter" idx="30"/>
          </p:nvPr>
        </p:nvSpPr>
        <p:spPr>
          <a:xfrm>
            <a:off x="5682783" y="1780435"/>
            <a:ext cx="1296522" cy="70306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등 생활밀착 지원</a:t>
            </a:r>
          </a:p>
        </p:txBody>
      </p:sp>
      <p:cxnSp>
        <p:nvCxnSpPr>
          <p:cNvPr id="31" name="Connector 20"/>
          <p:cNvCxnSpPr/>
          <p:nvPr/>
        </p:nvCxnSpPr>
        <p:spPr>
          <a:xfrm>
            <a:off x="5134957" y="2494456"/>
            <a:ext cx="183339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레일"/>
          <p:cNvSpPr/>
          <p:nvPr/>
        </p:nvSpPr>
        <p:spPr>
          <a:xfrm>
            <a:off x="5134957" y="2499934"/>
            <a:ext cx="525913" cy="703064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3" name="레일"/>
          <p:cNvSpPr>
            <a:spLocks noGrp="1"/>
          </p:cNvSpPr>
          <p:nvPr>
            <p:ph type="body" sz="quarter" idx="31"/>
          </p:nvPr>
        </p:nvSpPr>
        <p:spPr>
          <a:xfrm>
            <a:off x="5134957" y="2499934"/>
            <a:ext cx="525913" cy="70306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34" name="소행 본문"/>
          <p:cNvSpPr>
            <a:spLocks noGrp="1"/>
          </p:cNvSpPr>
          <p:nvPr>
            <p:ph type="body" sz="quarter" idx="32"/>
          </p:nvPr>
        </p:nvSpPr>
        <p:spPr>
          <a:xfrm>
            <a:off x="5682783" y="2499934"/>
            <a:ext cx="1296522" cy="703064"/>
          </a:xfrm>
          <a:prstGeom prst="rect">
            <a:avLst/>
          </a:prstGeom>
          <a:noFill/>
          <a:ln>
            <a:noFill/>
          </a:ln>
        </p:spPr>
        <p:txBody>
          <a:bodyPr wrap="square" lIns="432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 관리</a:t>
            </a:r>
          </a:p>
        </p:txBody>
      </p:sp>
      <p:cxnSp>
        <p:nvCxnSpPr>
          <p:cNvPr id="35" name="Connector 23"/>
          <p:cNvCxnSpPr/>
          <p:nvPr/>
        </p:nvCxnSpPr>
        <p:spPr>
          <a:xfrm>
            <a:off x="5113043" y="1802348"/>
            <a:ext cx="0" cy="139517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6" name="라벨 박스"/>
          <p:cNvSpPr/>
          <p:nvPr/>
        </p:nvSpPr>
        <p:spPr>
          <a:xfrm>
            <a:off x="723130" y="3301607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레일"/>
          <p:cNvSpPr/>
          <p:nvPr/>
        </p:nvSpPr>
        <p:spPr>
          <a:xfrm>
            <a:off x="734087" y="3312563"/>
            <a:ext cx="591652" cy="268435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38" name="레일"/>
          <p:cNvSpPr>
            <a:spLocks noGrp="1"/>
          </p:cNvSpPr>
          <p:nvPr>
            <p:ph type="body" sz="quarter" idx="33"/>
          </p:nvPr>
        </p:nvSpPr>
        <p:spPr>
          <a:xfrm>
            <a:off x="734087" y="3312563"/>
            <a:ext cx="591652" cy="268435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39" name="가운데 글"/>
          <p:cNvSpPr>
            <a:spLocks noGrp="1"/>
          </p:cNvSpPr>
          <p:nvPr>
            <p:ph type="body" sz="quarter" idx="34"/>
          </p:nvPr>
        </p:nvSpPr>
        <p:spPr>
          <a:xfrm>
            <a:off x="1358609" y="3318042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40" name="가운데 글"/>
          <p:cNvSpPr>
            <a:spLocks noGrp="1"/>
          </p:cNvSpPr>
          <p:nvPr>
            <p:ph type="body" sz="quarter" idx="35"/>
          </p:nvPr>
        </p:nvSpPr>
        <p:spPr>
          <a:xfrm>
            <a:off x="3235826" y="3318042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cxnSp>
        <p:nvCxnSpPr>
          <p:cNvPr id="41" name="Connector 28"/>
          <p:cNvCxnSpPr/>
          <p:nvPr/>
        </p:nvCxnSpPr>
        <p:spPr>
          <a:xfrm>
            <a:off x="3235826" y="3356390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42" name="가운데 글"/>
          <p:cNvSpPr>
            <a:spLocks noGrp="1"/>
          </p:cNvSpPr>
          <p:nvPr>
            <p:ph type="body" sz="quarter" idx="36"/>
          </p:nvPr>
        </p:nvSpPr>
        <p:spPr>
          <a:xfrm>
            <a:off x="5113043" y="3318042"/>
            <a:ext cx="1877217" cy="257478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cxnSp>
        <p:nvCxnSpPr>
          <p:cNvPr id="43" name="Connector 30"/>
          <p:cNvCxnSpPr/>
          <p:nvPr/>
        </p:nvCxnSpPr>
        <p:spPr>
          <a:xfrm>
            <a:off x="5113043" y="3356390"/>
            <a:ext cx="0" cy="180782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44" name="라벨 박스"/>
          <p:cNvSpPr/>
          <p:nvPr/>
        </p:nvSpPr>
        <p:spPr>
          <a:xfrm>
            <a:off x="723130" y="3646737"/>
            <a:ext cx="6300000" cy="643711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레일"/>
          <p:cNvSpPr/>
          <p:nvPr/>
        </p:nvSpPr>
        <p:spPr>
          <a:xfrm>
            <a:off x="734087" y="3657694"/>
            <a:ext cx="591652" cy="621798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46" name="레일"/>
          <p:cNvSpPr>
            <a:spLocks noGrp="1"/>
          </p:cNvSpPr>
          <p:nvPr>
            <p:ph type="body" sz="quarter" idx="37"/>
          </p:nvPr>
        </p:nvSpPr>
        <p:spPr>
          <a:xfrm>
            <a:off x="734087" y="3657694"/>
            <a:ext cx="591652" cy="621798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38"/>
          </p:nvPr>
        </p:nvSpPr>
        <p:spPr>
          <a:xfrm>
            <a:off x="1369565" y="366317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39"/>
          </p:nvPr>
        </p:nvSpPr>
        <p:spPr>
          <a:xfrm>
            <a:off x="3246783" y="366317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cxnSp>
        <p:nvCxnSpPr>
          <p:cNvPr id="49" name="Connector 35"/>
          <p:cNvCxnSpPr/>
          <p:nvPr/>
        </p:nvCxnSpPr>
        <p:spPr>
          <a:xfrm>
            <a:off x="3235826" y="3696042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0" name="칸 본문"/>
          <p:cNvSpPr>
            <a:spLocks noGrp="1"/>
          </p:cNvSpPr>
          <p:nvPr>
            <p:ph type="body" sz="quarter" idx="40"/>
          </p:nvPr>
        </p:nvSpPr>
        <p:spPr>
          <a:xfrm>
            <a:off x="5124000" y="3663172"/>
            <a:ext cx="1855304" cy="610842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  <p:cxnSp>
        <p:nvCxnSpPr>
          <p:cNvPr id="51" name="Connector 37"/>
          <p:cNvCxnSpPr/>
          <p:nvPr/>
        </p:nvCxnSpPr>
        <p:spPr>
          <a:xfrm>
            <a:off x="5113043" y="3696042"/>
            <a:ext cx="0" cy="54510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형광 밑줄"/>
          <p:cNvSpPr/>
          <p:nvPr/>
        </p:nvSpPr>
        <p:spPr>
          <a:xfrm>
            <a:off x="723130" y="4564362"/>
            <a:ext cx="3673078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소제목"/>
          <p:cNvSpPr>
            <a:spLocks noGrp="1"/>
          </p:cNvSpPr>
          <p:nvPr>
            <p:ph type="body" sz="quarter" idx="41"/>
          </p:nvPr>
        </p:nvSpPr>
        <p:spPr>
          <a:xfrm>
            <a:off x="723130" y="4410970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열린 소통의 결실, 교통직 처우개선 단체교섭 노사합의 체결</a:t>
            </a:r>
          </a:p>
        </p:txBody>
      </p:sp>
      <p:sp>
        <p:nvSpPr>
          <p:cNvPr id="54" name="태그칩"/>
          <p:cNvSpPr/>
          <p:nvPr/>
        </p:nvSpPr>
        <p:spPr>
          <a:xfrm>
            <a:off x="4494817" y="4443840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5" name="태그칩"/>
          <p:cNvSpPr>
            <a:spLocks noGrp="1"/>
          </p:cNvSpPr>
          <p:nvPr>
            <p:ph type="body" sz="quarter" idx="42"/>
          </p:nvPr>
        </p:nvSpPr>
        <p:spPr>
          <a:xfrm>
            <a:off x="4494817" y="4443840"/>
            <a:ext cx="327325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56" name="표 외곽"/>
          <p:cNvSpPr/>
          <p:nvPr/>
        </p:nvSpPr>
        <p:spPr>
          <a:xfrm>
            <a:off x="723130" y="4695840"/>
            <a:ext cx="5297478" cy="224521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레일"/>
          <p:cNvSpPr/>
          <p:nvPr/>
        </p:nvSpPr>
        <p:spPr>
          <a:xfrm>
            <a:off x="734087" y="4712275"/>
            <a:ext cx="580696" cy="666532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58" name="레일"/>
          <p:cNvSpPr>
            <a:spLocks noGrp="1"/>
          </p:cNvSpPr>
          <p:nvPr>
            <p:ph type="body" sz="quarter" idx="43"/>
          </p:nvPr>
        </p:nvSpPr>
        <p:spPr>
          <a:xfrm>
            <a:off x="734087" y="4712275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59" name="머리칸"/>
          <p:cNvSpPr/>
          <p:nvPr/>
        </p:nvSpPr>
        <p:spPr>
          <a:xfrm>
            <a:off x="1347652" y="473418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0" name="머리칸"/>
          <p:cNvSpPr>
            <a:spLocks noGrp="1"/>
          </p:cNvSpPr>
          <p:nvPr>
            <p:ph type="body" sz="quarter" idx="44"/>
          </p:nvPr>
        </p:nvSpPr>
        <p:spPr>
          <a:xfrm>
            <a:off x="1347652" y="4734188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61" name="머리칸"/>
          <p:cNvSpPr/>
          <p:nvPr/>
        </p:nvSpPr>
        <p:spPr>
          <a:xfrm>
            <a:off x="3670435" y="4734188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62" name="머리칸"/>
          <p:cNvSpPr>
            <a:spLocks noGrp="1"/>
          </p:cNvSpPr>
          <p:nvPr>
            <p:ph type="body" sz="quarter" idx="45"/>
          </p:nvPr>
        </p:nvSpPr>
        <p:spPr>
          <a:xfrm>
            <a:off x="3670435" y="4734188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63" name="칸 본문"/>
          <p:cNvSpPr>
            <a:spLocks noGrp="1"/>
          </p:cNvSpPr>
          <p:nvPr>
            <p:ph type="body" sz="quarter" idx="46"/>
          </p:nvPr>
        </p:nvSpPr>
        <p:spPr>
          <a:xfrm>
            <a:off x="1358609" y="4975231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64" name="칸 본문"/>
          <p:cNvSpPr>
            <a:spLocks noGrp="1"/>
          </p:cNvSpPr>
          <p:nvPr>
            <p:ph type="body" sz="quarter" idx="47"/>
          </p:nvPr>
        </p:nvSpPr>
        <p:spPr>
          <a:xfrm>
            <a:off x="3681391" y="4975231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cxnSp>
        <p:nvCxnSpPr>
          <p:cNvPr id="65" name="Connector 47"/>
          <p:cNvCxnSpPr/>
          <p:nvPr/>
        </p:nvCxnSpPr>
        <p:spPr>
          <a:xfrm>
            <a:off x="3670435" y="5008101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레일"/>
          <p:cNvSpPr/>
          <p:nvPr/>
        </p:nvSpPr>
        <p:spPr>
          <a:xfrm>
            <a:off x="734087" y="5395242"/>
            <a:ext cx="580696" cy="666532"/>
          </a:xfrm>
          <a:prstGeom prst="rect">
            <a:avLst/>
          </a:prstGeom>
          <a:pattFill prst="trellis">
            <a:fgClr>
              <a:srgbClr val="00BEC2"/>
            </a:fgClr>
            <a:bgClr>
              <a:srgbClr val="00B0B4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67" name="레일"/>
          <p:cNvSpPr>
            <a:spLocks noGrp="1"/>
          </p:cNvSpPr>
          <p:nvPr>
            <p:ph type="body" sz="quarter" idx="48"/>
          </p:nvPr>
        </p:nvSpPr>
        <p:spPr>
          <a:xfrm>
            <a:off x="734087" y="5395242"/>
            <a:ext cx="580696" cy="666532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68" name="레일 삼각형"/>
          <p:cNvSpPr/>
          <p:nvPr/>
        </p:nvSpPr>
        <p:spPr>
          <a:xfrm>
            <a:off x="734086" y="5395241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8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머리칸"/>
          <p:cNvSpPr/>
          <p:nvPr/>
        </p:nvSpPr>
        <p:spPr>
          <a:xfrm>
            <a:off x="1347652" y="541715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0" name="머리칸"/>
          <p:cNvSpPr>
            <a:spLocks noGrp="1"/>
          </p:cNvSpPr>
          <p:nvPr>
            <p:ph type="body" sz="quarter" idx="49"/>
          </p:nvPr>
        </p:nvSpPr>
        <p:spPr>
          <a:xfrm>
            <a:off x="1347652" y="5417155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71" name="머리칸"/>
          <p:cNvSpPr/>
          <p:nvPr/>
        </p:nvSpPr>
        <p:spPr>
          <a:xfrm>
            <a:off x="3670435" y="5417155"/>
            <a:ext cx="2306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72" name="머리칸"/>
          <p:cNvSpPr>
            <a:spLocks noGrp="1"/>
          </p:cNvSpPr>
          <p:nvPr>
            <p:ph type="body" sz="quarter" idx="50"/>
          </p:nvPr>
        </p:nvSpPr>
        <p:spPr>
          <a:xfrm>
            <a:off x="3670435" y="5417155"/>
            <a:ext cx="2306348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73" name="칸 본문"/>
          <p:cNvSpPr>
            <a:spLocks noGrp="1"/>
          </p:cNvSpPr>
          <p:nvPr>
            <p:ph type="body" sz="quarter" idx="51"/>
          </p:nvPr>
        </p:nvSpPr>
        <p:spPr>
          <a:xfrm>
            <a:off x="1358609" y="5658198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74" name="칸 본문"/>
          <p:cNvSpPr>
            <a:spLocks noGrp="1"/>
          </p:cNvSpPr>
          <p:nvPr>
            <p:ph type="body" sz="quarter" idx="52"/>
          </p:nvPr>
        </p:nvSpPr>
        <p:spPr>
          <a:xfrm>
            <a:off x="3681391" y="5658198"/>
            <a:ext cx="2300870" cy="38166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cxnSp>
        <p:nvCxnSpPr>
          <p:cNvPr id="75" name="Connector 54"/>
          <p:cNvCxnSpPr/>
          <p:nvPr/>
        </p:nvCxnSpPr>
        <p:spPr>
          <a:xfrm>
            <a:off x="3670435" y="5691068"/>
            <a:ext cx="0" cy="31592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6" name="레일"/>
          <p:cNvSpPr/>
          <p:nvPr/>
        </p:nvSpPr>
        <p:spPr>
          <a:xfrm>
            <a:off x="734087" y="6078209"/>
            <a:ext cx="580696" cy="846407"/>
          </a:xfrm>
          <a:prstGeom prst="rect">
            <a:avLst/>
          </a:prstGeom>
          <a:pattFill prst="trellis">
            <a:fgClr>
              <a:srgbClr val="0A6BE6"/>
            </a:fgClr>
            <a:bgClr>
              <a:srgbClr val="0051BC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77" name="레일"/>
          <p:cNvSpPr>
            <a:spLocks noGrp="1"/>
          </p:cNvSpPr>
          <p:nvPr>
            <p:ph type="body" sz="quarter" idx="53"/>
          </p:nvPr>
        </p:nvSpPr>
        <p:spPr>
          <a:xfrm>
            <a:off x="734087" y="6078209"/>
            <a:ext cx="580696" cy="84640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78" name="레일 삼각형"/>
          <p:cNvSpPr/>
          <p:nvPr/>
        </p:nvSpPr>
        <p:spPr>
          <a:xfrm>
            <a:off x="734086" y="6078208"/>
            <a:ext cx="580696" cy="131478"/>
          </a:xfrm>
          <a:custGeom>
            <a:avLst/>
            <a:gdLst/>
            <a:ahLst/>
            <a:cxnLst/>
            <a:rect l="l" t="t" r="r" b="b"/>
            <a:pathLst>
              <a:path w="580696" h="131478">
                <a:moveTo>
                  <a:pt x="0" y="0"/>
                </a:moveTo>
                <a:lnTo>
                  <a:pt x="580696" y="0"/>
                </a:lnTo>
                <a:lnTo>
                  <a:pt x="290348" y="131478"/>
                </a:lnTo>
                <a:close/>
              </a:path>
            </a:pathLst>
          </a:custGeom>
          <a:solidFill>
            <a:srgbClr val="00B0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배너"/>
          <p:cNvSpPr/>
          <p:nvPr/>
        </p:nvSpPr>
        <p:spPr>
          <a:xfrm>
            <a:off x="1347652" y="6100122"/>
            <a:ext cx="4645565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80" name="배너"/>
          <p:cNvSpPr>
            <a:spLocks noGrp="1"/>
          </p:cNvSpPr>
          <p:nvPr>
            <p:ph type="body" sz="quarter" idx="54"/>
          </p:nvPr>
        </p:nvSpPr>
        <p:spPr>
          <a:xfrm>
            <a:off x="1347652" y="6100122"/>
            <a:ext cx="4645565" cy="20817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81" name="본문"/>
          <p:cNvSpPr>
            <a:spLocks noGrp="1"/>
          </p:cNvSpPr>
          <p:nvPr>
            <p:ph type="body" sz="quarter" idx="55"/>
          </p:nvPr>
        </p:nvSpPr>
        <p:spPr>
          <a:xfrm>
            <a:off x="1347652" y="6335687"/>
            <a:ext cx="4645565" cy="567016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 및 신입 채용 시 경력가점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정원 전환 추진을 위한 노사 공동 노력 지속 합의</a:t>
            </a:r>
          </a:p>
        </p:txBody>
      </p:sp>
      <p:sp>
        <p:nvSpPr>
          <p:cNvPr id="82" name="사진 칸"/>
          <p:cNvSpPr/>
          <p:nvPr/>
        </p:nvSpPr>
        <p:spPr>
          <a:xfrm>
            <a:off x="6064435" y="4712275"/>
            <a:ext cx="958696" cy="1349499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83" name="사진 칸"/>
          <p:cNvSpPr>
            <a:spLocks noGrp="1"/>
          </p:cNvSpPr>
          <p:nvPr>
            <p:ph type="body" sz="quarter" idx="56"/>
          </p:nvPr>
        </p:nvSpPr>
        <p:spPr>
          <a:xfrm>
            <a:off x="6064435" y="4712275"/>
            <a:ext cx="958696" cy="134949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84" name="사진 칸"/>
          <p:cNvSpPr/>
          <p:nvPr/>
        </p:nvSpPr>
        <p:spPr>
          <a:xfrm>
            <a:off x="6064435" y="6078209"/>
            <a:ext cx="958696" cy="846407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/>
        </p:txBody>
      </p:sp>
      <p:sp>
        <p:nvSpPr>
          <p:cNvPr id="85" name="사진 칸"/>
          <p:cNvSpPr>
            <a:spLocks noGrp="1"/>
          </p:cNvSpPr>
          <p:nvPr>
            <p:ph type="body" sz="quarter" idx="57"/>
          </p:nvPr>
        </p:nvSpPr>
        <p:spPr>
          <a:xfrm>
            <a:off x="6064435" y="6078209"/>
            <a:ext cx="958696" cy="84640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0" rIns="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  <p:sp>
        <p:nvSpPr>
          <p:cNvPr id="86" name="형광 밑줄"/>
          <p:cNvSpPr/>
          <p:nvPr/>
        </p:nvSpPr>
        <p:spPr>
          <a:xfrm>
            <a:off x="723130" y="7214963"/>
            <a:ext cx="3812614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소제목"/>
          <p:cNvSpPr>
            <a:spLocks noGrp="1"/>
          </p:cNvSpPr>
          <p:nvPr>
            <p:ph type="body" sz="quarter" idx="58"/>
          </p:nvPr>
        </p:nvSpPr>
        <p:spPr>
          <a:xfrm>
            <a:off x="723130" y="7061572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근로자의 안전을 위해! 시설관리 실무직렬 근무체계 개선 합의</a:t>
            </a:r>
          </a:p>
        </p:txBody>
      </p:sp>
      <p:sp>
        <p:nvSpPr>
          <p:cNvPr id="88" name="태그칩"/>
          <p:cNvSpPr/>
          <p:nvPr/>
        </p:nvSpPr>
        <p:spPr>
          <a:xfrm>
            <a:off x="4634353" y="7094442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89" name="태그칩"/>
          <p:cNvSpPr>
            <a:spLocks noGrp="1"/>
          </p:cNvSpPr>
          <p:nvPr>
            <p:ph type="body" sz="quarter" idx="59"/>
          </p:nvPr>
        </p:nvSpPr>
        <p:spPr>
          <a:xfrm>
            <a:off x="4634353" y="7094442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90" name="표 외곽"/>
          <p:cNvSpPr/>
          <p:nvPr/>
        </p:nvSpPr>
        <p:spPr>
          <a:xfrm>
            <a:off x="723130" y="7346442"/>
            <a:ext cx="6300000" cy="1594205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레일"/>
          <p:cNvSpPr/>
          <p:nvPr/>
        </p:nvSpPr>
        <p:spPr>
          <a:xfrm>
            <a:off x="734087" y="7362877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2" name="레일"/>
          <p:cNvSpPr>
            <a:spLocks noGrp="1"/>
          </p:cNvSpPr>
          <p:nvPr>
            <p:ph type="body" sz="quarter" idx="60"/>
          </p:nvPr>
        </p:nvSpPr>
        <p:spPr>
          <a:xfrm>
            <a:off x="734087" y="7362877"/>
            <a:ext cx="580696" cy="26204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93" name="본문"/>
          <p:cNvSpPr>
            <a:spLocks noGrp="1"/>
          </p:cNvSpPr>
          <p:nvPr>
            <p:ph type="body" sz="quarter" idx="61"/>
          </p:nvPr>
        </p:nvSpPr>
        <p:spPr>
          <a:xfrm>
            <a:off x="1347652" y="7384790"/>
            <a:ext cx="5648087" cy="21822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 주간(8시간)-당직(19시간)-비번으로 월 251시간 근무</a:t>
            </a:r>
          </a:p>
        </p:txBody>
      </p:sp>
      <p:sp>
        <p:nvSpPr>
          <p:cNvPr id="94" name="레일"/>
          <p:cNvSpPr/>
          <p:nvPr/>
        </p:nvSpPr>
        <p:spPr>
          <a:xfrm>
            <a:off x="734087" y="7641360"/>
            <a:ext cx="580696" cy="26204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5" name="레일"/>
          <p:cNvSpPr>
            <a:spLocks noGrp="1"/>
          </p:cNvSpPr>
          <p:nvPr>
            <p:ph type="body" sz="quarter" idx="62"/>
          </p:nvPr>
        </p:nvSpPr>
        <p:spPr>
          <a:xfrm>
            <a:off x="734087" y="7641360"/>
            <a:ext cx="580696" cy="26204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96" name="본문"/>
          <p:cNvSpPr>
            <a:spLocks noGrp="1"/>
          </p:cNvSpPr>
          <p:nvPr>
            <p:ph type="body" sz="quarter" idx="63"/>
          </p:nvPr>
        </p:nvSpPr>
        <p:spPr>
          <a:xfrm>
            <a:off x="1347652" y="7663273"/>
            <a:ext cx="5648087" cy="218223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97" name="레일"/>
          <p:cNvSpPr/>
          <p:nvPr/>
        </p:nvSpPr>
        <p:spPr>
          <a:xfrm>
            <a:off x="734087" y="7919843"/>
            <a:ext cx="580696" cy="1004369"/>
          </a:xfrm>
          <a:prstGeom prst="rect">
            <a:avLst/>
          </a:prstGeom>
          <a:pattFill prst="trellis">
            <a:fgClr>
              <a:srgbClr val="0990FF"/>
            </a:fgClr>
            <a:bgClr>
              <a:srgbClr val="0080EA"/>
            </a:bgClr>
          </a:patt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98" name="레일"/>
          <p:cNvSpPr>
            <a:spLocks noGrp="1"/>
          </p:cNvSpPr>
          <p:nvPr>
            <p:ph type="body" sz="quarter" idx="64"/>
          </p:nvPr>
        </p:nvSpPr>
        <p:spPr>
          <a:xfrm>
            <a:off x="734087" y="7919843"/>
            <a:ext cx="580696" cy="1004369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99" name="머리칸"/>
          <p:cNvSpPr/>
          <p:nvPr/>
        </p:nvSpPr>
        <p:spPr>
          <a:xfrm>
            <a:off x="1347652" y="79417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0" name="머리칸"/>
          <p:cNvSpPr>
            <a:spLocks noGrp="1"/>
          </p:cNvSpPr>
          <p:nvPr>
            <p:ph type="body" sz="quarter" idx="65"/>
          </p:nvPr>
        </p:nvSpPr>
        <p:spPr>
          <a:xfrm>
            <a:off x="1347652" y="794175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101" name="머리칸"/>
          <p:cNvSpPr/>
          <p:nvPr/>
        </p:nvSpPr>
        <p:spPr>
          <a:xfrm>
            <a:off x="3230348" y="79417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2" name="머리칸"/>
          <p:cNvSpPr>
            <a:spLocks noGrp="1"/>
          </p:cNvSpPr>
          <p:nvPr>
            <p:ph type="body" sz="quarter" idx="66"/>
          </p:nvPr>
        </p:nvSpPr>
        <p:spPr>
          <a:xfrm>
            <a:off x="3230348" y="794175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103" name="머리칸"/>
          <p:cNvSpPr/>
          <p:nvPr/>
        </p:nvSpPr>
        <p:spPr>
          <a:xfrm>
            <a:off x="5113043" y="7941757"/>
            <a:ext cx="186626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/>
        </p:txBody>
      </p:sp>
      <p:sp>
        <p:nvSpPr>
          <p:cNvPr id="104" name="머리칸"/>
          <p:cNvSpPr>
            <a:spLocks noGrp="1"/>
          </p:cNvSpPr>
          <p:nvPr>
            <p:ph type="body" sz="quarter" idx="67"/>
          </p:nvPr>
        </p:nvSpPr>
        <p:spPr>
          <a:xfrm>
            <a:off x="5113043" y="7941757"/>
            <a:ext cx="1866261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1600" rIns="21600" tIns="3600" bIns="36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105" name="칸 본문"/>
          <p:cNvSpPr>
            <a:spLocks noGrp="1"/>
          </p:cNvSpPr>
          <p:nvPr>
            <p:ph type="body" sz="quarter" idx="68"/>
          </p:nvPr>
        </p:nvSpPr>
        <p:spPr>
          <a:xfrm>
            <a:off x="1358609" y="8182800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방지를 위한 노사 공동 노력 설득·소통</a:t>
            </a:r>
          </a:p>
        </p:txBody>
      </p:sp>
      <p:sp>
        <p:nvSpPr>
          <p:cNvPr id="106" name="칸 본문"/>
          <p:cNvSpPr>
            <a:spLocks noGrp="1"/>
          </p:cNvSpPr>
          <p:nvPr>
            <p:ph type="body" sz="quarter" idx="69"/>
          </p:nvPr>
        </p:nvSpPr>
        <p:spPr>
          <a:xfrm>
            <a:off x="3241304" y="8182800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 후 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 → 주·야 교대</a:t>
            </a:r>
          </a:p>
        </p:txBody>
      </p:sp>
      <p:cxnSp>
        <p:nvCxnSpPr>
          <p:cNvPr id="107" name="Connector 75"/>
          <p:cNvCxnSpPr/>
          <p:nvPr/>
        </p:nvCxnSpPr>
        <p:spPr>
          <a:xfrm>
            <a:off x="3230348" y="8215670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8" name="칸 본문"/>
          <p:cNvSpPr>
            <a:spLocks noGrp="1"/>
          </p:cNvSpPr>
          <p:nvPr>
            <p:ph type="body" sz="quarter" idx="70"/>
          </p:nvPr>
        </p:nvSpPr>
        <p:spPr>
          <a:xfrm>
            <a:off x="5124000" y="8182800"/>
            <a:ext cx="1860783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 감소에 따른 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법령에 따른 휴일수당·연장근로수당 지급</a:t>
            </a:r>
          </a:p>
        </p:txBody>
      </p:sp>
      <p:cxnSp>
        <p:nvCxnSpPr>
          <p:cNvPr id="109" name="Connector 77"/>
          <p:cNvCxnSpPr/>
          <p:nvPr/>
        </p:nvCxnSpPr>
        <p:spPr>
          <a:xfrm>
            <a:off x="5113043" y="8215670"/>
            <a:ext cx="0" cy="65376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0" name="핵심성과 박스"/>
          <p:cNvSpPr/>
          <p:nvPr/>
        </p:nvSpPr>
        <p:spPr>
          <a:xfrm>
            <a:off x="723130" y="9028299"/>
            <a:ext cx="6300000" cy="49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핵심성과 라벨"/>
          <p:cNvSpPr/>
          <p:nvPr/>
        </p:nvSpPr>
        <p:spPr>
          <a:xfrm>
            <a:off x="756000" y="9066647"/>
            <a:ext cx="657391" cy="41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112" name="핵심성과 라벨"/>
          <p:cNvSpPr>
            <a:spLocks noGrp="1"/>
          </p:cNvSpPr>
          <p:nvPr>
            <p:ph type="body" sz="quarter" idx="71"/>
          </p:nvPr>
        </p:nvSpPr>
        <p:spPr>
          <a:xfrm>
            <a:off x="756000" y="9066647"/>
            <a:ext cx="657391" cy="41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113" name="핵심성과 문구"/>
          <p:cNvSpPr>
            <a:spLocks noGrp="1"/>
          </p:cNvSpPr>
          <p:nvPr>
            <p:ph type="body" sz="quarter" idx="72"/>
          </p:nvPr>
        </p:nvSpPr>
        <p:spPr>
          <a:xfrm>
            <a:off x="1501043" y="9044734"/>
            <a:ext cx="5456348" cy="45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노사합의 체결('25.12월) → 장시간 근무해소(△79시간)를 통한 건강권 확보와 임금보전까지 일거양득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L09 근로환경면 (2/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  <p:sp>
        <p:nvSpPr>
          <p:cNvPr id="10" name="형광 밑줄"/>
          <p:cNvSpPr/>
          <p:nvPr/>
        </p:nvSpPr>
        <p:spPr>
          <a:xfrm>
            <a:off x="536870" y="920348"/>
            <a:ext cx="3634156" cy="43826"/>
          </a:xfrm>
          <a:prstGeom prst="rect">
            <a:avLst/>
          </a:prstGeom>
          <a:solidFill>
            <a:srgbClr val="29FFB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소제목"/>
          <p:cNvSpPr>
            <a:spLocks noGrp="1"/>
          </p:cNvSpPr>
          <p:nvPr>
            <p:ph type="body" sz="quarter" idx="20"/>
          </p:nvPr>
        </p:nvSpPr>
        <p:spPr>
          <a:xfrm>
            <a:off x="536870" y="766957"/>
            <a:ext cx="6300000" cy="241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spc="-6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라. 직원 만족도를 높이는 복리후생 향상과 근무환경 개선 노력</a:t>
            </a:r>
          </a:p>
        </p:txBody>
      </p:sp>
      <p:sp>
        <p:nvSpPr>
          <p:cNvPr id="12" name="태그칩"/>
          <p:cNvSpPr/>
          <p:nvPr/>
        </p:nvSpPr>
        <p:spPr>
          <a:xfrm>
            <a:off x="4269635" y="799826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/>
        </p:txBody>
      </p:sp>
      <p:sp>
        <p:nvSpPr>
          <p:cNvPr id="13" name="태그칩"/>
          <p:cNvSpPr>
            <a:spLocks noGrp="1"/>
          </p:cNvSpPr>
          <p:nvPr>
            <p:ph type="body" sz="quarter" idx="21"/>
          </p:nvPr>
        </p:nvSpPr>
        <p:spPr>
          <a:xfrm>
            <a:off x="4269635" y="799826"/>
            <a:ext cx="351016" cy="175304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10800" rIns="108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4" name="패널 외곽"/>
          <p:cNvSpPr/>
          <p:nvPr/>
        </p:nvSpPr>
        <p:spPr>
          <a:xfrm>
            <a:off x="536870" y="106278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패널 머리"/>
          <p:cNvSpPr/>
          <p:nvPr/>
        </p:nvSpPr>
        <p:spPr>
          <a:xfrm>
            <a:off x="536870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6" name="패널 머리"/>
          <p:cNvSpPr>
            <a:spLocks noGrp="1"/>
          </p:cNvSpPr>
          <p:nvPr>
            <p:ph type="body" sz="quarter" idx="22"/>
          </p:nvPr>
        </p:nvSpPr>
        <p:spPr>
          <a:xfrm>
            <a:off x="536870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17" name="패널 본문"/>
          <p:cNvSpPr>
            <a:spLocks noGrp="1"/>
          </p:cNvSpPr>
          <p:nvPr>
            <p:ph type="body" sz="quarter" idx="23"/>
          </p:nvPr>
        </p:nvSpPr>
        <p:spPr>
          <a:xfrm>
            <a:off x="558783" y="1303826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이동식 에어컨 보급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장례서비스 지원 확대(배우자상 포함)</a:t>
            </a:r>
          </a:p>
        </p:txBody>
      </p:sp>
      <p:sp>
        <p:nvSpPr>
          <p:cNvPr id="18" name="요약 바"/>
          <p:cNvSpPr/>
          <p:nvPr/>
        </p:nvSpPr>
        <p:spPr>
          <a:xfrm>
            <a:off x="558783" y="2045238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19" name="요약 바"/>
          <p:cNvSpPr>
            <a:spLocks noGrp="1"/>
          </p:cNvSpPr>
          <p:nvPr>
            <p:ph type="body" sz="quarter" idx="24"/>
          </p:nvPr>
        </p:nvSpPr>
        <p:spPr>
          <a:xfrm>
            <a:off x="558783" y="2045238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20" name="패널 외곽"/>
          <p:cNvSpPr/>
          <p:nvPr/>
        </p:nvSpPr>
        <p:spPr>
          <a:xfrm>
            <a:off x="2651478" y="106278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패널 머리"/>
          <p:cNvSpPr/>
          <p:nvPr/>
        </p:nvSpPr>
        <p:spPr>
          <a:xfrm>
            <a:off x="2651478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2" name="패널 머리"/>
          <p:cNvSpPr>
            <a:spLocks noGrp="1"/>
          </p:cNvSpPr>
          <p:nvPr>
            <p:ph type="body" sz="quarter" idx="25"/>
          </p:nvPr>
        </p:nvSpPr>
        <p:spPr>
          <a:xfrm>
            <a:off x="2651478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23" name="패널 본문"/>
          <p:cNvSpPr>
            <a:spLocks noGrp="1"/>
          </p:cNvSpPr>
          <p:nvPr>
            <p:ph type="body" sz="quarter" idx="26"/>
          </p:nvPr>
        </p:nvSpPr>
        <p:spPr>
          <a:xfrm>
            <a:off x="2673391" y="1303826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신설(둘째 50, 셋째 100만)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3법·임신검진동행휴가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자녀초청행사, 가족 동반 퇴임식 개최</a:t>
            </a:r>
          </a:p>
        </p:txBody>
      </p:sp>
      <p:sp>
        <p:nvSpPr>
          <p:cNvPr id="24" name="요약 바"/>
          <p:cNvSpPr/>
          <p:nvPr/>
        </p:nvSpPr>
        <p:spPr>
          <a:xfrm>
            <a:off x="2673391" y="2045238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5" name="요약 바"/>
          <p:cNvSpPr>
            <a:spLocks noGrp="1"/>
          </p:cNvSpPr>
          <p:nvPr>
            <p:ph type="body" sz="quarter" idx="27"/>
          </p:nvPr>
        </p:nvSpPr>
        <p:spPr>
          <a:xfrm>
            <a:off x="2673391" y="2045238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26" name="패널 외곽"/>
          <p:cNvSpPr/>
          <p:nvPr/>
        </p:nvSpPr>
        <p:spPr>
          <a:xfrm>
            <a:off x="4766087" y="1062783"/>
            <a:ext cx="2070783" cy="122349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패널 머리"/>
          <p:cNvSpPr/>
          <p:nvPr/>
        </p:nvSpPr>
        <p:spPr>
          <a:xfrm>
            <a:off x="4766087" y="1062783"/>
            <a:ext cx="2070783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28" name="패널 머리"/>
          <p:cNvSpPr>
            <a:spLocks noGrp="1"/>
          </p:cNvSpPr>
          <p:nvPr>
            <p:ph type="body" sz="quarter" idx="28"/>
          </p:nvPr>
        </p:nvSpPr>
        <p:spPr>
          <a:xfrm>
            <a:off x="4766087" y="1062783"/>
            <a:ext cx="2070783" cy="230087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="1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29" name="패널 본문"/>
          <p:cNvSpPr>
            <a:spLocks noGrp="1"/>
          </p:cNvSpPr>
          <p:nvPr>
            <p:ph type="body" sz="quarter" idx="29"/>
          </p:nvPr>
        </p:nvSpPr>
        <p:spPr>
          <a:xfrm>
            <a:off x="4788000" y="1303826"/>
            <a:ext cx="2026957" cy="719499"/>
          </a:xfrm>
          <a:prstGeom prst="rect">
            <a:avLst/>
          </a:prstGeom>
          <a:noFill/>
          <a:ln>
            <a:noFill/>
          </a:ln>
        </p:spPr>
        <p:txBody>
          <a:bodyPr wrap="square" lIns="50400" tIns="7200" rIns="21600" bIns="7200" anchor="ctr">
            <a:noAutofit/>
          </a:bodyPr>
          <a:lstStyle>
            <a:lvl1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 공사(8개소)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40년↑ 청사 안전진단·컨설팅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직무스트레스 조사 및 사후관리 실시</a:t>
            </a:r>
          </a:p>
        </p:txBody>
      </p:sp>
      <p:sp>
        <p:nvSpPr>
          <p:cNvPr id="30" name="요약 바"/>
          <p:cNvSpPr/>
          <p:nvPr/>
        </p:nvSpPr>
        <p:spPr>
          <a:xfrm>
            <a:off x="4788000" y="2045238"/>
            <a:ext cx="2026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/>
        </p:txBody>
      </p:sp>
      <p:sp>
        <p:nvSpPr>
          <p:cNvPr id="31" name="요약 바"/>
          <p:cNvSpPr>
            <a:spLocks noGrp="1"/>
          </p:cNvSpPr>
          <p:nvPr>
            <p:ph type="body" sz="quarter" idx="30"/>
          </p:nvPr>
        </p:nvSpPr>
        <p:spPr>
          <a:xfrm>
            <a:off x="4788000" y="2045238"/>
            <a:ext cx="2026957" cy="219130"/>
          </a:xfrm>
          <a:prstGeom prst="rect">
            <a:avLst/>
          </a:prstGeom>
          <a:effectLst/>
          <a:noFill/>
          <a:ln>
            <a:noFill/>
          </a:ln>
        </p:spPr>
        <p:txBody>
          <a:bodyPr rtlCol="0" anchor="ctr" lIns="28800" rIns="28800" tIns="7200" bIns="720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spc="-5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  <p:sp>
        <p:nvSpPr>
          <p:cNvPr id="32" name="핵심성과 박스"/>
          <p:cNvSpPr/>
          <p:nvPr/>
        </p:nvSpPr>
        <p:spPr>
          <a:xfrm>
            <a:off x="536870" y="2373934"/>
            <a:ext cx="6300000" cy="311478"/>
          </a:xfrm>
          <a:prstGeom prst="rect">
            <a:avLst/>
          </a:prstGeom>
          <a:solidFill>
            <a:srgbClr val="E6FCF9"/>
          </a:solidFill>
          <a:ln w="19050">
            <a:solidFill>
              <a:srgbClr val="00BE83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핵심성과 라벨"/>
          <p:cNvSpPr/>
          <p:nvPr/>
        </p:nvSpPr>
        <p:spPr>
          <a:xfrm>
            <a:off x="569739" y="2412282"/>
            <a:ext cx="657391" cy="234783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/>
        </p:txBody>
      </p:sp>
      <p:sp>
        <p:nvSpPr>
          <p:cNvPr id="34" name="핵심성과 라벨"/>
          <p:cNvSpPr>
            <a:spLocks noGrp="1"/>
          </p:cNvSpPr>
          <p:nvPr>
            <p:ph type="body" sz="quarter" idx="31"/>
          </p:nvPr>
        </p:nvSpPr>
        <p:spPr>
          <a:xfrm>
            <a:off x="569739" y="2412282"/>
            <a:ext cx="657391" cy="234783"/>
          </a:xfrm>
          <a:prstGeom prst="homePlate">
            <a:avLst>
              <a:gd name="adj" fmla="val 28000"/>
            </a:avLst>
          </a:prstGeom>
          <a:effectLst/>
          <a:noFill/>
          <a:ln>
            <a:noFill/>
          </a:ln>
        </p:spPr>
        <p:txBody>
          <a:bodyPr rtlCol="0" anchor="ctr" lIns="18000" rIns="79200" tIns="0" bIns="0" wrap="square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00" b="1" spc="-55">
                <a:solidFill>
                  <a:srgbClr val="FFFFFF"/>
                </a:solidFill>
                <a:latin typeface="Pretendard"/>
                <a:ea typeface="Pretendard"/>
              </a:defRPr>
            </a:lvl1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5" name="핵심성과 문구"/>
          <p:cNvSpPr>
            <a:spLocks noGrp="1"/>
          </p:cNvSpPr>
          <p:nvPr>
            <p:ph type="body" sz="quarter" idx="32"/>
          </p:nvPr>
        </p:nvSpPr>
        <p:spPr>
          <a:xfrm>
            <a:off x="1314783" y="2390369"/>
            <a:ext cx="5456348" cy="278609"/>
          </a:xfrm>
          <a:prstGeom prst="rect">
            <a:avLst/>
          </a:prstGeom>
          <a:noFill/>
          <a:ln>
            <a:noFill/>
          </a:ln>
        </p:spPr>
        <p:txBody>
          <a:bodyPr wrap="square" lIns="36000" tIns="10800" rIns="36000" bIns="10800" anchor="ctr">
            <a:noAutofit/>
          </a:bodyPr>
          <a:lstStyle>
            <a:lvl1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  <a:defRPr sz="1100" b="1" spc="-55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근로개선지수 전년대비 1.5점 상승(90.1 → 91.6점), 복리후생 만족도 3년 연속 '우수' 등급 획득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  <p:sldLayoutId id="2147483655" r:id="rId5"/>
    <p:sldLayoutId id="2147483656" r:id="rId4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9" name="장 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4" name="평가내용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6" name="평가내용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5" name="번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번호 띠 제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소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8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13" name="태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14" name="태그 설명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15" name="태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16" name="태그 설명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17" name="태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18" name="태그 설명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19" name="레일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21" name="단계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22" name="단계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23" name="단계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9" name="본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10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2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4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15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sp>
        <p:nvSpPr>
          <p:cNvPr id="17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9" name="단계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20" name="단계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21" name="단계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22" name="단계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sp>
        <p:nvSpPr>
          <p:cNvPr id="34" name="성과 패널 머리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6" name="성과 패널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8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14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15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20" name="단계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21" name="단계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22" name="단계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23" name="단계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9" name="본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10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12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14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15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sp>
        <p:nvSpPr>
          <p:cNvPr id="17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19" name="태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20" name="태그 설명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21" name="태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22" name="태그 설명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8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sp>
        <p:nvSpPr>
          <p:cNvPr id="12" name="레일 태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13" name="레일 라벨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15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17" name="사진 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19" name="레일 태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20" name="레일 라벨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22" name="배너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23" name="머리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24" name="머리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25" name="머리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9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10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11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12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6" name="배너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8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9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10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11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sp>
        <p:nvSpPr>
          <p:cNvPr id="13" name="칸 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sp>
        <p:nvSpPr>
          <p:cNvPr id="15" name="태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16" name="태그 설명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17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19" name="배너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20" name="머리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21" name="머리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sp>
        <p:nvSpPr>
          <p:cNvPr id="25" name="태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26" name="태그 설명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9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0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1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12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sp>
        <p:nvSpPr>
          <p:cNvPr id="14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16" name="단계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17" name="단계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18" name="단계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19" name="단계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sp>
        <p:nvSpPr>
          <p:cNvPr id="30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32" name="머리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33" name="머리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graphicFrame>
        <p:nvGraphicFramePr>
          <p:cNvPr id="35" name="인라인 표"/>
          <p:cNvGraphicFramePr>
            <a:graphicFrameLocks noGrp="1"/>
          </p:cNvGraphicFramePr>
          <p:nvPr/>
        </p:nvGraphicFramePr>
        <p:xfrm>
          <a:off x="1205217" y="2979297"/>
          <a:ext cx="2711739" cy="416348"/>
        </p:xfrm>
        <a:graphic>
          <a:graphicData uri="http://schemas.openxmlformats.org/drawingml/2006/table">
            <a:tbl>
              <a:tblPr/>
              <a:tblGrid>
                <a:gridCol w="394435"/>
                <a:gridCol w="504000"/>
                <a:gridCol w="361565"/>
                <a:gridCol w="153391"/>
                <a:gridCol w="416348"/>
                <a:gridCol w="438261"/>
                <a:gridCol w="443739"/>
              </a:tblGrid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위원,1급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6,7급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교통직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실무직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</a:tr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인상률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1.0%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3.2%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8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14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15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20" name="배너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21" name="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 및 신입 채용 시 경력가점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정원 전환 추진을 위한 노사 공동 노력 지속 합의</a:t>
            </a:r>
          </a:p>
        </p:txBody>
      </p:sp>
      <p:sp>
        <p:nvSpPr>
          <p:cNvPr id="22" name="사진 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23" name="사진 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9" name="본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 주간(8시간)-당직(19시간)-비번으로 월 251시간 근무</a:t>
            </a:r>
          </a:p>
        </p:txBody>
      </p:sp>
      <p:sp>
        <p:nvSpPr>
          <p:cNvPr id="10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11" name="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12" name="레일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14" name="머리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15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방지를 위한 노사 공동 노력 설득·소통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 후 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 → 주·야 교대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 감소에 따른 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법령에 따른 휴일수당·연장근로수당 지급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7" name="강조 바 글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9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10" name="가운데 글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11" name="가운데 글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sp>
        <p:nvSpPr>
          <p:cNvPr id="13" name="가운데 글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sp>
        <p:nvSpPr>
          <p:cNvPr id="16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sp>
        <p:nvSpPr>
          <p:cNvPr id="23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24" name="칸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30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9" name="본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12" name="가운데 글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16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8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10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sp>
        <p:nvSpPr>
          <p:cNvPr id="12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sp>
        <p:nvSpPr>
          <p:cNvPr id="15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9" name="가운데 글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2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14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15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20" name="강조 바 글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22" name="레일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23" name="머리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24" name="머리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25" name="머리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5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6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7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8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9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3법에 따른 출산·양육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장기재직휴가·임신검진동행휴가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국정과제에 따른 안전일터 조성</a:t>
            </a:r>
          </a:p>
        </p:txBody>
      </p:sp>
      <p:sp>
        <p:nvSpPr>
          <p:cNvPr id="10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질적인 근로조건 개선 성과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노력 지속 필요</a:t>
            </a:r>
          </a:p>
        </p:txBody>
      </p:sp>
      <p:sp>
        <p:nvSpPr>
          <p:cNvPr id="12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13" name="소행 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등 생활밀착 지원</a:t>
            </a:r>
          </a:p>
        </p:txBody>
      </p:sp>
      <p:sp>
        <p:nvSpPr>
          <p:cNvPr id="15" name="레일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16" name="소행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 관리</a:t>
            </a:r>
          </a:p>
        </p:txBody>
      </p:sp>
      <p:sp>
        <p:nvSpPr>
          <p:cNvPr id="19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20" name="가운데 글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21" name="가운데 글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sp>
        <p:nvSpPr>
          <p:cNvPr id="23" name="가운데 글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26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패널 머리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9" name="레일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0" name="패널 본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sp>
        <p:nvSpPr>
          <p:cNvPr id="12" name="레일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13" name="패널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sp>
        <p:nvSpPr>
          <p:cNvPr id="15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16" name="패널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19" name="패널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21" name="패널 머리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22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23" name="패널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sp>
        <p:nvSpPr>
          <p:cNvPr id="25" name="레일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26" name="패널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sp>
        <p:nvSpPr>
          <p:cNvPr id="28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29" name="패널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sp>
        <p:nvSpPr>
          <p:cNvPr id="31" name="레일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32" name="패널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5" name="패널 머리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6" name="패널 본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이동식 에어컨 보급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장례서비스 지원 확대(배우자상 포함)</a:t>
            </a:r>
          </a:p>
        </p:txBody>
      </p:sp>
      <p:sp>
        <p:nvSpPr>
          <p:cNvPr id="7" name="요약 바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9" name="패널 머리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10" name="패널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신설(둘째 50, 셋째 100만)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3법·임신검진동행휴가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자녀초청행사, 가족 동반 퇴임식 개최</a:t>
            </a:r>
          </a:p>
        </p:txBody>
      </p:sp>
      <p:sp>
        <p:nvSpPr>
          <p:cNvPr id="11" name="요약 바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13" name="패널 머리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14" name="패널 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 공사(8개소)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40년↑ 청사 안전진단·컨설팅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직무스트레스 조사 및 사후관리 실시</a:t>
            </a:r>
          </a:p>
        </p:txBody>
      </p:sp>
      <p:sp>
        <p:nvSpPr>
          <p:cNvPr id="15" name="요약 바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graphicFrame>
        <p:nvGraphicFramePr>
          <p:cNvPr id="7" name="실적표"/>
          <p:cNvGraphicFramePr>
            <a:graphicFrameLocks noGrp="1"/>
          </p:cNvGraphicFramePr>
          <p:nvPr/>
        </p:nvGraphicFramePr>
        <p:xfrm>
          <a:off x="536870" y="766957"/>
          <a:ext cx="6300001" cy="2202263"/>
        </p:xfrm>
        <a:graphic>
          <a:graphicData uri="http://schemas.openxmlformats.org/drawingml/2006/table">
            <a:tbl>
              <a:tblPr/>
              <a:tblGrid>
                <a:gridCol w="662870"/>
                <a:gridCol w="624522"/>
                <a:gridCol w="5012609"/>
              </a:tblGrid>
              <a:tr h="230087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 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추진내용 및 실적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관리자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최고지도위과정(3명)·발전방안(156명)·신규보직자 교육(41명)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 대상 노동관계법·노사관계 등 노사지식 함양 교육(178명)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노사실무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집단 노사갈등 해결·롤플레이(4명), 노무이슈·판례 학습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기본역량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노동교육원 MOU 양질의 노사관계 교육 콘텐츠 제공(549명)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공인노무사 초빙 단체협약 이해관계자 교육(경영진·노조집행부)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전문성 촉진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안전보건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위험성평가(154명)·재난안전체험(203명)·방재전문교육(22명)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보수예산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보수·예산·회계 담당자 전문화(145명), 승진자 내재화(285명)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 담당자 전문화 교육(47명), 제도 안내 가이드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22</a:t>
            </a:r>
          </a:p>
        </p:txBody>
      </p:sp>
      <p:sp>
        <p:nvSpPr>
          <p:cNvPr id="5" name="핵심성과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" name="핵심성과 문구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핵심성과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9" name="핵심성과 문구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24</a:t>
            </a:r>
          </a:p>
        </p:txBody>
      </p:sp>
      <p:sp>
        <p:nvSpPr>
          <p:cNvPr id="5" name="핵심성과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" name="핵심성과 문구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평가내용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평가내용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운영이 상호 협력과 참여에 기반하여 이루어지고 있는지 여부</a:t>
            </a:r>
          </a:p>
        </p:txBody>
      </p:sp>
      <p:sp>
        <p:nvSpPr>
          <p:cNvPr id="18" name="번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9" name="번호 띠 제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21" name="소제목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23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4" name="머리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26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기본권 보장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개정, 노사협력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저출산 해결 노력 요구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 처우개선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요구</a:t>
            </a:r>
          </a:p>
        </p:txBody>
      </p:sp>
      <p:sp>
        <p:nvSpPr>
          <p:cNvPr id="29" name="레일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1" name="태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32" name="태그 설명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33" name="태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34" name="태그 설명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공동 목표를 수행하는 동반자로서 긍정의 노사관계 강화</a:t>
            </a:r>
          </a:p>
        </p:txBody>
      </p:sp>
      <p:sp>
        <p:nvSpPr>
          <p:cNvPr id="35" name="태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36" name="태그 설명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 존중 실현과 복리후생제도 개선 등 근로환경 개선 추진</a:t>
            </a:r>
          </a:p>
        </p:txBody>
      </p:sp>
      <p:sp>
        <p:nvSpPr>
          <p:cNvPr id="37" name="레일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39" name="단계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40" name="단계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41" name="단계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4" name="칸 본문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45" name="칸 본문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sp>
        <p:nvSpPr>
          <p:cNvPr id="51" name="레일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53" name="강조 바 글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55" name="레일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56" name="가운데 글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 운영으로 리스크 해결</a:t>
            </a:r>
          </a:p>
        </p:txBody>
      </p:sp>
      <p:sp>
        <p:nvSpPr>
          <p:cNvPr id="57" name="가운데 글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sp>
        <p:nvSpPr>
          <p:cNvPr id="59" name="가운데 글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sp>
        <p:nvSpPr>
          <p:cNvPr id="62" name="레일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63" name="칸 본문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</a:t>
            </a:r>
          </a:p>
        </p:txBody>
      </p:sp>
      <p:sp>
        <p:nvSpPr>
          <p:cNvPr id="64" name="칸 본문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</a:t>
            </a:r>
          </a:p>
        </p:txBody>
      </p:sp>
      <p:sp>
        <p:nvSpPr>
          <p:cNvPr id="66" name="칸 본문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</a:t>
            </a:r>
          </a:p>
        </p:txBody>
      </p:sp>
      <p:sp>
        <p:nvSpPr>
          <p:cNvPr id="69" name="레일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70" name="칸 본문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</a:t>
            </a:r>
          </a:p>
        </p:txBody>
      </p:sp>
      <p:sp>
        <p:nvSpPr>
          <p:cNvPr id="71" name="칸 본문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</a:t>
            </a:r>
          </a:p>
        </p:txBody>
      </p:sp>
      <p:sp>
        <p:nvSpPr>
          <p:cNvPr id="73" name="칸 본문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76" name="레일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77" name="칸 본문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안건 일치율</a:t>
            </a:r>
          </a:p>
        </p:txBody>
      </p:sp>
      <p:sp>
        <p:nvSpPr>
          <p:cNvPr id="78" name="칸 본문"/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역량지수 설문조사</a:t>
            </a:r>
          </a:p>
        </p:txBody>
      </p:sp>
      <p:sp>
        <p:nvSpPr>
          <p:cNvPr id="80" name="칸 본문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</a:t>
            </a:r>
          </a:p>
        </p:txBody>
      </p:sp>
      <p:sp>
        <p:nvSpPr>
          <p:cNvPr id="83" name="핵심성과 라벨"/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84" name="핵심성과 문구"/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5" name="소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분야별 리스크 관리</a:t>
            </a:r>
          </a:p>
        </p:txBody>
      </p:sp>
      <p:sp>
        <p:nvSpPr>
          <p:cNvPr id="6" name="태그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8" name="패널 머리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9" name="레일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10" name="패널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sp>
        <p:nvSpPr>
          <p:cNvPr id="12" name="레일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13" name="패널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sp>
        <p:nvSpPr>
          <p:cNvPr id="15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16" name="패널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19" name="패널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21" name="패널 머리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22" name="레일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23" name="패널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sp>
        <p:nvSpPr>
          <p:cNvPr id="25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26" name="패널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sp>
        <p:nvSpPr>
          <p:cNvPr id="28" name="레일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29" name="패널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sp>
        <p:nvSpPr>
          <p:cNvPr id="31" name="레일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32" name="패널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34" name="핵심성과 라벨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5" name="핵심성과 문구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10" name="번호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1" name="번호 띠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13" name="소제목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14" name="태그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6" name="레일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7" name="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초과근무 등 직원 근로환경 저하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20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21" name="머리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sp>
        <p:nvSpPr>
          <p:cNvPr id="25" name="레일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27" name="단계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28" name="단계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29" name="단계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30" name="단계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sp>
        <p:nvSpPr>
          <p:cNvPr id="39" name="칸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sp>
        <p:nvSpPr>
          <p:cNvPr id="42" name="성과 패널 머리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44" name="성과 패널 본문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46" name="핵심성과 라벨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47" name="핵심성과 문구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적성검사 연말집중 해소 및 노동이사 선임 등 현안문제 해결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28</a:t>
            </a:r>
          </a:p>
        </p:txBody>
      </p:sp>
      <p:sp>
        <p:nvSpPr>
          <p:cNvPr id="5" name="소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6" name="태그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9" name="머리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10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11" name="칸 본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공감대 형성</a:t>
            </a:r>
          </a:p>
        </p:txBody>
      </p:sp>
      <p:sp>
        <p:nvSpPr>
          <p:cNvPr id="12" name="칸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 1명을 비상임이사로 포함'</a:t>
            </a:r>
          </a:p>
        </p:txBody>
      </p:sp>
      <p:sp>
        <p:nvSpPr>
          <p:cNvPr id="14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16" name="머리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</a:t>
            </a:r>
          </a:p>
        </p:txBody>
      </p:sp>
      <p:sp>
        <p:nvSpPr>
          <p:cNvPr id="17" name="머리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18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적극 시행과 직무 수행 지원, 불이익 처분 및 대우 금지 조항 마련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업무수행·역량강화 교육과정 지원 및 소통채널 운영 협의</a:t>
            </a:r>
          </a:p>
        </p:txBody>
      </p:sp>
      <p:sp>
        <p:nvSpPr>
          <p:cNvPr id="21" name="레일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23" name="단계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24" name="단계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25" name="단계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26" name="단계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공모, 추천위원회 구성('25.11.25.)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sp>
        <p:nvSpPr>
          <p:cNvPr id="33" name="칸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추천위원회 심사 실시('26.1.13.)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 경찰청장 임명('26. 상반기)</a:t>
            </a:r>
          </a:p>
        </p:txBody>
      </p:sp>
      <p:sp>
        <p:nvSpPr>
          <p:cNvPr id="38" name="핵심성과 라벨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9" name="핵심성과 문구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3여 년 노력 끝에 노동이사 추천 완료('26. 상반기 선임 예정)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소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9" name="태그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1" name="레일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12" name="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14" name="레일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15" name="가운데 글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16" name="주석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  <p:sp>
        <p:nvSpPr>
          <p:cNvPr id="18" name="레일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19" name="머리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20" name="머리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21" name="머리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22" name="칸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23" name="칸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sp>
        <p:nvSpPr>
          <p:cNvPr id="25" name="칸 본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sp>
        <p:nvSpPr>
          <p:cNvPr id="28" name="레일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29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30" name="칸 본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sp>
        <p:nvSpPr>
          <p:cNvPr id="35" name="핵심성과 라벨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36" name="핵심성과 문구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4" name="평가내용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6" name="평가내용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공감대 형성을 위한 의사소통과 관리 역량 강화 노력과 성과</a:t>
            </a:r>
          </a:p>
        </p:txBody>
      </p:sp>
      <p:sp>
        <p:nvSpPr>
          <p:cNvPr id="15" name="번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번호 띠 제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열린 소통과 긍정문화 조성에 기반한 상생 협력적 노사관계 운영</a:t>
            </a:r>
          </a:p>
        </p:txBody>
      </p:sp>
      <p:sp>
        <p:nvSpPr>
          <p:cNvPr id="18" name="소제목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공감대 형성 기반 열린 소통채널 운영·긍정 조직문화 조성</a:t>
            </a:r>
          </a:p>
        </p:txBody>
      </p:sp>
      <p:sp>
        <p:nvSpPr>
          <p:cNvPr id="19" name="태그칩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21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22" name="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87.3 ↔ 88.7점)</a:t>
            </a:r>
          </a:p>
        </p:txBody>
      </p:sp>
      <p:sp>
        <p:nvSpPr>
          <p:cNvPr id="23" name="레일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5" name="머리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26" name="머리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수시로 소통해 해결하고 서로 존중·협력하겠다.”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</a:t>
            </a:r>
          </a:p>
        </p:txBody>
      </p:sp>
      <p:sp>
        <p:nvSpPr>
          <p:cNvPr id="30" name="레일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32" name="태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33" name="태그 설명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34" name="태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35" name="태그 설명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  <p:sp>
        <p:nvSpPr>
          <p:cNvPr id="38" name="패널 머리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40" name="레일 태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조직소통</a:t>
            </a:r>
          </a:p>
        </p:txBody>
      </p:sp>
      <p:sp>
        <p:nvSpPr>
          <p:cNvPr id="41" name="레일 라벨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열린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협의회</a:t>
            </a:r>
          </a:p>
        </p:txBody>
      </p:sp>
      <p:sp>
        <p:nvSpPr>
          <p:cNvPr id="42" name="패널 본문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협의회 운영(41명 참관)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이행현황 점검·공유로 환류체계 강화</a:t>
            </a:r>
          </a:p>
        </p:txBody>
      </p:sp>
      <p:sp>
        <p:nvSpPr>
          <p:cNvPr id="45" name="레일 태그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46" name="레일 라벨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찾아가는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47" name="패널 본문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참관(3개 조직)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청사 공동조사·제거(8개소)</a:t>
            </a:r>
          </a:p>
        </p:txBody>
      </p:sp>
      <p:sp>
        <p:nvSpPr>
          <p:cNvPr id="50" name="레일 태그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세대소통</a:t>
            </a:r>
          </a:p>
        </p:txBody>
      </p:sp>
      <p:sp>
        <p:nvSpPr>
          <p:cNvPr id="51" name="레일 라벨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미래세대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소통</a:t>
            </a:r>
          </a:p>
        </p:txBody>
      </p:sp>
      <p:sp>
        <p:nvSpPr>
          <p:cNvPr id="52" name="패널 본문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주니어 16명·시니어 9명 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혁신과제 발굴(4건)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자유토론(5개 주제)</a:t>
            </a:r>
          </a:p>
        </p:txBody>
      </p:sp>
      <p:sp>
        <p:nvSpPr>
          <p:cNvPr id="54" name="패널 머리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56" name="레일 태그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신뢰문화</a:t>
            </a:r>
          </a:p>
        </p:txBody>
      </p:sp>
      <p:sp>
        <p:nvSpPr>
          <p:cNvPr id="57" name="레일 라벨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데일리 미팅</a:t>
            </a:r>
          </a:p>
        </p:txBody>
      </p:sp>
      <p:sp>
        <p:nvSpPr>
          <p:cNvPr id="58" name="패널 본문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노조집행부·주무부서장·실무자 데일리 미팅(매일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현안에 대한 실시간 소통</a:t>
            </a:r>
          </a:p>
        </p:txBody>
      </p:sp>
      <p:sp>
        <p:nvSpPr>
          <p:cNvPr id="61" name="레일 태그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포용문화</a:t>
            </a:r>
          </a:p>
        </p:txBody>
      </p:sp>
      <p:sp>
        <p:nvSpPr>
          <p:cNvPr id="62" name="레일 라벨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존중과 화합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문화 조성</a:t>
            </a:r>
          </a:p>
        </p:txBody>
      </p:sp>
      <p:sp>
        <p:nvSpPr>
          <p:cNvPr id="63" name="패널 본문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매월 11·22일, 화합의 날 지정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 자녀 초청 탐험기 행사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 참여 명예로운퇴임식</a:t>
            </a:r>
          </a:p>
        </p:txBody>
      </p:sp>
      <p:sp>
        <p:nvSpPr>
          <p:cNvPr id="66" name="레일 태그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협력문화</a:t>
            </a:r>
          </a:p>
        </p:txBody>
      </p:sp>
      <p:sp>
        <p:nvSpPr>
          <p:cNvPr id="67" name="레일 라벨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파트너십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프로그램</a:t>
            </a:r>
          </a:p>
        </p:txBody>
      </p:sp>
      <p:sp>
        <p:nvSpPr>
          <p:cNvPr id="68" name="패널 본문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팀워크 '동행'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공유와 공감대 형성</a:t>
            </a:r>
          </a:p>
        </p:txBody>
      </p:sp>
      <p:sp>
        <p:nvSpPr>
          <p:cNvPr id="70" name="소제목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 상생협력 선포 및 상생의 달 지정·운영</a:t>
            </a:r>
          </a:p>
        </p:txBody>
      </p:sp>
      <p:sp>
        <p:nvSpPr>
          <p:cNvPr id="71" name="태그칩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72" name="태그칩"/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74" name="레일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75" name="본문"/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소통·긍정 조직문화를 기반으로 상생 협력적 노사관계 문화 확산, 파트너십 강화 추진</a:t>
            </a:r>
          </a:p>
        </p:txBody>
      </p:sp>
      <p:sp>
        <p:nvSpPr>
          <p:cNvPr id="77" name="레일"/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78" name="머리칸"/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79" name="머리칸"/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80" name="칸 본문"/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발전을 위해서는 노동조합을 동반자로 인식하고 협력 증대 필수적</a:t>
            </a:r>
          </a:p>
        </p:txBody>
      </p:sp>
      <p:sp>
        <p:nvSpPr>
          <p:cNvPr id="81" name="칸 본문"/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개선을 위해서는 공단과의 파트너십 강화 필요</a:t>
            </a:r>
          </a:p>
        </p:txBody>
      </p:sp>
      <p:sp>
        <p:nvSpPr>
          <p:cNvPr id="84" name="레일 태그"/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85" name="레일 라벨"/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87" name="머리칸"/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88" name="칸 본문"/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 합의·선언</a:t>
            </a:r>
          </a:p>
        </p:txBody>
      </p:sp>
      <p:sp>
        <p:nvSpPr>
          <p:cNvPr id="89" name="사진 칸"/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91" name="레일 태그"/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92" name="레일 라벨"/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94" name="배너"/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95" name="머리칸"/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96" name="머리칸"/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97" name="머리칸"/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98" name="칸 본문"/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99" name="칸 본문"/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sp>
        <p:nvSpPr>
          <p:cNvPr id="101" name="칸 본문"/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레일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9" name="머리칸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10" name="머리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11" name="칸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12" name="칸 본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sp>
        <p:nvSpPr>
          <p:cNvPr id="15" name="핵심성과 라벨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6" name="핵심성과 문구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노사소통지수 전년대비 1.6점 상승(89.3 → 90.9점)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32</a:t>
            </a:r>
          </a:p>
        </p:txBody>
      </p:sp>
      <p:sp>
        <p:nvSpPr>
          <p:cNvPr id="7" name="번호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교육체계 수립과 내·외부 역량 활용</a:t>
            </a:r>
          </a:p>
        </p:txBody>
      </p:sp>
      <p:sp>
        <p:nvSpPr>
          <p:cNvPr id="10" name="소제목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노사 현안별 전문성을 추구하는 노무 역량 교육체계</a:t>
            </a:r>
          </a:p>
        </p:txBody>
      </p:sp>
      <p:sp>
        <p:nvSpPr>
          <p:cNvPr id="11" name="태그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3" name="레일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14" name="가운데 글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16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7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8" name="머리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19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</a:t>
            </a:r>
          </a:p>
        </p:txBody>
      </p:sp>
      <p:sp>
        <p:nvSpPr>
          <p:cNvPr id="20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현안별 전문 인력 양성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교육 확대</a:t>
            </a:r>
          </a:p>
        </p:txBody>
      </p:sp>
      <p:sp>
        <p:nvSpPr>
          <p:cNvPr id="23" name="레일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25" name="강조 바 글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제도에 유연하게 대응할 수 있는 역량 구비·강화</a:t>
            </a:r>
          </a:p>
        </p:txBody>
      </p:sp>
      <p:sp>
        <p:nvSpPr>
          <p:cNvPr id="27" name="레일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28" name="머리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29" name="머리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30" name="머리칸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31" name="칸 본문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32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graphicFrame>
        <p:nvGraphicFramePr>
          <p:cNvPr id="37" name="실적표"/>
          <p:cNvGraphicFramePr>
            <a:graphicFrameLocks noGrp="1"/>
          </p:cNvGraphicFramePr>
          <p:nvPr/>
        </p:nvGraphicFramePr>
        <p:xfrm>
          <a:off x="723130" y="3944379"/>
          <a:ext cx="6300001" cy="2202263"/>
        </p:xfrm>
        <a:graphic>
          <a:graphicData uri="http://schemas.openxmlformats.org/drawingml/2006/table">
            <a:tbl>
              <a:tblPr/>
              <a:tblGrid>
                <a:gridCol w="662870"/>
                <a:gridCol w="624522"/>
                <a:gridCol w="5012609"/>
              </a:tblGrid>
              <a:tr h="230087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 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추진내용 및 실적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관리자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최고지도위과정(3명)·발전방안(156명)·신규보직자 교육(41명)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 대상 노동관계법·노사관계 등 노사지식 함양 교육(178명)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노사실무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집단 노사갈등 해결·롤플레이(4명), 노무이슈·판례 학습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기본역량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노동교육원 MOU 양질의 노사관계 교육 콘텐츠 제공(549명)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공인노무사 초빙 단체협약 이해관계자 교육(경영진·노조집행부)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전문성 촉진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안전보건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위험성평가(154명)·재난안전체험(203명)·방재전문교육(22명)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보수예산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보수·예산·회계 담당자 전문화(145명), 승진자 내재화(285명)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522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 담당자 전문화 교육(47명), 제도 안내 가이드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소제목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협의체 참여와 외부역량 활용으로 현안 대응</a:t>
            </a:r>
          </a:p>
        </p:txBody>
      </p:sp>
      <p:sp>
        <p:nvSpPr>
          <p:cNvPr id="40" name="태그칩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42" name="레일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43" name="배너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44" name="머리칸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45" name="머리칸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46" name="머리칸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sp>
        <p:nvSpPr>
          <p:cNvPr id="52" name="태그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53" name="태그 설명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대응 매뉴얼 공유·발표, 복리후생제도 교차점검 등</a:t>
            </a:r>
          </a:p>
        </p:txBody>
      </p:sp>
      <p:sp>
        <p:nvSpPr>
          <p:cNvPr id="54" name="레일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56" name="배너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57" name="머리칸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58" name="머리칸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59" name="칸 본문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주요 이슈 대응 및 제도 적법성 자문</a:t>
            </a:r>
          </a:p>
        </p:txBody>
      </p:sp>
      <p:sp>
        <p:nvSpPr>
          <p:cNvPr id="60" name="칸 본문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신속 대응과 정보 수집을 위한 온라인 노무포털(E-Labor) 적극 활용</a:t>
            </a:r>
          </a:p>
        </p:txBody>
      </p:sp>
      <p:sp>
        <p:nvSpPr>
          <p:cNvPr id="62" name="태그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63" name="태그 설명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· 감시단속적 근무 해제, 육아지원 3법 등</a:t>
            </a:r>
          </a:p>
        </p:txBody>
      </p:sp>
      <p:sp>
        <p:nvSpPr>
          <p:cNvPr id="65" name="핵심성과 라벨"/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6" name="핵심성과 문구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평가내용 라벨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9" name="평가내용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노사협력을 통한 근로조건의 실질적 향상과 구체적 성과</a:t>
            </a:r>
          </a:p>
        </p:txBody>
      </p:sp>
      <p:sp>
        <p:nvSpPr>
          <p:cNvPr id="18" name="번호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9" name="번호 띠 제목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무분규 임금·단체협약을 통한 근로조건의 실질적 향상</a:t>
            </a:r>
          </a:p>
        </p:txBody>
      </p:sp>
      <p:sp>
        <p:nvSpPr>
          <p:cNvPr id="21" name="소제목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갈등 있을 땐 소통으로! 15년 연속 무분규 임금협약 체결</a:t>
            </a:r>
          </a:p>
        </p:txBody>
      </p:sp>
      <p:sp>
        <p:nvSpPr>
          <p:cNvPr id="22" name="태그칩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24" name="레일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5" name="머리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6" name="머리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7" name="칸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'25년도 공공기관 총인건비 인상률 3.0% 내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인상 기조(예산지침)</a:t>
            </a:r>
          </a:p>
        </p:txBody>
      </p:sp>
      <p:sp>
        <p:nvSpPr>
          <p:cNvPr id="28" name="칸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직종·직급 간 동일 인상률 불만 제기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낮은 보수로 하위직·교통직·실무직 불만</a:t>
            </a:r>
          </a:p>
        </p:txBody>
      </p:sp>
      <p:sp>
        <p:nvSpPr>
          <p:cNvPr id="32" name="레일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33" name="머리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4" name="머리칸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저임금자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인상·직무급 확대 요구</a:t>
            </a:r>
          </a:p>
        </p:txBody>
      </p:sp>
      <p:sp>
        <p:nvSpPr>
          <p:cNvPr id="36" name="칸 본문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근로시간·직무급 확대 반대</a:t>
            </a:r>
          </a:p>
        </p:txBody>
      </p:sp>
      <p:sp>
        <p:nvSpPr>
          <p:cNvPr id="38" name="레일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40" name="단계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41" name="단계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42" name="단계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43" name="단계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48" name="칸 본문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</a:t>
            </a:r>
          </a:p>
        </p:txBody>
      </p:sp>
      <p:sp>
        <p:nvSpPr>
          <p:cNvPr id="50" name="칸 본문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sp>
        <p:nvSpPr>
          <p:cNvPr id="52" name="칸 본문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sp>
        <p:nvSpPr>
          <p:cNvPr id="54" name="레일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56" name="머리칸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57" name="머리칸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58" name="칸 본문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graphicFrame>
        <p:nvGraphicFramePr>
          <p:cNvPr id="59" name="인라인 표"/>
          <p:cNvGraphicFramePr>
            <a:graphicFrameLocks noGrp="1"/>
          </p:cNvGraphicFramePr>
          <p:nvPr/>
        </p:nvGraphicFramePr>
        <p:xfrm>
          <a:off x="1205217" y="5146873"/>
          <a:ext cx="2711739" cy="416348"/>
        </p:xfrm>
        <a:graphic>
          <a:graphicData uri="http://schemas.openxmlformats.org/drawingml/2006/table">
            <a:tbl>
              <a:tblPr/>
              <a:tblGrid>
                <a:gridCol w="394435"/>
                <a:gridCol w="504000"/>
                <a:gridCol w="361565"/>
                <a:gridCol w="153391"/>
                <a:gridCol w="416348"/>
                <a:gridCol w="438261"/>
                <a:gridCol w="443739"/>
              </a:tblGrid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위원,1급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6,7급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교통직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실무직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</a:tr>
              <a:tr h="20817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인상률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1.0%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3.2%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칸 본문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61" name="칸 본문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sp>
        <p:nvSpPr>
          <p:cNvPr id="64" name="핵심성과 라벨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65" name="핵심성과 문구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무분규 임금협약과 본교섭을 생략한 단체협약 체결 완료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34</a:t>
            </a:r>
          </a:p>
        </p:txBody>
      </p:sp>
      <p:sp>
        <p:nvSpPr>
          <p:cNvPr id="7" name="번호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누구나 즐겁고 차별 없이 일할 수 있는 근로환경 구현</a:t>
            </a:r>
          </a:p>
        </p:txBody>
      </p:sp>
      <p:sp>
        <p:nvSpPr>
          <p:cNvPr id="10" name="소제목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직원 니즈를 반영한 근로조건 개선과 복리후생 향상 과제 도출</a:t>
            </a:r>
          </a:p>
        </p:txBody>
      </p:sp>
      <p:sp>
        <p:nvSpPr>
          <p:cNvPr id="12" name="레일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3" name="머리칸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4" name="머리칸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전년도 환류</a:t>
            </a:r>
          </a:p>
        </p:txBody>
      </p:sp>
      <p:sp>
        <p:nvSpPr>
          <p:cNvPr id="15" name="머리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직원니즈</a:t>
            </a:r>
          </a:p>
        </p:txBody>
      </p:sp>
      <p:sp>
        <p:nvSpPr>
          <p:cNvPr id="16" name="칸 본문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3법에 따른 출산·양육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장기재직휴가·임신검진동행휴가 신설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국정과제에 따른 안전일터 조성</a:t>
            </a:r>
          </a:p>
        </p:txBody>
      </p:sp>
      <p:sp>
        <p:nvSpPr>
          <p:cNvPr id="17" name="칸 본문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질적인 근로조건 개선 성과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취약직종 근로조건 향상 노력 지속 필요</a:t>
            </a:r>
          </a:p>
        </p:txBody>
      </p:sp>
      <p:sp>
        <p:nvSpPr>
          <p:cNvPr id="19" name="레일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복지개선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TF</a:t>
            </a:r>
          </a:p>
        </p:txBody>
      </p:sp>
      <p:sp>
        <p:nvSpPr>
          <p:cNvPr id="20" name="소행 본문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문화여가·가족친화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경조사 등 생활밀착 지원</a:t>
            </a:r>
          </a:p>
        </p:txBody>
      </p:sp>
      <p:sp>
        <p:nvSpPr>
          <p:cNvPr id="22" name="레일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23" name="소행 본문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 등 안전일터 조성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스트레스·정신건강 관리</a:t>
            </a:r>
          </a:p>
        </p:txBody>
      </p:sp>
      <p:sp>
        <p:nvSpPr>
          <p:cNvPr id="26" name="레일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추진방향</a:t>
            </a:r>
          </a:p>
        </p:txBody>
      </p:sp>
      <p:sp>
        <p:nvSpPr>
          <p:cNvPr id="27" name="가운데 글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</a:t>
            </a:r>
          </a:p>
        </p:txBody>
      </p:sp>
      <p:sp>
        <p:nvSpPr>
          <p:cNvPr id="28" name="가운데 글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실무직 처우개선</a:t>
            </a:r>
          </a:p>
        </p:txBody>
      </p:sp>
      <p:sp>
        <p:nvSpPr>
          <p:cNvPr id="30" name="가운데 글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33" name="레일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34" name="칸 본문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단체교섭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도출·노사 합의</a:t>
            </a:r>
          </a:p>
        </p:txBody>
      </p:sp>
      <p:sp>
        <p:nvSpPr>
          <p:cNvPr id="35" name="칸 본문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근무체계 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개선안·임금저하 방지대책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방안 노사합의</a:t>
            </a:r>
          </a:p>
        </p:txBody>
      </p:sp>
      <p:sp>
        <p:nvSpPr>
          <p:cNvPr id="37" name="칸 본문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직원니즈 기반 복리후생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확대·제도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지원 강화</a:t>
            </a:r>
          </a:p>
        </p:txBody>
      </p:sp>
      <p:sp>
        <p:nvSpPr>
          <p:cNvPr id="40" name="소제목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열린 소통의 결실, 교통직 처우개선 단체교섭 노사합의 체결</a:t>
            </a:r>
          </a:p>
        </p:txBody>
      </p:sp>
      <p:sp>
        <p:nvSpPr>
          <p:cNvPr id="41" name="태그칩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43" name="레일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44" name="머리칸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45" name="머리칸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46" name="칸 본문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재원 부족 등 교통직 처우개선을 위한 중장기적 검토와 추진 필요</a:t>
            </a:r>
          </a:p>
        </p:txBody>
      </p:sp>
      <p:sp>
        <p:nvSpPr>
          <p:cNvPr id="47" name="칸 본문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교통직과 일반직의 차별적 요소 해소를 위한 적극적·신속한 대응 필요</a:t>
            </a:r>
          </a:p>
        </p:txBody>
      </p:sp>
      <p:sp>
        <p:nvSpPr>
          <p:cNvPr id="49" name="레일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51" name="머리칸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공감과 이해</a:t>
            </a:r>
          </a:p>
        </p:txBody>
      </p:sp>
      <p:sp>
        <p:nvSpPr>
          <p:cNvPr id="52" name="머리칸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소통과 설득</a:t>
            </a:r>
          </a:p>
        </p:txBody>
      </p:sp>
      <p:sp>
        <p:nvSpPr>
          <p:cNvPr id="53" name="칸 본문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실무추진단 운영(5회)으로 교통직 처우개선을 위한 노사 공감대 형성 노력</a:t>
            </a:r>
          </a:p>
        </p:txBody>
      </p:sp>
      <p:sp>
        <p:nvSpPr>
          <p:cNvPr id="54" name="칸 본문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유관부처 소통 및 설득(처우개선 예산 4.5억원 확보)</a:t>
            </a:r>
          </a:p>
        </p:txBody>
      </p:sp>
      <p:sp>
        <p:nvSpPr>
          <p:cNvPr id="56" name="레일"/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교섭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58" name="배너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수시단체교섭 노사합의서 체결('25.12월)</a:t>
            </a:r>
          </a:p>
        </p:txBody>
      </p:sp>
      <p:sp>
        <p:nvSpPr>
          <p:cNvPr id="59" name="본문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자체성과급 신설 및 지급 합의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 경력직 채용 비율 상향 및 신입 채용 시 경력가점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정원 전환 추진을 위한 노사 공동 노력 지속 합의</a:t>
            </a:r>
          </a:p>
        </p:txBody>
      </p:sp>
      <p:sp>
        <p:nvSpPr>
          <p:cNvPr id="60" name="사진 칸"/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(합의서)</a:t>
            </a:r>
          </a:p>
        </p:txBody>
      </p:sp>
      <p:sp>
        <p:nvSpPr>
          <p:cNvPr id="61" name="사진 칸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(체결식)</a:t>
            </a:r>
          </a:p>
        </p:txBody>
      </p:sp>
      <p:sp>
        <p:nvSpPr>
          <p:cNvPr id="63" name="소제목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근로자의 안전을 위해! 시설관리 실무직렬 근무체계 개선 합의</a:t>
            </a:r>
          </a:p>
        </p:txBody>
      </p:sp>
      <p:sp>
        <p:nvSpPr>
          <p:cNvPr id="64" name="태그칩"/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66" name="레일"/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67" name="본문"/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근로형태 주간(8시간)-당직(19시간)-비번으로 월 251시간 근무</a:t>
            </a:r>
          </a:p>
        </p:txBody>
      </p:sp>
      <p:sp>
        <p:nvSpPr>
          <p:cNvPr id="68" name="레일"/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문제점</a:t>
            </a:r>
          </a:p>
        </p:txBody>
      </p:sp>
      <p:sp>
        <p:nvSpPr>
          <p:cNvPr id="69" name="본문"/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장시간 근로에 따른 피로누적 등 건강권 저해와 잦은 이직에 따른 인력의 비효율적 운영</a:t>
            </a:r>
          </a:p>
        </p:txBody>
      </p:sp>
      <p:sp>
        <p:nvSpPr>
          <p:cNvPr id="70" name="레일"/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공동노력</a:t>
            </a:r>
          </a:p>
        </p:txBody>
      </p:sp>
      <p:sp>
        <p:nvSpPr>
          <p:cNvPr id="71" name="머리칸"/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해당 근로자 소통</a:t>
            </a:r>
          </a:p>
        </p:txBody>
      </p:sp>
      <p:sp>
        <p:nvSpPr>
          <p:cNvPr id="72" name="머리칸"/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근무체계 개편</a:t>
            </a:r>
          </a:p>
        </p:txBody>
      </p:sp>
      <p:sp>
        <p:nvSpPr>
          <p:cNvPr id="73" name="머리칸"/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임금보전 대책 마련</a:t>
            </a:r>
          </a:p>
        </p:txBody>
      </p:sp>
      <p:sp>
        <p:nvSpPr>
          <p:cNvPr id="74" name="칸 본문"/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근로 적용 제외 승인 해제를 통한 근로조건 개선 설명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임금저하 방지를 위한 노사 공동 노력 설득·소통</a:t>
            </a:r>
          </a:p>
        </p:txBody>
      </p:sp>
      <p:sp>
        <p:nvSpPr>
          <p:cNvPr id="75" name="칸 본문"/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승인 해제 후 일반 근로형태로 전환·개편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월 172시간 근무(기존 251시간) → 주·야 교대</a:t>
            </a:r>
          </a:p>
        </p:txBody>
      </p:sp>
      <p:sp>
        <p:nvSpPr>
          <p:cNvPr id="77" name="칸 본문"/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 감소에 따른 임금보전 대책 검토 및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법령에 따른 휴일수당·연장근로수당 지급</a:t>
            </a:r>
          </a:p>
        </p:txBody>
      </p:sp>
      <p:sp>
        <p:nvSpPr>
          <p:cNvPr id="80" name="핵심성과 라벨"/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81" name="핵심성과 문구"/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노사합의 체결('25.12월) → 장시간 근무해소(△79시간)를 통한 건강권 확보와 임금보전까지 일거양득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8" name="소제목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라. 직원 만족도를 높이는 복리후생 향상과 근무환경 개선 노력</a:t>
            </a:r>
          </a:p>
        </p:txBody>
      </p:sp>
      <p:sp>
        <p:nvSpPr>
          <p:cNvPr id="9" name="태그칩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1" name="패널 머리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</a:t>
            </a:r>
          </a:p>
        </p:txBody>
      </p:sp>
      <p:sp>
        <p:nvSpPr>
          <p:cNvPr id="12" name="패널 본문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휴양소 운영 확대(502명 이용)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사택 이동식 에어컨 보급 지원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장례서비스 지원 확대(배우자상 포함)</a:t>
            </a:r>
          </a:p>
        </p:txBody>
      </p:sp>
      <p:sp>
        <p:nvSpPr>
          <p:cNvPr id="13" name="요약 바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92.1점</a:t>
            </a:r>
          </a:p>
        </p:txBody>
      </p:sp>
      <p:sp>
        <p:nvSpPr>
          <p:cNvPr id="15" name="패널 머리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가족친화경영 확대</a:t>
            </a:r>
          </a:p>
        </p:txBody>
      </p:sp>
      <p:sp>
        <p:nvSpPr>
          <p:cNvPr id="16" name="패널 본문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출산축하금 신설(둘째 50, 셋째 100만)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3법·임신검진동행휴가 도입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자녀초청행사, 가족 동반 퇴임식 개최</a:t>
            </a:r>
          </a:p>
        </p:txBody>
      </p:sp>
      <p:sp>
        <p:nvSpPr>
          <p:cNvPr id="17" name="요약 바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가족친화 만족도 8.6점</a:t>
            </a:r>
          </a:p>
        </p:txBody>
      </p:sp>
      <p:sp>
        <p:nvSpPr>
          <p:cNvPr id="19" name="패널 머리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</a:t>
            </a:r>
          </a:p>
        </p:txBody>
      </p:sp>
      <p:sp>
        <p:nvSpPr>
          <p:cNvPr id="20" name="패널 본문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사업장 제거 공사(8개소)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40년↑ 청사 안전진단·컨설팅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직무스트레스 조사 및 사후관리 실시</a:t>
            </a:r>
          </a:p>
        </p:txBody>
      </p:sp>
      <p:sp>
        <p:nvSpPr>
          <p:cNvPr id="21" name="요약 바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91.6점</a:t>
            </a:r>
          </a:p>
        </p:txBody>
      </p:sp>
      <p:sp>
        <p:nvSpPr>
          <p:cNvPr id="23" name="핵심성과 라벨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24" name="핵심성과 문구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근로개선지수 전년대비 1.5점 상승(90.1 → 91.6점), 복리후생 만족도 3년 연속 '우수' 등급 획득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
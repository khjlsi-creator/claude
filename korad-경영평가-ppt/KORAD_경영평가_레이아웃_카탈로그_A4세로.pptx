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장 제목"/>
          <p:cNvSpPr txBox="1"/>
          <p:nvPr/>
        </p:nvSpPr>
        <p:spPr>
          <a:xfrm>
            <a:off x="810783" y="777913"/>
            <a:ext cx="4590783" cy="399913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0" name="KORAD CI" descr="korad-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1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 txBox="1"/>
          <p:nvPr/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 txBox="1"/>
          <p:nvPr/>
        </p:nvSpPr>
        <p:spPr>
          <a:xfrm>
            <a:off x="558783" y="2081739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 txBox="1"/>
          <p:nvPr/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 txBox="1"/>
          <p:nvPr/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793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810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3073304"/>
            <a:ext cx="2802130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3073304"/>
            <a:ext cx="2802130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3106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597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35979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641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145304" y="3630835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839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145304" y="3828052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9" name="태그"/>
          <p:cNvSpPr/>
          <p:nvPr/>
        </p:nvSpPr>
        <p:spPr>
          <a:xfrm>
            <a:off x="1161391" y="4036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 txBox="1"/>
          <p:nvPr/>
        </p:nvSpPr>
        <p:spPr>
          <a:xfrm>
            <a:off x="2145304" y="4025270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1" name="레일"/>
          <p:cNvSpPr/>
          <p:nvPr/>
        </p:nvSpPr>
        <p:spPr>
          <a:xfrm>
            <a:off x="547826" y="4255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4255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161391" y="4277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4277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/>
          <p:nvPr/>
        </p:nvSpPr>
        <p:spPr>
          <a:xfrm>
            <a:off x="4926783" y="4277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044086" y="4277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926782" y="4277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4529270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3055043" y="4529270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044087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4937739" y="4529270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26783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삼각 화살표"/>
          <p:cNvSpPr/>
          <p:nvPr/>
        </p:nvSpPr>
        <p:spPr>
          <a:xfrm>
            <a:off x="3823826" y="4937478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라벨 박스"/>
          <p:cNvSpPr/>
          <p:nvPr/>
        </p:nvSpPr>
        <p:spPr>
          <a:xfrm>
            <a:off x="536870" y="516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547826" y="517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6" name="강조 바"/>
          <p:cNvSpPr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강조 바 글"/>
          <p:cNvSpPr txBox="1"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8" name="라벨 박스"/>
          <p:cNvSpPr/>
          <p:nvPr/>
        </p:nvSpPr>
        <p:spPr>
          <a:xfrm>
            <a:off x="536870" y="5507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5518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가운데 글"/>
          <p:cNvSpPr txBox="1"/>
          <p:nvPr/>
        </p:nvSpPr>
        <p:spPr>
          <a:xfrm>
            <a:off x="1172348" y="552365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1" name="가운데 글"/>
          <p:cNvSpPr txBox="1"/>
          <p:nvPr/>
        </p:nvSpPr>
        <p:spPr>
          <a:xfrm>
            <a:off x="3049565" y="552365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049565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3" name="가운데 글"/>
          <p:cNvSpPr txBox="1"/>
          <p:nvPr/>
        </p:nvSpPr>
        <p:spPr>
          <a:xfrm>
            <a:off x="4926783" y="552365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926783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5" name="라벨 박스"/>
          <p:cNvSpPr/>
          <p:nvPr/>
        </p:nvSpPr>
        <p:spPr>
          <a:xfrm>
            <a:off x="536870" y="5852348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586330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 txBox="1"/>
          <p:nvPr/>
        </p:nvSpPr>
        <p:spPr>
          <a:xfrm>
            <a:off x="1183304" y="586878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3060522" y="586878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049565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 txBox="1"/>
          <p:nvPr/>
        </p:nvSpPr>
        <p:spPr>
          <a:xfrm>
            <a:off x="4937739" y="586878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926783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라벨 박스"/>
          <p:cNvSpPr/>
          <p:nvPr/>
        </p:nvSpPr>
        <p:spPr>
          <a:xfrm>
            <a:off x="536870" y="645370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547826" y="6464661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183304" y="6470139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060522" y="6470139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049565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4937739" y="6470139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926783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라벨 박스"/>
          <p:cNvSpPr/>
          <p:nvPr/>
        </p:nvSpPr>
        <p:spPr>
          <a:xfrm>
            <a:off x="536870" y="68947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547826" y="69057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1183304" y="691121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3060522" y="691121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49565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 txBox="1"/>
          <p:nvPr/>
        </p:nvSpPr>
        <p:spPr>
          <a:xfrm>
            <a:off x="4937739" y="691121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926783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형광 밑줄"/>
          <p:cNvSpPr/>
          <p:nvPr/>
        </p:nvSpPr>
        <p:spPr>
          <a:xfrm>
            <a:off x="536870" y="7554991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 txBox="1"/>
          <p:nvPr/>
        </p:nvSpPr>
        <p:spPr>
          <a:xfrm>
            <a:off x="536870" y="740160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88" name="태그칩"/>
          <p:cNvSpPr/>
          <p:nvPr/>
        </p:nvSpPr>
        <p:spPr>
          <a:xfrm>
            <a:off x="3540771" y="74344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9" name="패널 외곽"/>
          <p:cNvSpPr/>
          <p:nvPr/>
        </p:nvSpPr>
        <p:spPr>
          <a:xfrm>
            <a:off x="536870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패널 머리"/>
          <p:cNvSpPr/>
          <p:nvPr/>
        </p:nvSpPr>
        <p:spPr>
          <a:xfrm>
            <a:off x="536870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/>
          <p:nvPr/>
        </p:nvSpPr>
        <p:spPr>
          <a:xfrm>
            <a:off x="569739" y="797133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 txBox="1"/>
          <p:nvPr/>
        </p:nvSpPr>
        <p:spPr>
          <a:xfrm>
            <a:off x="1243565" y="7960383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243565" y="835763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69739" y="8368591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 txBox="1"/>
          <p:nvPr/>
        </p:nvSpPr>
        <p:spPr>
          <a:xfrm>
            <a:off x="1243565" y="8357635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243565" y="875488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69739" y="8765843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 txBox="1"/>
          <p:nvPr/>
        </p:nvSpPr>
        <p:spPr>
          <a:xfrm>
            <a:off x="1243565" y="8754887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243565" y="915213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레일"/>
          <p:cNvSpPr/>
          <p:nvPr/>
        </p:nvSpPr>
        <p:spPr>
          <a:xfrm>
            <a:off x="569739" y="916309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01" name="패널 본문"/>
          <p:cNvSpPr txBox="1"/>
          <p:nvPr/>
        </p:nvSpPr>
        <p:spPr>
          <a:xfrm>
            <a:off x="1243565" y="9152139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02" name="패널 외곽"/>
          <p:cNvSpPr/>
          <p:nvPr/>
        </p:nvSpPr>
        <p:spPr>
          <a:xfrm>
            <a:off x="3711522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패널 머리"/>
          <p:cNvSpPr/>
          <p:nvPr/>
        </p:nvSpPr>
        <p:spPr>
          <a:xfrm>
            <a:off x="3711522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4" name="레일"/>
          <p:cNvSpPr/>
          <p:nvPr/>
        </p:nvSpPr>
        <p:spPr>
          <a:xfrm>
            <a:off x="3744391" y="797133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5" name="패널 본문"/>
          <p:cNvSpPr txBox="1"/>
          <p:nvPr/>
        </p:nvSpPr>
        <p:spPr>
          <a:xfrm>
            <a:off x="4599000" y="7960383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599000" y="835763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3744391" y="8368591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8" name="패널 본문"/>
          <p:cNvSpPr txBox="1"/>
          <p:nvPr/>
        </p:nvSpPr>
        <p:spPr>
          <a:xfrm>
            <a:off x="4599000" y="8357635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4599000" y="875488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레일"/>
          <p:cNvSpPr/>
          <p:nvPr/>
        </p:nvSpPr>
        <p:spPr>
          <a:xfrm>
            <a:off x="3744391" y="8765843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11" name="패널 본문"/>
          <p:cNvSpPr txBox="1"/>
          <p:nvPr/>
        </p:nvSpPr>
        <p:spPr>
          <a:xfrm>
            <a:off x="4599000" y="8754887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4599000" y="915213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레일"/>
          <p:cNvSpPr/>
          <p:nvPr/>
        </p:nvSpPr>
        <p:spPr>
          <a:xfrm>
            <a:off x="3744391" y="916309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4" name="패널 본문"/>
          <p:cNvSpPr txBox="1"/>
          <p:nvPr/>
        </p:nvSpPr>
        <p:spPr>
          <a:xfrm>
            <a:off x="4599000" y="9152139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15" name="핵심성과 박스"/>
          <p:cNvSpPr/>
          <p:nvPr/>
        </p:nvSpPr>
        <p:spPr>
          <a:xfrm>
            <a:off x="536870" y="9658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핵심성과 라벨"/>
          <p:cNvSpPr/>
          <p:nvPr/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 txBox="1"/>
          <p:nvPr/>
        </p:nvSpPr>
        <p:spPr>
          <a:xfrm>
            <a:off x="1314783" y="967539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2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 txBox="1"/>
          <p:nvPr/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 txBox="1"/>
          <p:nvPr/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 txBox="1"/>
          <p:nvPr/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성과 패널 본문"/>
          <p:cNvSpPr txBox="1"/>
          <p:nvPr/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723130" y="3736487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 txBox="1"/>
          <p:nvPr/>
        </p:nvSpPr>
        <p:spPr>
          <a:xfrm>
            <a:off x="723130" y="358309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44" name="태그칩"/>
          <p:cNvSpPr/>
          <p:nvPr/>
        </p:nvSpPr>
        <p:spPr>
          <a:xfrm>
            <a:off x="3932802" y="3615965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5" name="표 외곽"/>
          <p:cNvSpPr/>
          <p:nvPr/>
        </p:nvSpPr>
        <p:spPr>
          <a:xfrm>
            <a:off x="723130" y="3867965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734087" y="3884400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7" name="머리칸"/>
          <p:cNvSpPr/>
          <p:nvPr/>
        </p:nvSpPr>
        <p:spPr>
          <a:xfrm>
            <a:off x="1347652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48" name="머리칸"/>
          <p:cNvSpPr/>
          <p:nvPr/>
        </p:nvSpPr>
        <p:spPr>
          <a:xfrm>
            <a:off x="4171696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1358609" y="414735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50" name="칸 본문"/>
          <p:cNvSpPr txBox="1"/>
          <p:nvPr/>
        </p:nvSpPr>
        <p:spPr>
          <a:xfrm>
            <a:off x="4182652" y="414735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171696" y="418022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4506261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50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347652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55" name="머리칸"/>
          <p:cNvSpPr/>
          <p:nvPr/>
        </p:nvSpPr>
        <p:spPr>
          <a:xfrm>
            <a:off x="4171696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56" name="칸 본문"/>
          <p:cNvSpPr txBox="1"/>
          <p:nvPr/>
        </p:nvSpPr>
        <p:spPr>
          <a:xfrm>
            <a:off x="1358609" y="476921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57" name="칸 본문"/>
          <p:cNvSpPr txBox="1"/>
          <p:nvPr/>
        </p:nvSpPr>
        <p:spPr>
          <a:xfrm>
            <a:off x="4182652" y="476921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71696" y="4802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5128122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734086" y="51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347652" y="51500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62" name="단계"/>
          <p:cNvSpPr/>
          <p:nvPr/>
        </p:nvSpPr>
        <p:spPr>
          <a:xfrm>
            <a:off x="2759674" y="51500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63" name="단계"/>
          <p:cNvSpPr/>
          <p:nvPr/>
        </p:nvSpPr>
        <p:spPr>
          <a:xfrm>
            <a:off x="4171696" y="51500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64" name="단계"/>
          <p:cNvSpPr/>
          <p:nvPr/>
        </p:nvSpPr>
        <p:spPr>
          <a:xfrm>
            <a:off x="5583717" y="51500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759673" y="515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171695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583717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 txBox="1"/>
          <p:nvPr/>
        </p:nvSpPr>
        <p:spPr>
          <a:xfrm>
            <a:off x="1358609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69" name="칸 본문"/>
          <p:cNvSpPr txBox="1"/>
          <p:nvPr/>
        </p:nvSpPr>
        <p:spPr>
          <a:xfrm>
            <a:off x="2770630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759674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 txBox="1"/>
          <p:nvPr/>
        </p:nvSpPr>
        <p:spPr>
          <a:xfrm>
            <a:off x="4182652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171696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 txBox="1"/>
          <p:nvPr/>
        </p:nvSpPr>
        <p:spPr>
          <a:xfrm>
            <a:off x="5594674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583717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핵심성과 박스"/>
          <p:cNvSpPr/>
          <p:nvPr/>
        </p:nvSpPr>
        <p:spPr>
          <a:xfrm>
            <a:off x="723130" y="600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 txBox="1"/>
          <p:nvPr/>
        </p:nvSpPr>
        <p:spPr>
          <a:xfrm>
            <a:off x="1501043" y="6019826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78" name="형광 밑줄"/>
          <p:cNvSpPr/>
          <p:nvPr/>
        </p:nvSpPr>
        <p:spPr>
          <a:xfrm>
            <a:off x="723130" y="6588783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소제목"/>
          <p:cNvSpPr txBox="1"/>
          <p:nvPr/>
        </p:nvSpPr>
        <p:spPr>
          <a:xfrm>
            <a:off x="723130" y="643539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80" name="태그칩"/>
          <p:cNvSpPr/>
          <p:nvPr/>
        </p:nvSpPr>
        <p:spPr>
          <a:xfrm>
            <a:off x="4224152" y="6468261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1" name="라벨 박스"/>
          <p:cNvSpPr/>
          <p:nvPr/>
        </p:nvSpPr>
        <p:spPr>
          <a:xfrm>
            <a:off x="723130" y="6731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6742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83" name="본문"/>
          <p:cNvSpPr txBox="1"/>
          <p:nvPr/>
        </p:nvSpPr>
        <p:spPr>
          <a:xfrm>
            <a:off x="1358609" y="6747652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4" name="라벨 박스"/>
          <p:cNvSpPr/>
          <p:nvPr/>
        </p:nvSpPr>
        <p:spPr>
          <a:xfrm>
            <a:off x="723130" y="707634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708730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86" name="가운데 글"/>
          <p:cNvSpPr txBox="1"/>
          <p:nvPr/>
        </p:nvSpPr>
        <p:spPr>
          <a:xfrm>
            <a:off x="1358609" y="7092783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87" name="주석"/>
          <p:cNvSpPr txBox="1"/>
          <p:nvPr/>
        </p:nvSpPr>
        <p:spPr>
          <a:xfrm>
            <a:off x="2366609" y="7399565"/>
            <a:ext cx="4656522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88" name="라벨 박스"/>
          <p:cNvSpPr/>
          <p:nvPr/>
        </p:nvSpPr>
        <p:spPr>
          <a:xfrm>
            <a:off x="723130" y="7629652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레일"/>
          <p:cNvSpPr/>
          <p:nvPr/>
        </p:nvSpPr>
        <p:spPr>
          <a:xfrm>
            <a:off x="734087" y="7640609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90" name="머리칸"/>
          <p:cNvSpPr/>
          <p:nvPr/>
        </p:nvSpPr>
        <p:spPr>
          <a:xfrm>
            <a:off x="1358609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91" name="머리칸"/>
          <p:cNvSpPr/>
          <p:nvPr/>
        </p:nvSpPr>
        <p:spPr>
          <a:xfrm>
            <a:off x="3235826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92" name="머리칸"/>
          <p:cNvSpPr/>
          <p:nvPr/>
        </p:nvSpPr>
        <p:spPr>
          <a:xfrm>
            <a:off x="5113043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3" name="칸 본문"/>
          <p:cNvSpPr txBox="1"/>
          <p:nvPr/>
        </p:nvSpPr>
        <p:spPr>
          <a:xfrm>
            <a:off x="1369565" y="7898087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94" name="칸 본문"/>
          <p:cNvSpPr txBox="1"/>
          <p:nvPr/>
        </p:nvSpPr>
        <p:spPr>
          <a:xfrm>
            <a:off x="3246783" y="7898087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235826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 txBox="1"/>
          <p:nvPr/>
        </p:nvSpPr>
        <p:spPr>
          <a:xfrm>
            <a:off x="5124000" y="7898087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113043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라벨 박스"/>
          <p:cNvSpPr/>
          <p:nvPr/>
        </p:nvSpPr>
        <p:spPr>
          <a:xfrm>
            <a:off x="723130" y="83336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레일"/>
          <p:cNvSpPr/>
          <p:nvPr/>
        </p:nvSpPr>
        <p:spPr>
          <a:xfrm>
            <a:off x="734087" y="83446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1369565" y="83501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01" name="칸 본문"/>
          <p:cNvSpPr txBox="1"/>
          <p:nvPr/>
        </p:nvSpPr>
        <p:spPr>
          <a:xfrm>
            <a:off x="3246783" y="83501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235826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 txBox="1"/>
          <p:nvPr/>
        </p:nvSpPr>
        <p:spPr>
          <a:xfrm>
            <a:off x="5124000" y="83501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113043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핵심성과 박스"/>
          <p:cNvSpPr/>
          <p:nvPr/>
        </p:nvSpPr>
        <p:spPr>
          <a:xfrm>
            <a:off x="723130" y="88076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핵심성과 라벨"/>
          <p:cNvSpPr/>
          <p:nvPr/>
        </p:nvSpPr>
        <p:spPr>
          <a:xfrm>
            <a:off x="756000" y="88405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7" name="핵심성과 문구"/>
          <p:cNvSpPr txBox="1"/>
          <p:nvPr/>
        </p:nvSpPr>
        <p:spPr>
          <a:xfrm>
            <a:off x="1501043" y="8829548"/>
            <a:ext cx="5456348" cy="48052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54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 txBox="1"/>
          <p:nvPr/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9" name="패널 외곽"/>
          <p:cNvSpPr/>
          <p:nvPr/>
        </p:nvSpPr>
        <p:spPr>
          <a:xfrm>
            <a:off x="536870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패널 머리"/>
          <p:cNvSpPr/>
          <p:nvPr/>
        </p:nvSpPr>
        <p:spPr>
          <a:xfrm>
            <a:off x="536870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1" name="레일"/>
          <p:cNvSpPr/>
          <p:nvPr/>
        </p:nvSpPr>
        <p:spPr>
          <a:xfrm>
            <a:off x="569739" y="3780157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59724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3" name="레일 라벨"/>
          <p:cNvSpPr txBox="1"/>
          <p:nvPr/>
        </p:nvSpPr>
        <p:spPr>
          <a:xfrm>
            <a:off x="569739" y="4010243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4" name="패널 본문"/>
          <p:cNvSpPr txBox="1"/>
          <p:nvPr/>
        </p:nvSpPr>
        <p:spPr>
          <a:xfrm>
            <a:off x="1353130" y="3769200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353130" y="4385583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69739" y="439653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659724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8" name="레일 라벨"/>
          <p:cNvSpPr txBox="1"/>
          <p:nvPr/>
        </p:nvSpPr>
        <p:spPr>
          <a:xfrm>
            <a:off x="569739" y="4626626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패널 본문"/>
          <p:cNvSpPr txBox="1"/>
          <p:nvPr/>
        </p:nvSpPr>
        <p:spPr>
          <a:xfrm>
            <a:off x="1353130" y="4385583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353130" y="500196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69739" y="5012922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659724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3" name="레일 라벨"/>
          <p:cNvSpPr txBox="1"/>
          <p:nvPr/>
        </p:nvSpPr>
        <p:spPr>
          <a:xfrm>
            <a:off x="569739" y="5243009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4" name="패널 본문"/>
          <p:cNvSpPr txBox="1"/>
          <p:nvPr/>
        </p:nvSpPr>
        <p:spPr>
          <a:xfrm>
            <a:off x="1353130" y="5001965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5" name="패널 외곽"/>
          <p:cNvSpPr/>
          <p:nvPr/>
        </p:nvSpPr>
        <p:spPr>
          <a:xfrm>
            <a:off x="3711522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패널 머리"/>
          <p:cNvSpPr/>
          <p:nvPr/>
        </p:nvSpPr>
        <p:spPr>
          <a:xfrm>
            <a:off x="3711522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7" name="레일"/>
          <p:cNvSpPr/>
          <p:nvPr/>
        </p:nvSpPr>
        <p:spPr>
          <a:xfrm>
            <a:off x="3744391" y="3780157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3831637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9" name="레일 라벨"/>
          <p:cNvSpPr txBox="1"/>
          <p:nvPr/>
        </p:nvSpPr>
        <p:spPr>
          <a:xfrm>
            <a:off x="3744391" y="4010243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0" name="패널 본문"/>
          <p:cNvSpPr txBox="1"/>
          <p:nvPr/>
        </p:nvSpPr>
        <p:spPr>
          <a:xfrm>
            <a:off x="4522304" y="3769200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522304" y="4385583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3744391" y="439653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3831637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4" name="레일 라벨"/>
          <p:cNvSpPr txBox="1"/>
          <p:nvPr/>
        </p:nvSpPr>
        <p:spPr>
          <a:xfrm>
            <a:off x="3744391" y="4626626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5" name="패널 본문"/>
          <p:cNvSpPr txBox="1"/>
          <p:nvPr/>
        </p:nvSpPr>
        <p:spPr>
          <a:xfrm>
            <a:off x="4522304" y="4385583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522304" y="500196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3744391" y="5012922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레일 태그"/>
          <p:cNvSpPr/>
          <p:nvPr/>
        </p:nvSpPr>
        <p:spPr>
          <a:xfrm>
            <a:off x="3831637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9" name="레일 라벨"/>
          <p:cNvSpPr txBox="1"/>
          <p:nvPr/>
        </p:nvSpPr>
        <p:spPr>
          <a:xfrm>
            <a:off x="3744391" y="5243009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0" name="패널 본문"/>
          <p:cNvSpPr txBox="1"/>
          <p:nvPr/>
        </p:nvSpPr>
        <p:spPr>
          <a:xfrm>
            <a:off x="4522304" y="5001965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1" name="형광 밑줄"/>
          <p:cNvSpPr/>
          <p:nvPr/>
        </p:nvSpPr>
        <p:spPr>
          <a:xfrm>
            <a:off x="536870" y="5914174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소제목"/>
          <p:cNvSpPr txBox="1"/>
          <p:nvPr/>
        </p:nvSpPr>
        <p:spPr>
          <a:xfrm>
            <a:off x="536870" y="576078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3" name="태그칩"/>
          <p:cNvSpPr/>
          <p:nvPr/>
        </p:nvSpPr>
        <p:spPr>
          <a:xfrm>
            <a:off x="3355467" y="5793652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4" name="태그칩"/>
          <p:cNvSpPr/>
          <p:nvPr/>
        </p:nvSpPr>
        <p:spPr>
          <a:xfrm>
            <a:off x="3726618" y="579365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5" name="라벨 박스"/>
          <p:cNvSpPr/>
          <p:nvPr/>
        </p:nvSpPr>
        <p:spPr>
          <a:xfrm>
            <a:off x="536870" y="60566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547826" y="60675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7" name="본문"/>
          <p:cNvSpPr txBox="1"/>
          <p:nvPr/>
        </p:nvSpPr>
        <p:spPr>
          <a:xfrm>
            <a:off x="1172348" y="6073043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8" name="표 외곽"/>
          <p:cNvSpPr/>
          <p:nvPr/>
        </p:nvSpPr>
        <p:spPr>
          <a:xfrm>
            <a:off x="536870" y="639078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6407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0" name="머리칸"/>
          <p:cNvSpPr/>
          <p:nvPr/>
        </p:nvSpPr>
        <p:spPr>
          <a:xfrm>
            <a:off x="1161391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81" name="머리칸"/>
          <p:cNvSpPr/>
          <p:nvPr/>
        </p:nvSpPr>
        <p:spPr>
          <a:xfrm>
            <a:off x="3985435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1172348" y="6670174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3996391" y="6670174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985435" y="670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7029078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668144" y="71934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7" name="레일 라벨"/>
          <p:cNvSpPr txBox="1"/>
          <p:nvPr/>
        </p:nvSpPr>
        <p:spPr>
          <a:xfrm>
            <a:off x="547826" y="7379687"/>
            <a:ext cx="580696" cy="44373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8" name="레일 삼각형"/>
          <p:cNvSpPr/>
          <p:nvPr/>
        </p:nvSpPr>
        <p:spPr>
          <a:xfrm>
            <a:off x="547826" y="702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머리칸"/>
          <p:cNvSpPr/>
          <p:nvPr/>
        </p:nvSpPr>
        <p:spPr>
          <a:xfrm>
            <a:off x="1161391" y="705099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0" name="칸 본문"/>
          <p:cNvSpPr txBox="1"/>
          <p:nvPr/>
        </p:nvSpPr>
        <p:spPr>
          <a:xfrm>
            <a:off x="1172348" y="7292035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1" name="사진 칸"/>
          <p:cNvSpPr/>
          <p:nvPr/>
        </p:nvSpPr>
        <p:spPr>
          <a:xfrm>
            <a:off x="5730261" y="705647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2" name="레일"/>
          <p:cNvSpPr/>
          <p:nvPr/>
        </p:nvSpPr>
        <p:spPr>
          <a:xfrm>
            <a:off x="547826" y="786177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668144" y="802612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4" name="레일 라벨"/>
          <p:cNvSpPr txBox="1"/>
          <p:nvPr/>
        </p:nvSpPr>
        <p:spPr>
          <a:xfrm>
            <a:off x="547826" y="8212383"/>
            <a:ext cx="580696" cy="634226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5" name="레일 삼각형"/>
          <p:cNvSpPr/>
          <p:nvPr/>
        </p:nvSpPr>
        <p:spPr>
          <a:xfrm>
            <a:off x="547826" y="78617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배너"/>
          <p:cNvSpPr/>
          <p:nvPr/>
        </p:nvSpPr>
        <p:spPr>
          <a:xfrm>
            <a:off x="1161391" y="7883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7" name="머리칸"/>
          <p:cNvSpPr/>
          <p:nvPr/>
        </p:nvSpPr>
        <p:spPr>
          <a:xfrm>
            <a:off x="1161391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8" name="머리칸"/>
          <p:cNvSpPr/>
          <p:nvPr/>
        </p:nvSpPr>
        <p:spPr>
          <a:xfrm>
            <a:off x="3044087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99" name="머리칸"/>
          <p:cNvSpPr/>
          <p:nvPr/>
        </p:nvSpPr>
        <p:spPr>
          <a:xfrm>
            <a:off x="4926783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1172348" y="8360296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1" name="칸 본문"/>
          <p:cNvSpPr txBox="1"/>
          <p:nvPr/>
        </p:nvSpPr>
        <p:spPr>
          <a:xfrm>
            <a:off x="3055043" y="8360296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044087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 txBox="1"/>
          <p:nvPr/>
        </p:nvSpPr>
        <p:spPr>
          <a:xfrm>
            <a:off x="4937739" y="8360296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926783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표 외곽"/>
          <p:cNvSpPr/>
          <p:nvPr/>
        </p:nvSpPr>
        <p:spPr>
          <a:xfrm>
            <a:off x="536870" y="892878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레일"/>
          <p:cNvSpPr/>
          <p:nvPr/>
        </p:nvSpPr>
        <p:spPr>
          <a:xfrm>
            <a:off x="547826" y="8945217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7" name="머리칸"/>
          <p:cNvSpPr/>
          <p:nvPr/>
        </p:nvSpPr>
        <p:spPr>
          <a:xfrm>
            <a:off x="1161391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8" name="머리칸"/>
          <p:cNvSpPr/>
          <p:nvPr/>
        </p:nvSpPr>
        <p:spPr>
          <a:xfrm>
            <a:off x="3985435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09" name="칸 본문"/>
          <p:cNvSpPr txBox="1"/>
          <p:nvPr/>
        </p:nvSpPr>
        <p:spPr>
          <a:xfrm>
            <a:off x="1172348" y="9208174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0" name="칸 본문"/>
          <p:cNvSpPr txBox="1"/>
          <p:nvPr/>
        </p:nvSpPr>
        <p:spPr>
          <a:xfrm>
            <a:off x="3996391" y="9208174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3985435" y="9241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핵심성과 박스"/>
          <p:cNvSpPr/>
          <p:nvPr/>
        </p:nvSpPr>
        <p:spPr>
          <a:xfrm>
            <a:off x="536870" y="9660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핵심성과 라벨"/>
          <p:cNvSpPr/>
          <p:nvPr/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4" name="핵심성과 문구"/>
          <p:cNvSpPr txBox="1"/>
          <p:nvPr/>
        </p:nvSpPr>
        <p:spPr>
          <a:xfrm>
            <a:off x="1314783" y="9676643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 txBox="1"/>
          <p:nvPr/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4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강조 바 글"/>
          <p:cNvSpPr txBox="1"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6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형광 밑줄"/>
          <p:cNvSpPr/>
          <p:nvPr/>
        </p:nvSpPr>
        <p:spPr>
          <a:xfrm>
            <a:off x="723130" y="6316591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소제목"/>
          <p:cNvSpPr txBox="1"/>
          <p:nvPr/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/>
          <p:nvPr/>
        </p:nvSpPr>
        <p:spPr>
          <a:xfrm>
            <a:off x="3595310" y="61960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1" name="표 외곽"/>
          <p:cNvSpPr/>
          <p:nvPr/>
        </p:nvSpPr>
        <p:spPr>
          <a:xfrm>
            <a:off x="723130" y="6448070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734087" y="6464504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/>
          <p:nvPr/>
        </p:nvSpPr>
        <p:spPr>
          <a:xfrm>
            <a:off x="1347652" y="64864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/>
          <p:nvPr/>
        </p:nvSpPr>
        <p:spPr>
          <a:xfrm>
            <a:off x="1347652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/>
          <p:nvPr/>
        </p:nvSpPr>
        <p:spPr>
          <a:xfrm>
            <a:off x="3230348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1358609" y="6963026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3241304" y="6963026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230348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 txBox="1"/>
          <p:nvPr/>
        </p:nvSpPr>
        <p:spPr>
          <a:xfrm>
            <a:off x="5124000" y="6963026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113043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734384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 txBox="1"/>
          <p:nvPr/>
        </p:nvSpPr>
        <p:spPr>
          <a:xfrm>
            <a:off x="1972988" y="7332887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7562974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734086" y="75629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배너"/>
          <p:cNvSpPr/>
          <p:nvPr/>
        </p:nvSpPr>
        <p:spPr>
          <a:xfrm>
            <a:off x="1347652" y="75848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/>
          <p:nvPr/>
        </p:nvSpPr>
        <p:spPr>
          <a:xfrm>
            <a:off x="1347652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/>
          <p:nvPr/>
        </p:nvSpPr>
        <p:spPr>
          <a:xfrm>
            <a:off x="4171696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 txBox="1"/>
          <p:nvPr/>
        </p:nvSpPr>
        <p:spPr>
          <a:xfrm>
            <a:off x="1358609" y="806149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 txBox="1"/>
          <p:nvPr/>
        </p:nvSpPr>
        <p:spPr>
          <a:xfrm>
            <a:off x="4182652" y="806149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71696" y="80943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태그"/>
          <p:cNvSpPr/>
          <p:nvPr/>
        </p:nvSpPr>
        <p:spPr>
          <a:xfrm>
            <a:off x="1347652" y="844231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 txBox="1"/>
          <p:nvPr/>
        </p:nvSpPr>
        <p:spPr>
          <a:xfrm>
            <a:off x="1972988" y="8431357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4" name="핵심성과 박스"/>
          <p:cNvSpPr/>
          <p:nvPr/>
        </p:nvSpPr>
        <p:spPr>
          <a:xfrm>
            <a:off x="723130" y="87490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 txBox="1"/>
          <p:nvPr/>
        </p:nvSpPr>
        <p:spPr>
          <a:xfrm>
            <a:off x="1501043" y="8765530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54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96669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83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172348" y="2246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3996391" y="2246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85435" y="2278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6542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867948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4383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1172348" y="3147339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 txBox="1"/>
          <p:nvPr/>
        </p:nvSpPr>
        <p:spPr>
          <a:xfrm>
            <a:off x="3996391" y="3147339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85435" y="3180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511722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35117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161391" y="35336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35336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/>
          <p:nvPr/>
        </p:nvSpPr>
        <p:spPr>
          <a:xfrm>
            <a:off x="3985435" y="35336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35336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573413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985434" y="35336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397456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 txBox="1"/>
          <p:nvPr/>
        </p:nvSpPr>
        <p:spPr>
          <a:xfrm>
            <a:off x="1172348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2584370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573413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 txBox="1"/>
          <p:nvPr/>
        </p:nvSpPr>
        <p:spPr>
          <a:xfrm>
            <a:off x="3996391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85435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 txBox="1"/>
          <p:nvPr/>
        </p:nvSpPr>
        <p:spPr>
          <a:xfrm>
            <a:off x="5408413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397457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459617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547826" y="44596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머리칸"/>
          <p:cNvSpPr/>
          <p:nvPr/>
        </p:nvSpPr>
        <p:spPr>
          <a:xfrm>
            <a:off x="1161391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 txBox="1"/>
          <p:nvPr/>
        </p:nvSpPr>
        <p:spPr>
          <a:xfrm>
            <a:off x="1172348" y="4722574"/>
            <a:ext cx="2802130" cy="1876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4921200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 txBox="1"/>
          <p:nvPr/>
        </p:nvSpPr>
        <p:spPr>
          <a:xfrm>
            <a:off x="1172348" y="5359461"/>
            <a:ext cx="2802130" cy="1548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3996391" y="4722574"/>
            <a:ext cx="2802130" cy="79168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985435" y="4755443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623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 txBox="1"/>
          <p:nvPr/>
        </p:nvSpPr>
        <p:spPr>
          <a:xfrm>
            <a:off x="1314783" y="564026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66" name="형광 밑줄"/>
          <p:cNvSpPr/>
          <p:nvPr/>
        </p:nvSpPr>
        <p:spPr>
          <a:xfrm>
            <a:off x="536870" y="6209217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소제목"/>
          <p:cNvSpPr txBox="1"/>
          <p:nvPr/>
        </p:nvSpPr>
        <p:spPr>
          <a:xfrm>
            <a:off x="536870" y="6055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8" name="표 외곽"/>
          <p:cNvSpPr/>
          <p:nvPr/>
        </p:nvSpPr>
        <p:spPr>
          <a:xfrm>
            <a:off x="536870" y="634069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"/>
          <p:cNvSpPr/>
          <p:nvPr/>
        </p:nvSpPr>
        <p:spPr>
          <a:xfrm>
            <a:off x="547826" y="6357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0" name="머리칸"/>
          <p:cNvSpPr/>
          <p:nvPr/>
        </p:nvSpPr>
        <p:spPr>
          <a:xfrm>
            <a:off x="1161391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1" name="머리칸"/>
          <p:cNvSpPr/>
          <p:nvPr/>
        </p:nvSpPr>
        <p:spPr>
          <a:xfrm>
            <a:off x="3985435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 txBox="1"/>
          <p:nvPr/>
        </p:nvSpPr>
        <p:spPr>
          <a:xfrm>
            <a:off x="1172348" y="6620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 txBox="1"/>
          <p:nvPr/>
        </p:nvSpPr>
        <p:spPr>
          <a:xfrm>
            <a:off x="3996391" y="6620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985435" y="665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698447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6" name="레일 삼각형"/>
          <p:cNvSpPr/>
          <p:nvPr/>
        </p:nvSpPr>
        <p:spPr>
          <a:xfrm>
            <a:off x="547826" y="698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머리칸"/>
          <p:cNvSpPr/>
          <p:nvPr/>
        </p:nvSpPr>
        <p:spPr>
          <a:xfrm>
            <a:off x="1161391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78" name="머리칸"/>
          <p:cNvSpPr/>
          <p:nvPr/>
        </p:nvSpPr>
        <p:spPr>
          <a:xfrm>
            <a:off x="3985435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9" name="칸 본문"/>
          <p:cNvSpPr txBox="1"/>
          <p:nvPr/>
        </p:nvSpPr>
        <p:spPr>
          <a:xfrm>
            <a:off x="1172348" y="724742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0" name="칸 본문"/>
          <p:cNvSpPr txBox="1"/>
          <p:nvPr/>
        </p:nvSpPr>
        <p:spPr>
          <a:xfrm>
            <a:off x="3996391" y="724742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85435" y="7280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761180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3" name="단계"/>
          <p:cNvSpPr/>
          <p:nvPr/>
        </p:nvSpPr>
        <p:spPr>
          <a:xfrm>
            <a:off x="1161391" y="76337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4" name="단계"/>
          <p:cNvSpPr/>
          <p:nvPr/>
        </p:nvSpPr>
        <p:spPr>
          <a:xfrm>
            <a:off x="2573413" y="76337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5" name="단계"/>
          <p:cNvSpPr/>
          <p:nvPr/>
        </p:nvSpPr>
        <p:spPr>
          <a:xfrm>
            <a:off x="3985435" y="76337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6" name="단계"/>
          <p:cNvSpPr/>
          <p:nvPr/>
        </p:nvSpPr>
        <p:spPr>
          <a:xfrm>
            <a:off x="5397457" y="76337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7" name="단계 삼각형"/>
          <p:cNvSpPr/>
          <p:nvPr/>
        </p:nvSpPr>
        <p:spPr>
          <a:xfrm>
            <a:off x="2573413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단계 삼각형"/>
          <p:cNvSpPr/>
          <p:nvPr/>
        </p:nvSpPr>
        <p:spPr>
          <a:xfrm>
            <a:off x="3985434" y="76337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단계 삼각형"/>
          <p:cNvSpPr/>
          <p:nvPr/>
        </p:nvSpPr>
        <p:spPr>
          <a:xfrm>
            <a:off x="5397456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 txBox="1"/>
          <p:nvPr/>
        </p:nvSpPr>
        <p:spPr>
          <a:xfrm>
            <a:off x="1172348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1" name="칸 본문"/>
          <p:cNvSpPr txBox="1"/>
          <p:nvPr/>
        </p:nvSpPr>
        <p:spPr>
          <a:xfrm>
            <a:off x="2584370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573413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 txBox="1"/>
          <p:nvPr/>
        </p:nvSpPr>
        <p:spPr>
          <a:xfrm>
            <a:off x="3996391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985435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 txBox="1"/>
          <p:nvPr/>
        </p:nvSpPr>
        <p:spPr>
          <a:xfrm>
            <a:off x="5408413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397457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8244626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8244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머리칸"/>
          <p:cNvSpPr/>
          <p:nvPr/>
        </p:nvSpPr>
        <p:spPr>
          <a:xfrm>
            <a:off x="1161391" y="8266539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1172348" y="8507583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1" name="사진 칸"/>
          <p:cNvSpPr/>
          <p:nvPr/>
        </p:nvSpPr>
        <p:spPr>
          <a:xfrm>
            <a:off x="5730261" y="8272017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2" name="핵심성과 박스"/>
          <p:cNvSpPr/>
          <p:nvPr/>
        </p:nvSpPr>
        <p:spPr>
          <a:xfrm>
            <a:off x="536870" y="9164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4" name="핵심성과 문구"/>
          <p:cNvSpPr txBox="1"/>
          <p:nvPr/>
        </p:nvSpPr>
        <p:spPr>
          <a:xfrm>
            <a:off x="1314783" y="9181409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1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 txBox="1"/>
          <p:nvPr/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 txBox="1"/>
          <p:nvPr/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 txBox="1"/>
          <p:nvPr/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 txBox="1"/>
          <p:nvPr/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 txBox="1"/>
          <p:nvPr/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 txBox="1"/>
          <p:nvPr/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0" name="가운데 글"/>
          <p:cNvSpPr txBox="1"/>
          <p:nvPr/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 txBox="1"/>
          <p:nvPr/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형광 밑줄"/>
          <p:cNvSpPr/>
          <p:nvPr/>
        </p:nvSpPr>
        <p:spPr>
          <a:xfrm>
            <a:off x="723130" y="384605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소제목"/>
          <p:cNvSpPr txBox="1"/>
          <p:nvPr/>
        </p:nvSpPr>
        <p:spPr>
          <a:xfrm>
            <a:off x="723130" y="369266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/>
          <p:nvPr/>
        </p:nvSpPr>
        <p:spPr>
          <a:xfrm>
            <a:off x="4494817" y="37255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2" name="표 외곽"/>
          <p:cNvSpPr/>
          <p:nvPr/>
        </p:nvSpPr>
        <p:spPr>
          <a:xfrm>
            <a:off x="723130" y="3977530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734087" y="3993965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/>
          <p:nvPr/>
        </p:nvSpPr>
        <p:spPr>
          <a:xfrm>
            <a:off x="1347652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/>
          <p:nvPr/>
        </p:nvSpPr>
        <p:spPr>
          <a:xfrm>
            <a:off x="3670435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1358609" y="4256922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3681391" y="4256922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670435" y="42897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46158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61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347652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/>
          <p:nvPr/>
        </p:nvSpPr>
        <p:spPr>
          <a:xfrm>
            <a:off x="3670435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 txBox="1"/>
          <p:nvPr/>
        </p:nvSpPr>
        <p:spPr>
          <a:xfrm>
            <a:off x="1358609" y="4878783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 txBox="1"/>
          <p:nvPr/>
        </p:nvSpPr>
        <p:spPr>
          <a:xfrm>
            <a:off x="3681391" y="4878783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670435" y="49116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237687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734086" y="5237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배너"/>
          <p:cNvSpPr/>
          <p:nvPr/>
        </p:nvSpPr>
        <p:spPr>
          <a:xfrm>
            <a:off x="1347652" y="5259600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 txBox="1"/>
          <p:nvPr/>
        </p:nvSpPr>
        <p:spPr>
          <a:xfrm>
            <a:off x="1347652" y="5495165"/>
            <a:ext cx="4645565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0" name="사진 칸"/>
          <p:cNvSpPr/>
          <p:nvPr/>
        </p:nvSpPr>
        <p:spPr>
          <a:xfrm>
            <a:off x="6064435" y="3993965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/>
          <p:nvPr/>
        </p:nvSpPr>
        <p:spPr>
          <a:xfrm>
            <a:off x="6064435" y="5237687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6133461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 txBox="1"/>
          <p:nvPr/>
        </p:nvSpPr>
        <p:spPr>
          <a:xfrm>
            <a:off x="723130" y="598007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4" name="태그칩"/>
          <p:cNvSpPr/>
          <p:nvPr/>
        </p:nvSpPr>
        <p:spPr>
          <a:xfrm>
            <a:off x="4634353" y="601293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5" name="표 외곽"/>
          <p:cNvSpPr/>
          <p:nvPr/>
        </p:nvSpPr>
        <p:spPr>
          <a:xfrm>
            <a:off x="723130" y="6264939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734087" y="62813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7" name="본문"/>
          <p:cNvSpPr txBox="1"/>
          <p:nvPr/>
        </p:nvSpPr>
        <p:spPr>
          <a:xfrm>
            <a:off x="1347652" y="6303287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68" name="레일"/>
          <p:cNvSpPr/>
          <p:nvPr/>
        </p:nvSpPr>
        <p:spPr>
          <a:xfrm>
            <a:off x="734087" y="6551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69" name="본문"/>
          <p:cNvSpPr txBox="1"/>
          <p:nvPr/>
        </p:nvSpPr>
        <p:spPr>
          <a:xfrm>
            <a:off x="1347652" y="6573130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6821061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71" name="머리칸"/>
          <p:cNvSpPr/>
          <p:nvPr/>
        </p:nvSpPr>
        <p:spPr>
          <a:xfrm>
            <a:off x="1347652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72" name="머리칸"/>
          <p:cNvSpPr/>
          <p:nvPr/>
        </p:nvSpPr>
        <p:spPr>
          <a:xfrm>
            <a:off x="3230348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73" name="머리칸"/>
          <p:cNvSpPr/>
          <p:nvPr/>
        </p:nvSpPr>
        <p:spPr>
          <a:xfrm>
            <a:off x="5113043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358609" y="7084017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241304" y="7084017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230348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5124000" y="7084017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113043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723130" y="76908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 txBox="1"/>
          <p:nvPr/>
        </p:nvSpPr>
        <p:spPr>
          <a:xfrm>
            <a:off x="1501043" y="7707287"/>
            <a:ext cx="5456348" cy="45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82" name="형광 밑줄"/>
          <p:cNvSpPr/>
          <p:nvPr/>
        </p:nvSpPr>
        <p:spPr>
          <a:xfrm>
            <a:off x="723130" y="84562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소제목"/>
          <p:cNvSpPr txBox="1"/>
          <p:nvPr/>
        </p:nvSpPr>
        <p:spPr>
          <a:xfrm>
            <a:off x="723130" y="830285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84" name="태그칩"/>
          <p:cNvSpPr/>
          <p:nvPr/>
        </p:nvSpPr>
        <p:spPr>
          <a:xfrm>
            <a:off x="4455895" y="83357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5" name="패널 외곽"/>
          <p:cNvSpPr/>
          <p:nvPr/>
        </p:nvSpPr>
        <p:spPr>
          <a:xfrm>
            <a:off x="723130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패널 머리"/>
          <p:cNvSpPr/>
          <p:nvPr/>
        </p:nvSpPr>
        <p:spPr>
          <a:xfrm>
            <a:off x="723130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87" name="패널 본문"/>
          <p:cNvSpPr txBox="1"/>
          <p:nvPr/>
        </p:nvSpPr>
        <p:spPr>
          <a:xfrm>
            <a:off x="745043" y="88397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88" name="요약 바"/>
          <p:cNvSpPr/>
          <p:nvPr/>
        </p:nvSpPr>
        <p:spPr>
          <a:xfrm>
            <a:off x="745043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89" name="패널 외곽"/>
          <p:cNvSpPr/>
          <p:nvPr/>
        </p:nvSpPr>
        <p:spPr>
          <a:xfrm>
            <a:off x="2837739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패널 머리"/>
          <p:cNvSpPr/>
          <p:nvPr/>
        </p:nvSpPr>
        <p:spPr>
          <a:xfrm>
            <a:off x="2837739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1" name="패널 본문"/>
          <p:cNvSpPr txBox="1"/>
          <p:nvPr/>
        </p:nvSpPr>
        <p:spPr>
          <a:xfrm>
            <a:off x="2859652" y="88397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2" name="요약 바"/>
          <p:cNvSpPr/>
          <p:nvPr/>
        </p:nvSpPr>
        <p:spPr>
          <a:xfrm>
            <a:off x="2859652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93" name="패널 외곽"/>
          <p:cNvSpPr/>
          <p:nvPr/>
        </p:nvSpPr>
        <p:spPr>
          <a:xfrm>
            <a:off x="4952348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패널 머리"/>
          <p:cNvSpPr/>
          <p:nvPr/>
        </p:nvSpPr>
        <p:spPr>
          <a:xfrm>
            <a:off x="4952348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95" name="패널 본문"/>
          <p:cNvSpPr txBox="1"/>
          <p:nvPr/>
        </p:nvSpPr>
        <p:spPr>
          <a:xfrm>
            <a:off x="4974261" y="88397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96" name="요약 바"/>
          <p:cNvSpPr/>
          <p:nvPr/>
        </p:nvSpPr>
        <p:spPr>
          <a:xfrm>
            <a:off x="4974261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97" name="핵심성과 박스"/>
          <p:cNvSpPr/>
          <p:nvPr/>
        </p:nvSpPr>
        <p:spPr>
          <a:xfrm>
            <a:off x="723130" y="96766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핵심성과 라벨"/>
          <p:cNvSpPr/>
          <p:nvPr/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9" name="핵심성과 문구"/>
          <p:cNvSpPr txBox="1"/>
          <p:nvPr/>
        </p:nvSpPr>
        <p:spPr>
          <a:xfrm>
            <a:off x="1501043" y="9693078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506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2218696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2235130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6" name="칸 본문"/>
          <p:cNvSpPr txBox="1"/>
          <p:nvPr/>
        </p:nvSpPr>
        <p:spPr>
          <a:xfrm>
            <a:off x="1172348" y="2498087"/>
            <a:ext cx="2802130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3996391" y="2498087"/>
            <a:ext cx="2802130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85435" y="25309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3022748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30227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161391" y="306657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 txBox="1"/>
          <p:nvPr/>
        </p:nvSpPr>
        <p:spPr>
          <a:xfrm>
            <a:off x="2145304" y="3055617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3263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4" name="태그 설명"/>
          <p:cNvSpPr txBox="1"/>
          <p:nvPr/>
        </p:nvSpPr>
        <p:spPr>
          <a:xfrm>
            <a:off x="2145304" y="3252835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3461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145304" y="3450052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7" name="레일"/>
          <p:cNvSpPr/>
          <p:nvPr/>
        </p:nvSpPr>
        <p:spPr>
          <a:xfrm>
            <a:off x="547826" y="3680139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68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37020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37020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1" name="단계"/>
          <p:cNvSpPr/>
          <p:nvPr/>
        </p:nvSpPr>
        <p:spPr>
          <a:xfrm>
            <a:off x="4926783" y="37020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37020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37020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172348" y="3954052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5" name="칸 본문"/>
          <p:cNvSpPr txBox="1"/>
          <p:nvPr/>
        </p:nvSpPr>
        <p:spPr>
          <a:xfrm>
            <a:off x="3055043" y="3954052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044087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4937739" y="3954052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926783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삼각 화살표"/>
          <p:cNvSpPr/>
          <p:nvPr/>
        </p:nvSpPr>
        <p:spPr>
          <a:xfrm>
            <a:off x="3823826" y="436226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라벨 박스"/>
          <p:cNvSpPr/>
          <p:nvPr/>
        </p:nvSpPr>
        <p:spPr>
          <a:xfrm>
            <a:off x="536870" y="458687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597826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2" name="강조 바"/>
          <p:cNvSpPr/>
          <p:nvPr/>
        </p:nvSpPr>
        <p:spPr>
          <a:xfrm>
            <a:off x="1172348" y="4619739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강조 바 글"/>
          <p:cNvSpPr txBox="1"/>
          <p:nvPr/>
        </p:nvSpPr>
        <p:spPr>
          <a:xfrm>
            <a:off x="1172348" y="4619739"/>
            <a:ext cx="5631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4" name="라벨 박스"/>
          <p:cNvSpPr/>
          <p:nvPr/>
        </p:nvSpPr>
        <p:spPr>
          <a:xfrm>
            <a:off x="536870" y="493200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547826" y="4942957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56" name="가운데 글"/>
          <p:cNvSpPr txBox="1"/>
          <p:nvPr/>
        </p:nvSpPr>
        <p:spPr>
          <a:xfrm>
            <a:off x="1172348" y="4948435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57" name="가운데 글"/>
          <p:cNvSpPr txBox="1"/>
          <p:nvPr/>
        </p:nvSpPr>
        <p:spPr>
          <a:xfrm>
            <a:off x="3049565" y="4948435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049565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59" name="가운데 글"/>
          <p:cNvSpPr txBox="1"/>
          <p:nvPr/>
        </p:nvSpPr>
        <p:spPr>
          <a:xfrm>
            <a:off x="4926783" y="4948435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926783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1" name="라벨 박스"/>
          <p:cNvSpPr/>
          <p:nvPr/>
        </p:nvSpPr>
        <p:spPr>
          <a:xfrm>
            <a:off x="536870" y="5277130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5288087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3" name="칸 본문"/>
          <p:cNvSpPr txBox="1"/>
          <p:nvPr/>
        </p:nvSpPr>
        <p:spPr>
          <a:xfrm>
            <a:off x="1183304" y="5293565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4" name="칸 본문"/>
          <p:cNvSpPr txBox="1"/>
          <p:nvPr/>
        </p:nvSpPr>
        <p:spPr>
          <a:xfrm>
            <a:off x="3060522" y="5293565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049565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 txBox="1"/>
          <p:nvPr/>
        </p:nvSpPr>
        <p:spPr>
          <a:xfrm>
            <a:off x="4937739" y="5293565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926783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라벨 박스"/>
          <p:cNvSpPr/>
          <p:nvPr/>
        </p:nvSpPr>
        <p:spPr>
          <a:xfrm>
            <a:off x="536870" y="58784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"/>
          <p:cNvSpPr/>
          <p:nvPr/>
        </p:nvSpPr>
        <p:spPr>
          <a:xfrm>
            <a:off x="547826" y="58894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0" name="칸 본문"/>
          <p:cNvSpPr txBox="1"/>
          <p:nvPr/>
        </p:nvSpPr>
        <p:spPr>
          <a:xfrm>
            <a:off x="1183304" y="58949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1" name="칸 본문"/>
          <p:cNvSpPr txBox="1"/>
          <p:nvPr/>
        </p:nvSpPr>
        <p:spPr>
          <a:xfrm>
            <a:off x="3060522" y="58949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049565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 txBox="1"/>
          <p:nvPr/>
        </p:nvSpPr>
        <p:spPr>
          <a:xfrm>
            <a:off x="4937739" y="58949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926783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라벨 박스"/>
          <p:cNvSpPr/>
          <p:nvPr/>
        </p:nvSpPr>
        <p:spPr>
          <a:xfrm>
            <a:off x="536870" y="6319565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547826" y="6330522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7" name="칸 본문"/>
          <p:cNvSpPr txBox="1"/>
          <p:nvPr/>
        </p:nvSpPr>
        <p:spPr>
          <a:xfrm>
            <a:off x="1183304" y="6336000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8" name="칸 본문"/>
          <p:cNvSpPr txBox="1"/>
          <p:nvPr/>
        </p:nvSpPr>
        <p:spPr>
          <a:xfrm>
            <a:off x="3060522" y="6336000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049565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937739" y="6336000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926783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핵심성과 박스"/>
          <p:cNvSpPr/>
          <p:nvPr/>
        </p:nvSpPr>
        <p:spPr>
          <a:xfrm>
            <a:off x="536870" y="679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핵심성과 라벨"/>
          <p:cNvSpPr/>
          <p:nvPr/>
        </p:nvSpPr>
        <p:spPr>
          <a:xfrm>
            <a:off x="569739" y="683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 txBox="1"/>
          <p:nvPr/>
        </p:nvSpPr>
        <p:spPr>
          <a:xfrm>
            <a:off x="1314783" y="6809948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85" name="형광 밑줄"/>
          <p:cNvSpPr/>
          <p:nvPr/>
        </p:nvSpPr>
        <p:spPr>
          <a:xfrm>
            <a:off x="536870" y="73789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소제목"/>
          <p:cNvSpPr txBox="1"/>
          <p:nvPr/>
        </p:nvSpPr>
        <p:spPr>
          <a:xfrm>
            <a:off x="536870" y="722551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87" name="태그칩"/>
          <p:cNvSpPr/>
          <p:nvPr/>
        </p:nvSpPr>
        <p:spPr>
          <a:xfrm>
            <a:off x="3746541" y="72583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8" name="표 외곽"/>
          <p:cNvSpPr/>
          <p:nvPr/>
        </p:nvSpPr>
        <p:spPr>
          <a:xfrm>
            <a:off x="536870" y="75103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레일"/>
          <p:cNvSpPr/>
          <p:nvPr/>
        </p:nvSpPr>
        <p:spPr>
          <a:xfrm>
            <a:off x="547826" y="75268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91" name="머리칸"/>
          <p:cNvSpPr/>
          <p:nvPr/>
        </p:nvSpPr>
        <p:spPr>
          <a:xfrm>
            <a:off x="3985435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92" name="칸 본문"/>
          <p:cNvSpPr txBox="1"/>
          <p:nvPr/>
        </p:nvSpPr>
        <p:spPr>
          <a:xfrm>
            <a:off x="1172348" y="7789774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93" name="칸 본문"/>
          <p:cNvSpPr txBox="1"/>
          <p:nvPr/>
        </p:nvSpPr>
        <p:spPr>
          <a:xfrm>
            <a:off x="3996391" y="7789774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985435" y="7822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레일"/>
          <p:cNvSpPr/>
          <p:nvPr/>
        </p:nvSpPr>
        <p:spPr>
          <a:xfrm>
            <a:off x="547826" y="81486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547826" y="81486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161391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98" name="머리칸"/>
          <p:cNvSpPr/>
          <p:nvPr/>
        </p:nvSpPr>
        <p:spPr>
          <a:xfrm>
            <a:off x="3985435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99" name="칸 본문"/>
          <p:cNvSpPr txBox="1"/>
          <p:nvPr/>
        </p:nvSpPr>
        <p:spPr>
          <a:xfrm>
            <a:off x="1172348" y="8411635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3996391" y="8411635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985435" y="8444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87705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103" name="레일 삼각형"/>
          <p:cNvSpPr/>
          <p:nvPr/>
        </p:nvSpPr>
        <p:spPr>
          <a:xfrm>
            <a:off x="547826" y="87705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단계"/>
          <p:cNvSpPr/>
          <p:nvPr/>
        </p:nvSpPr>
        <p:spPr>
          <a:xfrm>
            <a:off x="1161391" y="87924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105" name="단계"/>
          <p:cNvSpPr/>
          <p:nvPr/>
        </p:nvSpPr>
        <p:spPr>
          <a:xfrm>
            <a:off x="2573413" y="87924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106" name="단계"/>
          <p:cNvSpPr/>
          <p:nvPr/>
        </p:nvSpPr>
        <p:spPr>
          <a:xfrm>
            <a:off x="3985435" y="87924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107" name="단계"/>
          <p:cNvSpPr/>
          <p:nvPr/>
        </p:nvSpPr>
        <p:spPr>
          <a:xfrm>
            <a:off x="5397457" y="87924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2573413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3985434" y="87924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5397456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 txBox="1"/>
          <p:nvPr/>
        </p:nvSpPr>
        <p:spPr>
          <a:xfrm>
            <a:off x="1172348" y="9044452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112" name="칸 본문"/>
          <p:cNvSpPr txBox="1"/>
          <p:nvPr/>
        </p:nvSpPr>
        <p:spPr>
          <a:xfrm>
            <a:off x="2584370" y="9044452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2573413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 txBox="1"/>
          <p:nvPr/>
        </p:nvSpPr>
        <p:spPr>
          <a:xfrm>
            <a:off x="3996391" y="9044452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3985435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 txBox="1"/>
          <p:nvPr/>
        </p:nvSpPr>
        <p:spPr>
          <a:xfrm>
            <a:off x="5408413" y="9044452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5397457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핵심성과 박스"/>
          <p:cNvSpPr/>
          <p:nvPr/>
        </p:nvSpPr>
        <p:spPr>
          <a:xfrm>
            <a:off x="536870" y="96458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핵심성과 라벨"/>
          <p:cNvSpPr/>
          <p:nvPr/>
        </p:nvSpPr>
        <p:spPr>
          <a:xfrm>
            <a:off x="569739" y="96841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0" name="핵심성과 문구"/>
          <p:cNvSpPr txBox="1"/>
          <p:nvPr/>
        </p:nvSpPr>
        <p:spPr>
          <a:xfrm>
            <a:off x="1314783" y="9662243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2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 txBox="1"/>
          <p:nvPr/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 txBox="1"/>
          <p:nvPr/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 txBox="1"/>
          <p:nvPr/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성과 패널 본문"/>
          <p:cNvSpPr txBox="1"/>
          <p:nvPr/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2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 txBox="1"/>
          <p:nvPr/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723130" y="4135617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 txBox="1"/>
          <p:nvPr/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47" name="태그칩"/>
          <p:cNvSpPr/>
          <p:nvPr/>
        </p:nvSpPr>
        <p:spPr>
          <a:xfrm>
            <a:off x="4224152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8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50" name="본문"/>
          <p:cNvSpPr txBox="1"/>
          <p:nvPr/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51" name="라벨 박스"/>
          <p:cNvSpPr/>
          <p:nvPr/>
        </p:nvSpPr>
        <p:spPr>
          <a:xfrm>
            <a:off x="723130" y="46231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46341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53" name="가운데 글"/>
          <p:cNvSpPr txBox="1"/>
          <p:nvPr/>
        </p:nvSpPr>
        <p:spPr>
          <a:xfrm>
            <a:off x="1358609" y="4639617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54" name="주석"/>
          <p:cNvSpPr txBox="1"/>
          <p:nvPr/>
        </p:nvSpPr>
        <p:spPr>
          <a:xfrm>
            <a:off x="2366609" y="4946400"/>
            <a:ext cx="4656522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55" name="라벨 박스"/>
          <p:cNvSpPr/>
          <p:nvPr/>
        </p:nvSpPr>
        <p:spPr>
          <a:xfrm>
            <a:off x="723130" y="51764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51874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57" name="머리칸"/>
          <p:cNvSpPr/>
          <p:nvPr/>
        </p:nvSpPr>
        <p:spPr>
          <a:xfrm>
            <a:off x="1358609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58" name="머리칸"/>
          <p:cNvSpPr/>
          <p:nvPr/>
        </p:nvSpPr>
        <p:spPr>
          <a:xfrm>
            <a:off x="3235826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59" name="머리칸"/>
          <p:cNvSpPr/>
          <p:nvPr/>
        </p:nvSpPr>
        <p:spPr>
          <a:xfrm>
            <a:off x="5113043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60" name="칸 본문"/>
          <p:cNvSpPr txBox="1"/>
          <p:nvPr/>
        </p:nvSpPr>
        <p:spPr>
          <a:xfrm>
            <a:off x="1369565" y="5444922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3246783" y="5444922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235826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5124000" y="5444922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113043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라벨 박스"/>
          <p:cNvSpPr/>
          <p:nvPr/>
        </p:nvSpPr>
        <p:spPr>
          <a:xfrm>
            <a:off x="723130" y="58805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734087" y="58914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67" name="칸 본문"/>
          <p:cNvSpPr txBox="1"/>
          <p:nvPr/>
        </p:nvSpPr>
        <p:spPr>
          <a:xfrm>
            <a:off x="1369565" y="589695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3246783" y="589695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235826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 txBox="1"/>
          <p:nvPr/>
        </p:nvSpPr>
        <p:spPr>
          <a:xfrm>
            <a:off x="5124000" y="589695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13043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핵심성과 박스"/>
          <p:cNvSpPr/>
          <p:nvPr/>
        </p:nvSpPr>
        <p:spPr>
          <a:xfrm>
            <a:off x="723130" y="635447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핵심성과 라벨"/>
          <p:cNvSpPr/>
          <p:nvPr/>
        </p:nvSpPr>
        <p:spPr>
          <a:xfrm>
            <a:off x="756000" y="638733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 txBox="1"/>
          <p:nvPr/>
        </p:nvSpPr>
        <p:spPr>
          <a:xfrm>
            <a:off x="1501043" y="6376383"/>
            <a:ext cx="5456348" cy="48052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75" name="형광 밑줄"/>
          <p:cNvSpPr/>
          <p:nvPr/>
        </p:nvSpPr>
        <p:spPr>
          <a:xfrm>
            <a:off x="723130" y="7152730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소제목"/>
          <p:cNvSpPr txBox="1"/>
          <p:nvPr/>
        </p:nvSpPr>
        <p:spPr>
          <a:xfrm>
            <a:off x="723130" y="6999339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77" name="태그칩"/>
          <p:cNvSpPr/>
          <p:nvPr/>
        </p:nvSpPr>
        <p:spPr>
          <a:xfrm>
            <a:off x="3595310" y="7032209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78" name="표 외곽"/>
          <p:cNvSpPr/>
          <p:nvPr/>
        </p:nvSpPr>
        <p:spPr>
          <a:xfrm>
            <a:off x="723130" y="7284209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734087" y="7300643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80" name="배너"/>
          <p:cNvSpPr/>
          <p:nvPr/>
        </p:nvSpPr>
        <p:spPr>
          <a:xfrm>
            <a:off x="1347652" y="7322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82" name="머리칸"/>
          <p:cNvSpPr/>
          <p:nvPr/>
        </p:nvSpPr>
        <p:spPr>
          <a:xfrm>
            <a:off x="3230348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83" name="머리칸"/>
          <p:cNvSpPr/>
          <p:nvPr/>
        </p:nvSpPr>
        <p:spPr>
          <a:xfrm>
            <a:off x="5113043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84" name="칸 본문"/>
          <p:cNvSpPr txBox="1"/>
          <p:nvPr/>
        </p:nvSpPr>
        <p:spPr>
          <a:xfrm>
            <a:off x="1358609" y="7799165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85" name="칸 본문"/>
          <p:cNvSpPr txBox="1"/>
          <p:nvPr/>
        </p:nvSpPr>
        <p:spPr>
          <a:xfrm>
            <a:off x="3241304" y="7799165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230348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 txBox="1"/>
          <p:nvPr/>
        </p:nvSpPr>
        <p:spPr>
          <a:xfrm>
            <a:off x="5124000" y="7799165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113043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태그"/>
          <p:cNvSpPr/>
          <p:nvPr/>
        </p:nvSpPr>
        <p:spPr>
          <a:xfrm>
            <a:off x="1347652" y="817998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90" name="태그 설명"/>
          <p:cNvSpPr txBox="1"/>
          <p:nvPr/>
        </p:nvSpPr>
        <p:spPr>
          <a:xfrm>
            <a:off x="1972988" y="8169026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91" name="레일"/>
          <p:cNvSpPr/>
          <p:nvPr/>
        </p:nvSpPr>
        <p:spPr>
          <a:xfrm>
            <a:off x="734087" y="8399113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92" name="레일 삼각형"/>
          <p:cNvSpPr/>
          <p:nvPr/>
        </p:nvSpPr>
        <p:spPr>
          <a:xfrm>
            <a:off x="734086" y="8399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배너"/>
          <p:cNvSpPr/>
          <p:nvPr/>
        </p:nvSpPr>
        <p:spPr>
          <a:xfrm>
            <a:off x="1347652" y="8421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95" name="머리칸"/>
          <p:cNvSpPr/>
          <p:nvPr/>
        </p:nvSpPr>
        <p:spPr>
          <a:xfrm>
            <a:off x="4171696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96" name="칸 본문"/>
          <p:cNvSpPr txBox="1"/>
          <p:nvPr/>
        </p:nvSpPr>
        <p:spPr>
          <a:xfrm>
            <a:off x="1358609" y="8897635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97" name="칸 본문"/>
          <p:cNvSpPr txBox="1"/>
          <p:nvPr/>
        </p:nvSpPr>
        <p:spPr>
          <a:xfrm>
            <a:off x="4182652" y="8897635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4171696" y="89305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태그"/>
          <p:cNvSpPr/>
          <p:nvPr/>
        </p:nvSpPr>
        <p:spPr>
          <a:xfrm>
            <a:off x="1347652" y="9278452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100" name="태그 설명"/>
          <p:cNvSpPr txBox="1"/>
          <p:nvPr/>
        </p:nvSpPr>
        <p:spPr>
          <a:xfrm>
            <a:off x="1972988" y="9267496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101" name="핵심성과 박스"/>
          <p:cNvSpPr/>
          <p:nvPr/>
        </p:nvSpPr>
        <p:spPr>
          <a:xfrm>
            <a:off x="723130" y="95852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핵심성과 라벨"/>
          <p:cNvSpPr/>
          <p:nvPr/>
        </p:nvSpPr>
        <p:spPr>
          <a:xfrm>
            <a:off x="756000" y="96235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3" name="핵심성과 문구"/>
          <p:cNvSpPr txBox="1"/>
          <p:nvPr/>
        </p:nvSpPr>
        <p:spPr>
          <a:xfrm>
            <a:off x="1501043" y="9601670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번호"/>
          <p:cNvSpPr txBox="1"/>
          <p:nvPr/>
        </p:nvSpPr>
        <p:spPr>
          <a:xfrm>
            <a:off x="558783" y="766957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 txBox="1"/>
          <p:nvPr/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347652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 txBox="1"/>
          <p:nvPr/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490087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501043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/>
          <p:nvPr/>
        </p:nvSpPr>
        <p:spPr>
          <a:xfrm>
            <a:off x="1172348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/>
          <p:nvPr/>
        </p:nvSpPr>
        <p:spPr>
          <a:xfrm>
            <a:off x="3049565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8" name="머리칸"/>
          <p:cNvSpPr/>
          <p:nvPr/>
        </p:nvSpPr>
        <p:spPr>
          <a:xfrm>
            <a:off x="4926783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183304" y="1758522"/>
            <a:ext cx="1855304" cy="839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3060522" y="1758522"/>
            <a:ext cx="1855304" cy="839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49565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4948696" y="1769478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 txBox="1"/>
          <p:nvPr/>
        </p:nvSpPr>
        <p:spPr>
          <a:xfrm>
            <a:off x="5496522" y="1769478"/>
            <a:ext cx="1296522" cy="326035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48696" y="2106470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4948696" y="2111948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소행 본문"/>
          <p:cNvSpPr txBox="1"/>
          <p:nvPr/>
        </p:nvSpPr>
        <p:spPr>
          <a:xfrm>
            <a:off x="5496522" y="2111948"/>
            <a:ext cx="1296522" cy="480835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26783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라벨 박스"/>
          <p:cNvSpPr/>
          <p:nvPr/>
        </p:nvSpPr>
        <p:spPr>
          <a:xfrm>
            <a:off x="536870" y="266947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268043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0" name="가운데 글"/>
          <p:cNvSpPr txBox="1"/>
          <p:nvPr/>
        </p:nvSpPr>
        <p:spPr>
          <a:xfrm>
            <a:off x="1172348" y="2685913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1" name="가운데 글"/>
          <p:cNvSpPr txBox="1"/>
          <p:nvPr/>
        </p:nvSpPr>
        <p:spPr>
          <a:xfrm>
            <a:off x="3049565" y="2685913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049565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3" name="가운데 글"/>
          <p:cNvSpPr txBox="1"/>
          <p:nvPr/>
        </p:nvSpPr>
        <p:spPr>
          <a:xfrm>
            <a:off x="4926783" y="2685913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926783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라벨 박스"/>
          <p:cNvSpPr/>
          <p:nvPr/>
        </p:nvSpPr>
        <p:spPr>
          <a:xfrm>
            <a:off x="536870" y="3014609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3025565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7" name="칸 본문"/>
          <p:cNvSpPr txBox="1"/>
          <p:nvPr/>
        </p:nvSpPr>
        <p:spPr>
          <a:xfrm>
            <a:off x="1183304" y="303104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8" name="칸 본문"/>
          <p:cNvSpPr txBox="1"/>
          <p:nvPr/>
        </p:nvSpPr>
        <p:spPr>
          <a:xfrm>
            <a:off x="3060522" y="303104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049565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 txBox="1"/>
          <p:nvPr/>
        </p:nvSpPr>
        <p:spPr>
          <a:xfrm>
            <a:off x="4937739" y="303104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26783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형광 밑줄"/>
          <p:cNvSpPr/>
          <p:nvPr/>
        </p:nvSpPr>
        <p:spPr>
          <a:xfrm>
            <a:off x="536870" y="3835096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 txBox="1"/>
          <p:nvPr/>
        </p:nvSpPr>
        <p:spPr>
          <a:xfrm>
            <a:off x="536870" y="3681704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4" name="태그칩"/>
          <p:cNvSpPr/>
          <p:nvPr/>
        </p:nvSpPr>
        <p:spPr>
          <a:xfrm>
            <a:off x="4308556" y="3714574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966574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983009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484174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1172348" y="4245965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50" name="칸 본문"/>
          <p:cNvSpPr txBox="1"/>
          <p:nvPr/>
        </p:nvSpPr>
        <p:spPr>
          <a:xfrm>
            <a:off x="3495130" y="4245965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484174" y="4278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4604870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604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5" name="머리칸"/>
          <p:cNvSpPr/>
          <p:nvPr/>
        </p:nvSpPr>
        <p:spPr>
          <a:xfrm>
            <a:off x="3484174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6" name="칸 본문"/>
          <p:cNvSpPr txBox="1"/>
          <p:nvPr/>
        </p:nvSpPr>
        <p:spPr>
          <a:xfrm>
            <a:off x="1172348" y="4867826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7" name="칸 본문"/>
          <p:cNvSpPr txBox="1"/>
          <p:nvPr/>
        </p:nvSpPr>
        <p:spPr>
          <a:xfrm>
            <a:off x="3495130" y="4867826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484174" y="4900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5226730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22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배너"/>
          <p:cNvSpPr/>
          <p:nvPr/>
        </p:nvSpPr>
        <p:spPr>
          <a:xfrm>
            <a:off x="1161391" y="5248643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62" name="본문"/>
          <p:cNvSpPr txBox="1"/>
          <p:nvPr/>
        </p:nvSpPr>
        <p:spPr>
          <a:xfrm>
            <a:off x="1161391" y="5484209"/>
            <a:ext cx="4645565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3" name="사진 칸"/>
          <p:cNvSpPr/>
          <p:nvPr/>
        </p:nvSpPr>
        <p:spPr>
          <a:xfrm>
            <a:off x="5878174" y="3983009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4" name="사진 칸"/>
          <p:cNvSpPr/>
          <p:nvPr/>
        </p:nvSpPr>
        <p:spPr>
          <a:xfrm>
            <a:off x="5878174" y="5226730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5" name="핵심성과 박스"/>
          <p:cNvSpPr/>
          <p:nvPr/>
        </p:nvSpPr>
        <p:spPr>
          <a:xfrm>
            <a:off x="536870" y="59362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569739" y="59745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 txBox="1"/>
          <p:nvPr/>
        </p:nvSpPr>
        <p:spPr>
          <a:xfrm>
            <a:off x="1314783" y="5952678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 체결</a:t>
            </a:r>
          </a:p>
        </p:txBody>
      </p:sp>
      <p:sp>
        <p:nvSpPr>
          <p:cNvPr id="68" name="형광 밑줄"/>
          <p:cNvSpPr/>
          <p:nvPr/>
        </p:nvSpPr>
        <p:spPr>
          <a:xfrm>
            <a:off x="536870" y="6521635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소제목"/>
          <p:cNvSpPr txBox="1"/>
          <p:nvPr/>
        </p:nvSpPr>
        <p:spPr>
          <a:xfrm>
            <a:off x="536870" y="63682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6653113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66695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2" name="머리칸"/>
          <p:cNvSpPr/>
          <p:nvPr/>
        </p:nvSpPr>
        <p:spPr>
          <a:xfrm>
            <a:off x="1161391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3" name="머리칸"/>
          <p:cNvSpPr/>
          <p:nvPr/>
        </p:nvSpPr>
        <p:spPr>
          <a:xfrm>
            <a:off x="3985435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172348" y="6932504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996391" y="6932504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985435" y="69653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7296887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7296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머리칸"/>
          <p:cNvSpPr/>
          <p:nvPr/>
        </p:nvSpPr>
        <p:spPr>
          <a:xfrm>
            <a:off x="1161391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80" name="머리칸"/>
          <p:cNvSpPr/>
          <p:nvPr/>
        </p:nvSpPr>
        <p:spPr>
          <a:xfrm>
            <a:off x="3985435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1172348" y="7559843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3996391" y="7559843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985435" y="75927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7924226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79461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6" name="단계"/>
          <p:cNvSpPr/>
          <p:nvPr/>
        </p:nvSpPr>
        <p:spPr>
          <a:xfrm>
            <a:off x="2573413" y="79461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7" name="단계"/>
          <p:cNvSpPr/>
          <p:nvPr/>
        </p:nvSpPr>
        <p:spPr>
          <a:xfrm>
            <a:off x="3985435" y="79461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8" name="단계"/>
          <p:cNvSpPr/>
          <p:nvPr/>
        </p:nvSpPr>
        <p:spPr>
          <a:xfrm>
            <a:off x="5397457" y="79461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2573413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3985434" y="79461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397456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 txBox="1"/>
          <p:nvPr/>
        </p:nvSpPr>
        <p:spPr>
          <a:xfrm>
            <a:off x="1172348" y="8198139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3" name="칸 본문"/>
          <p:cNvSpPr txBox="1"/>
          <p:nvPr/>
        </p:nvSpPr>
        <p:spPr>
          <a:xfrm>
            <a:off x="2584370" y="8198139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2573413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 txBox="1"/>
          <p:nvPr/>
        </p:nvSpPr>
        <p:spPr>
          <a:xfrm>
            <a:off x="3996391" y="8198139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3985435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 txBox="1"/>
          <p:nvPr/>
        </p:nvSpPr>
        <p:spPr>
          <a:xfrm>
            <a:off x="5408413" y="8198139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397457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레일"/>
          <p:cNvSpPr/>
          <p:nvPr/>
        </p:nvSpPr>
        <p:spPr>
          <a:xfrm>
            <a:off x="547826" y="8557043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00" name="레일 삼각형"/>
          <p:cNvSpPr/>
          <p:nvPr/>
        </p:nvSpPr>
        <p:spPr>
          <a:xfrm>
            <a:off x="547826" y="855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머리칸"/>
          <p:cNvSpPr/>
          <p:nvPr/>
        </p:nvSpPr>
        <p:spPr>
          <a:xfrm>
            <a:off x="1161391" y="8578957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2" name="칸 본문"/>
          <p:cNvSpPr txBox="1"/>
          <p:nvPr/>
        </p:nvSpPr>
        <p:spPr>
          <a:xfrm>
            <a:off x="1172348" y="8820000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3" name="사진 칸"/>
          <p:cNvSpPr/>
          <p:nvPr/>
        </p:nvSpPr>
        <p:spPr>
          <a:xfrm>
            <a:off x="5730261" y="8584435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4" name="핵심성과 박스"/>
          <p:cNvSpPr/>
          <p:nvPr/>
        </p:nvSpPr>
        <p:spPr>
          <a:xfrm>
            <a:off x="536870" y="94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핵심성과 라벨"/>
          <p:cNvSpPr/>
          <p:nvPr/>
        </p:nvSpPr>
        <p:spPr>
          <a:xfrm>
            <a:off x="569739" y="95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6" name="핵심성과 문구"/>
          <p:cNvSpPr txBox="1"/>
          <p:nvPr/>
        </p:nvSpPr>
        <p:spPr>
          <a:xfrm>
            <a:off x="1314783" y="9493826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2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 txBox="1"/>
          <p:nvPr/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 txBox="1"/>
          <p:nvPr/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 txBox="1"/>
          <p:nvPr/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성과 패널 본문"/>
          <p:cNvSpPr txBox="1"/>
          <p:nvPr/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2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 txBox="1"/>
          <p:nvPr/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723130" y="413561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 txBox="1"/>
          <p:nvPr/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47" name="태그칩"/>
          <p:cNvSpPr/>
          <p:nvPr/>
        </p:nvSpPr>
        <p:spPr>
          <a:xfrm>
            <a:off x="3541728" y="401509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8" name="태그칩"/>
          <p:cNvSpPr/>
          <p:nvPr/>
        </p:nvSpPr>
        <p:spPr>
          <a:xfrm>
            <a:off x="3912879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51" name="본문"/>
          <p:cNvSpPr txBox="1"/>
          <p:nvPr/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612226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6286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5" name="머리칸"/>
          <p:cNvSpPr/>
          <p:nvPr/>
        </p:nvSpPr>
        <p:spPr>
          <a:xfrm>
            <a:off x="4171696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56" name="칸 본문"/>
          <p:cNvSpPr txBox="1"/>
          <p:nvPr/>
        </p:nvSpPr>
        <p:spPr>
          <a:xfrm>
            <a:off x="1358609" y="489161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57" name="칸 본문"/>
          <p:cNvSpPr txBox="1"/>
          <p:nvPr/>
        </p:nvSpPr>
        <p:spPr>
          <a:xfrm>
            <a:off x="4182652" y="489161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71696" y="49244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525052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레일 태그"/>
          <p:cNvSpPr/>
          <p:nvPr/>
        </p:nvSpPr>
        <p:spPr>
          <a:xfrm>
            <a:off x="854405" y="5414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61" name="레일 라벨"/>
          <p:cNvSpPr txBox="1"/>
          <p:nvPr/>
        </p:nvSpPr>
        <p:spPr>
          <a:xfrm>
            <a:off x="734087" y="5601130"/>
            <a:ext cx="580696" cy="44373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525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527243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64" name="칸 본문"/>
          <p:cNvSpPr txBox="1"/>
          <p:nvPr/>
        </p:nvSpPr>
        <p:spPr>
          <a:xfrm>
            <a:off x="1358609" y="5513478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65" name="사진 칸"/>
          <p:cNvSpPr/>
          <p:nvPr/>
        </p:nvSpPr>
        <p:spPr>
          <a:xfrm>
            <a:off x="5916522" y="527791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66" name="레일"/>
          <p:cNvSpPr/>
          <p:nvPr/>
        </p:nvSpPr>
        <p:spPr>
          <a:xfrm>
            <a:off x="734087" y="6083217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854405" y="62475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레일 라벨"/>
          <p:cNvSpPr txBox="1"/>
          <p:nvPr/>
        </p:nvSpPr>
        <p:spPr>
          <a:xfrm>
            <a:off x="734087" y="6433826"/>
            <a:ext cx="580696" cy="634226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734086" y="608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배너"/>
          <p:cNvSpPr/>
          <p:nvPr/>
        </p:nvSpPr>
        <p:spPr>
          <a:xfrm>
            <a:off x="1347652" y="610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71" name="머리칸"/>
          <p:cNvSpPr/>
          <p:nvPr/>
        </p:nvSpPr>
        <p:spPr>
          <a:xfrm>
            <a:off x="1347652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72" name="머리칸"/>
          <p:cNvSpPr/>
          <p:nvPr/>
        </p:nvSpPr>
        <p:spPr>
          <a:xfrm>
            <a:off x="3230348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73" name="머리칸"/>
          <p:cNvSpPr/>
          <p:nvPr/>
        </p:nvSpPr>
        <p:spPr>
          <a:xfrm>
            <a:off x="5113043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358609" y="6581739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241304" y="6581739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230348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5124000" y="6581739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113043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표 외곽"/>
          <p:cNvSpPr/>
          <p:nvPr/>
        </p:nvSpPr>
        <p:spPr>
          <a:xfrm>
            <a:off x="723130" y="715022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734087" y="716666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1358609" y="742961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84" name="칸 본문"/>
          <p:cNvSpPr txBox="1"/>
          <p:nvPr/>
        </p:nvSpPr>
        <p:spPr>
          <a:xfrm>
            <a:off x="4182652" y="742961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171696" y="74624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핵심성과 박스"/>
          <p:cNvSpPr/>
          <p:nvPr/>
        </p:nvSpPr>
        <p:spPr>
          <a:xfrm>
            <a:off x="723130" y="7881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핵심성과 라벨"/>
          <p:cNvSpPr/>
          <p:nvPr/>
        </p:nvSpPr>
        <p:spPr>
          <a:xfrm>
            <a:off x="756000" y="7920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8" name="핵심성과 문구"/>
          <p:cNvSpPr txBox="1"/>
          <p:nvPr/>
        </p:nvSpPr>
        <p:spPr>
          <a:xfrm>
            <a:off x="1501043" y="7898087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  <p:sp>
        <p:nvSpPr>
          <p:cNvPr id="89" name="형광 밑줄"/>
          <p:cNvSpPr/>
          <p:nvPr/>
        </p:nvSpPr>
        <p:spPr>
          <a:xfrm>
            <a:off x="723130" y="84670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소제목"/>
          <p:cNvSpPr txBox="1"/>
          <p:nvPr/>
        </p:nvSpPr>
        <p:spPr>
          <a:xfrm>
            <a:off x="723130" y="831365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1" name="태그칩"/>
          <p:cNvSpPr/>
          <p:nvPr/>
        </p:nvSpPr>
        <p:spPr>
          <a:xfrm>
            <a:off x="4455895" y="83465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92" name="패널 외곽"/>
          <p:cNvSpPr/>
          <p:nvPr/>
        </p:nvSpPr>
        <p:spPr>
          <a:xfrm>
            <a:off x="723130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패널 머리"/>
          <p:cNvSpPr/>
          <p:nvPr/>
        </p:nvSpPr>
        <p:spPr>
          <a:xfrm>
            <a:off x="723130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94" name="패널 본문"/>
          <p:cNvSpPr txBox="1"/>
          <p:nvPr/>
        </p:nvSpPr>
        <p:spPr>
          <a:xfrm>
            <a:off x="745043" y="88505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95" name="요약 바"/>
          <p:cNvSpPr/>
          <p:nvPr/>
        </p:nvSpPr>
        <p:spPr>
          <a:xfrm>
            <a:off x="745043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6" name="패널 외곽"/>
          <p:cNvSpPr/>
          <p:nvPr/>
        </p:nvSpPr>
        <p:spPr>
          <a:xfrm>
            <a:off x="2837739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패널 머리"/>
          <p:cNvSpPr/>
          <p:nvPr/>
        </p:nvSpPr>
        <p:spPr>
          <a:xfrm>
            <a:off x="2837739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8" name="패널 본문"/>
          <p:cNvSpPr txBox="1"/>
          <p:nvPr/>
        </p:nvSpPr>
        <p:spPr>
          <a:xfrm>
            <a:off x="2859652" y="88505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9" name="요약 바"/>
          <p:cNvSpPr/>
          <p:nvPr/>
        </p:nvSpPr>
        <p:spPr>
          <a:xfrm>
            <a:off x="2859652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00" name="패널 외곽"/>
          <p:cNvSpPr/>
          <p:nvPr/>
        </p:nvSpPr>
        <p:spPr>
          <a:xfrm>
            <a:off x="4952348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패널 머리"/>
          <p:cNvSpPr/>
          <p:nvPr/>
        </p:nvSpPr>
        <p:spPr>
          <a:xfrm>
            <a:off x="4952348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02" name="패널 본문"/>
          <p:cNvSpPr txBox="1"/>
          <p:nvPr/>
        </p:nvSpPr>
        <p:spPr>
          <a:xfrm>
            <a:off x="4974261" y="88505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03" name="요약 바"/>
          <p:cNvSpPr/>
          <p:nvPr/>
        </p:nvSpPr>
        <p:spPr>
          <a:xfrm>
            <a:off x="4974261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04" name="핵심성과 박스"/>
          <p:cNvSpPr/>
          <p:nvPr/>
        </p:nvSpPr>
        <p:spPr>
          <a:xfrm>
            <a:off x="723130" y="968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핵심성과 라벨"/>
          <p:cNvSpPr/>
          <p:nvPr/>
        </p:nvSpPr>
        <p:spPr>
          <a:xfrm>
            <a:off x="756000" y="972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6" name="핵심성과 문구"/>
          <p:cNvSpPr txBox="1"/>
          <p:nvPr/>
        </p:nvSpPr>
        <p:spPr>
          <a:xfrm>
            <a:off x="1501043" y="9703878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54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 txBox="1"/>
          <p:nvPr/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9" name="삼각 화살표"/>
          <p:cNvSpPr/>
          <p:nvPr/>
        </p:nvSpPr>
        <p:spPr>
          <a:xfrm>
            <a:off x="3823826" y="34952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패널 외곽"/>
          <p:cNvSpPr/>
          <p:nvPr/>
        </p:nvSpPr>
        <p:spPr>
          <a:xfrm>
            <a:off x="536870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패널 머리"/>
          <p:cNvSpPr/>
          <p:nvPr/>
        </p:nvSpPr>
        <p:spPr>
          <a:xfrm>
            <a:off x="536870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2" name="레일"/>
          <p:cNvSpPr/>
          <p:nvPr/>
        </p:nvSpPr>
        <p:spPr>
          <a:xfrm>
            <a:off x="569739" y="399380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 태그"/>
          <p:cNvSpPr/>
          <p:nvPr/>
        </p:nvSpPr>
        <p:spPr>
          <a:xfrm>
            <a:off x="659724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4" name="레일 라벨"/>
          <p:cNvSpPr txBox="1"/>
          <p:nvPr/>
        </p:nvSpPr>
        <p:spPr>
          <a:xfrm>
            <a:off x="569739" y="4223896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5" name="패널 본문"/>
          <p:cNvSpPr txBox="1"/>
          <p:nvPr/>
        </p:nvSpPr>
        <p:spPr>
          <a:xfrm>
            <a:off x="1353130" y="3982852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353130" y="459923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69739" y="4610191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659724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레일 라벨"/>
          <p:cNvSpPr txBox="1"/>
          <p:nvPr/>
        </p:nvSpPr>
        <p:spPr>
          <a:xfrm>
            <a:off x="569739" y="4840278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0" name="패널 본문"/>
          <p:cNvSpPr txBox="1"/>
          <p:nvPr/>
        </p:nvSpPr>
        <p:spPr>
          <a:xfrm>
            <a:off x="1353130" y="4599235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353130" y="5215617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69739" y="5226574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659724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4" name="레일 라벨"/>
          <p:cNvSpPr txBox="1"/>
          <p:nvPr/>
        </p:nvSpPr>
        <p:spPr>
          <a:xfrm>
            <a:off x="569739" y="5456661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5" name="패널 본문"/>
          <p:cNvSpPr txBox="1"/>
          <p:nvPr/>
        </p:nvSpPr>
        <p:spPr>
          <a:xfrm>
            <a:off x="1353130" y="5215617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6" name="패널 외곽"/>
          <p:cNvSpPr/>
          <p:nvPr/>
        </p:nvSpPr>
        <p:spPr>
          <a:xfrm>
            <a:off x="3711522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패널 머리"/>
          <p:cNvSpPr/>
          <p:nvPr/>
        </p:nvSpPr>
        <p:spPr>
          <a:xfrm>
            <a:off x="3711522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8" name="레일"/>
          <p:cNvSpPr/>
          <p:nvPr/>
        </p:nvSpPr>
        <p:spPr>
          <a:xfrm>
            <a:off x="3744391" y="399380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 태그"/>
          <p:cNvSpPr/>
          <p:nvPr/>
        </p:nvSpPr>
        <p:spPr>
          <a:xfrm>
            <a:off x="3831637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0" name="레일 라벨"/>
          <p:cNvSpPr txBox="1"/>
          <p:nvPr/>
        </p:nvSpPr>
        <p:spPr>
          <a:xfrm>
            <a:off x="3744391" y="4223896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1" name="패널 본문"/>
          <p:cNvSpPr txBox="1"/>
          <p:nvPr/>
        </p:nvSpPr>
        <p:spPr>
          <a:xfrm>
            <a:off x="4522304" y="3982852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522304" y="459923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3744391" y="4610191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3831637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5" name="레일 라벨"/>
          <p:cNvSpPr txBox="1"/>
          <p:nvPr/>
        </p:nvSpPr>
        <p:spPr>
          <a:xfrm>
            <a:off x="3744391" y="4840278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6" name="패널 본문"/>
          <p:cNvSpPr txBox="1"/>
          <p:nvPr/>
        </p:nvSpPr>
        <p:spPr>
          <a:xfrm>
            <a:off x="4522304" y="4599235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522304" y="5215617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레일"/>
          <p:cNvSpPr/>
          <p:nvPr/>
        </p:nvSpPr>
        <p:spPr>
          <a:xfrm>
            <a:off x="3744391" y="5226574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 태그"/>
          <p:cNvSpPr/>
          <p:nvPr/>
        </p:nvSpPr>
        <p:spPr>
          <a:xfrm>
            <a:off x="3831637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70" name="레일 라벨"/>
          <p:cNvSpPr txBox="1"/>
          <p:nvPr/>
        </p:nvSpPr>
        <p:spPr>
          <a:xfrm>
            <a:off x="3744391" y="5456661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1" name="패널 본문"/>
          <p:cNvSpPr txBox="1"/>
          <p:nvPr/>
        </p:nvSpPr>
        <p:spPr>
          <a:xfrm>
            <a:off x="4522304" y="5215617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2" name="형광 밑줄"/>
          <p:cNvSpPr/>
          <p:nvPr/>
        </p:nvSpPr>
        <p:spPr>
          <a:xfrm>
            <a:off x="536870" y="6127826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소제목"/>
          <p:cNvSpPr txBox="1"/>
          <p:nvPr/>
        </p:nvSpPr>
        <p:spPr>
          <a:xfrm>
            <a:off x="536870" y="5974435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74" name="태그칩"/>
          <p:cNvSpPr/>
          <p:nvPr/>
        </p:nvSpPr>
        <p:spPr>
          <a:xfrm>
            <a:off x="4448092" y="6007304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5" name="표 외곽"/>
          <p:cNvSpPr/>
          <p:nvPr/>
        </p:nvSpPr>
        <p:spPr>
          <a:xfrm>
            <a:off x="536870" y="6259304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547826" y="6275739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77" name="본문"/>
          <p:cNvSpPr txBox="1"/>
          <p:nvPr/>
        </p:nvSpPr>
        <p:spPr>
          <a:xfrm>
            <a:off x="1161391" y="6297652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6545583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79" name="본문"/>
          <p:cNvSpPr txBox="1"/>
          <p:nvPr/>
        </p:nvSpPr>
        <p:spPr>
          <a:xfrm>
            <a:off x="1161391" y="6567496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80" name="레일"/>
          <p:cNvSpPr/>
          <p:nvPr/>
        </p:nvSpPr>
        <p:spPr>
          <a:xfrm>
            <a:off x="547826" y="6815426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81" name="머리칸"/>
          <p:cNvSpPr/>
          <p:nvPr/>
        </p:nvSpPr>
        <p:spPr>
          <a:xfrm>
            <a:off x="1161391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82" name="머리칸"/>
          <p:cNvSpPr/>
          <p:nvPr/>
        </p:nvSpPr>
        <p:spPr>
          <a:xfrm>
            <a:off x="3044087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83" name="머리칸"/>
          <p:cNvSpPr/>
          <p:nvPr/>
        </p:nvSpPr>
        <p:spPr>
          <a:xfrm>
            <a:off x="4926783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84" name="칸 본문"/>
          <p:cNvSpPr txBox="1"/>
          <p:nvPr/>
        </p:nvSpPr>
        <p:spPr>
          <a:xfrm>
            <a:off x="1172348" y="7078383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85" name="칸 본문"/>
          <p:cNvSpPr txBox="1"/>
          <p:nvPr/>
        </p:nvSpPr>
        <p:spPr>
          <a:xfrm>
            <a:off x="3055043" y="7078383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044087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 txBox="1"/>
          <p:nvPr/>
        </p:nvSpPr>
        <p:spPr>
          <a:xfrm>
            <a:off x="4937739" y="7078383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926783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핵심성과 박스"/>
          <p:cNvSpPr/>
          <p:nvPr/>
        </p:nvSpPr>
        <p:spPr>
          <a:xfrm>
            <a:off x="536870" y="7685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핵심성과 라벨"/>
          <p:cNvSpPr/>
          <p:nvPr/>
        </p:nvSpPr>
        <p:spPr>
          <a:xfrm>
            <a:off x="569739" y="7723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1" name="핵심성과 문구"/>
          <p:cNvSpPr txBox="1"/>
          <p:nvPr/>
        </p:nvSpPr>
        <p:spPr>
          <a:xfrm>
            <a:off x="1314783" y="7701652"/>
            <a:ext cx="5456348" cy="45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92" name="형광 밑줄"/>
          <p:cNvSpPr/>
          <p:nvPr/>
        </p:nvSpPr>
        <p:spPr>
          <a:xfrm>
            <a:off x="536870" y="8450609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소제목"/>
          <p:cNvSpPr txBox="1"/>
          <p:nvPr/>
        </p:nvSpPr>
        <p:spPr>
          <a:xfrm>
            <a:off x="536870" y="8297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4" name="태그칩"/>
          <p:cNvSpPr/>
          <p:nvPr/>
        </p:nvSpPr>
        <p:spPr>
          <a:xfrm>
            <a:off x="4269635" y="8330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95" name="패널 외곽"/>
          <p:cNvSpPr/>
          <p:nvPr/>
        </p:nvSpPr>
        <p:spPr>
          <a:xfrm>
            <a:off x="536870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패널 머리"/>
          <p:cNvSpPr/>
          <p:nvPr/>
        </p:nvSpPr>
        <p:spPr>
          <a:xfrm>
            <a:off x="536870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97" name="패널 본문"/>
          <p:cNvSpPr txBox="1"/>
          <p:nvPr/>
        </p:nvSpPr>
        <p:spPr>
          <a:xfrm>
            <a:off x="558783" y="8834087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98" name="요약 바"/>
          <p:cNvSpPr/>
          <p:nvPr/>
        </p:nvSpPr>
        <p:spPr>
          <a:xfrm>
            <a:off x="558783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9" name="패널 외곽"/>
          <p:cNvSpPr/>
          <p:nvPr/>
        </p:nvSpPr>
        <p:spPr>
          <a:xfrm>
            <a:off x="2651478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패널 머리"/>
          <p:cNvSpPr/>
          <p:nvPr/>
        </p:nvSpPr>
        <p:spPr>
          <a:xfrm>
            <a:off x="2651478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1" name="패널 본문"/>
          <p:cNvSpPr txBox="1"/>
          <p:nvPr/>
        </p:nvSpPr>
        <p:spPr>
          <a:xfrm>
            <a:off x="2673391" y="8834087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02" name="요약 바"/>
          <p:cNvSpPr/>
          <p:nvPr/>
        </p:nvSpPr>
        <p:spPr>
          <a:xfrm>
            <a:off x="2673391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03" name="패널 외곽"/>
          <p:cNvSpPr/>
          <p:nvPr/>
        </p:nvSpPr>
        <p:spPr>
          <a:xfrm>
            <a:off x="4766087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패널 머리"/>
          <p:cNvSpPr/>
          <p:nvPr/>
        </p:nvSpPr>
        <p:spPr>
          <a:xfrm>
            <a:off x="4766087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05" name="패널 본문"/>
          <p:cNvSpPr txBox="1"/>
          <p:nvPr/>
        </p:nvSpPr>
        <p:spPr>
          <a:xfrm>
            <a:off x="4788000" y="8834087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06" name="요약 바"/>
          <p:cNvSpPr/>
          <p:nvPr/>
        </p:nvSpPr>
        <p:spPr>
          <a:xfrm>
            <a:off x="4788000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07" name="핵심성과 박스"/>
          <p:cNvSpPr/>
          <p:nvPr/>
        </p:nvSpPr>
        <p:spPr>
          <a:xfrm>
            <a:off x="536870" y="96710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97093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9" name="핵심성과 문구"/>
          <p:cNvSpPr txBox="1"/>
          <p:nvPr/>
        </p:nvSpPr>
        <p:spPr>
          <a:xfrm>
            <a:off x="1314783" y="9687443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 txBox="1"/>
          <p:nvPr/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4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강조 바 글"/>
          <p:cNvSpPr txBox="1"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6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형광 밑줄"/>
          <p:cNvSpPr/>
          <p:nvPr/>
        </p:nvSpPr>
        <p:spPr>
          <a:xfrm>
            <a:off x="723130" y="631659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소제목"/>
          <p:cNvSpPr txBox="1"/>
          <p:nvPr/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40" name="표 외곽"/>
          <p:cNvSpPr/>
          <p:nvPr/>
        </p:nvSpPr>
        <p:spPr>
          <a:xfrm>
            <a:off x="723130" y="6448070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646450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347652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3" name="머리칸"/>
          <p:cNvSpPr/>
          <p:nvPr/>
        </p:nvSpPr>
        <p:spPr>
          <a:xfrm>
            <a:off x="4171696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4" name="칸 본문"/>
          <p:cNvSpPr txBox="1"/>
          <p:nvPr/>
        </p:nvSpPr>
        <p:spPr>
          <a:xfrm>
            <a:off x="1358609" y="6727461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45" name="칸 본문"/>
          <p:cNvSpPr txBox="1"/>
          <p:nvPr/>
        </p:nvSpPr>
        <p:spPr>
          <a:xfrm>
            <a:off x="4182652" y="6727461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71696" y="67603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709184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70918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50" name="머리칸"/>
          <p:cNvSpPr/>
          <p:nvPr/>
        </p:nvSpPr>
        <p:spPr>
          <a:xfrm>
            <a:off x="4171696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51" name="칸 본문"/>
          <p:cNvSpPr txBox="1"/>
          <p:nvPr/>
        </p:nvSpPr>
        <p:spPr>
          <a:xfrm>
            <a:off x="1358609" y="7354800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52" name="칸 본문"/>
          <p:cNvSpPr txBox="1"/>
          <p:nvPr/>
        </p:nvSpPr>
        <p:spPr>
          <a:xfrm>
            <a:off x="4182652" y="7354800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171696" y="73876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7719183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5" name="단계"/>
          <p:cNvSpPr/>
          <p:nvPr/>
        </p:nvSpPr>
        <p:spPr>
          <a:xfrm>
            <a:off x="1347652" y="77410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56" name="단계"/>
          <p:cNvSpPr/>
          <p:nvPr/>
        </p:nvSpPr>
        <p:spPr>
          <a:xfrm>
            <a:off x="2759674" y="77410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57" name="단계"/>
          <p:cNvSpPr/>
          <p:nvPr/>
        </p:nvSpPr>
        <p:spPr>
          <a:xfrm>
            <a:off x="4171696" y="77410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58" name="단계"/>
          <p:cNvSpPr/>
          <p:nvPr/>
        </p:nvSpPr>
        <p:spPr>
          <a:xfrm>
            <a:off x="5583717" y="77410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759673" y="77410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4171695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583717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358609" y="7993096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63" name="칸 본문"/>
          <p:cNvSpPr txBox="1"/>
          <p:nvPr/>
        </p:nvSpPr>
        <p:spPr>
          <a:xfrm>
            <a:off x="2770630" y="7993096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759674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4182652" y="7993096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171696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594674" y="7993096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583717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734087" y="835200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734086" y="835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머리칸"/>
          <p:cNvSpPr/>
          <p:nvPr/>
        </p:nvSpPr>
        <p:spPr>
          <a:xfrm>
            <a:off x="1347652" y="837391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72" name="칸 본문"/>
          <p:cNvSpPr txBox="1"/>
          <p:nvPr/>
        </p:nvSpPr>
        <p:spPr>
          <a:xfrm>
            <a:off x="1358609" y="8614957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73" name="사진 칸"/>
          <p:cNvSpPr/>
          <p:nvPr/>
        </p:nvSpPr>
        <p:spPr>
          <a:xfrm>
            <a:off x="5916522" y="837939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74" name="핵심성과 박스"/>
          <p:cNvSpPr/>
          <p:nvPr/>
        </p:nvSpPr>
        <p:spPr>
          <a:xfrm>
            <a:off x="723130" y="9272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9310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 txBox="1"/>
          <p:nvPr/>
        </p:nvSpPr>
        <p:spPr>
          <a:xfrm>
            <a:off x="1501043" y="9288783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번호"/>
          <p:cNvSpPr txBox="1"/>
          <p:nvPr/>
        </p:nvSpPr>
        <p:spPr>
          <a:xfrm>
            <a:off x="558783" y="766957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 txBox="1"/>
          <p:nvPr/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 txBox="1"/>
          <p:nvPr/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 txBox="1"/>
          <p:nvPr/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 txBox="1"/>
          <p:nvPr/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 txBox="1"/>
          <p:nvPr/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성과 패널 본문"/>
          <p:cNvSpPr txBox="1"/>
          <p:nvPr/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 txBox="1"/>
          <p:nvPr/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8" name="형광 밑줄"/>
          <p:cNvSpPr/>
          <p:nvPr/>
        </p:nvSpPr>
        <p:spPr>
          <a:xfrm>
            <a:off x="536870" y="412466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소제목"/>
          <p:cNvSpPr txBox="1"/>
          <p:nvPr/>
        </p:nvSpPr>
        <p:spPr>
          <a:xfrm>
            <a:off x="536870" y="397127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4256139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2725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2" name="머리칸"/>
          <p:cNvSpPr/>
          <p:nvPr/>
        </p:nvSpPr>
        <p:spPr>
          <a:xfrm>
            <a:off x="1161391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54" name="칸 본문"/>
          <p:cNvSpPr txBox="1"/>
          <p:nvPr/>
        </p:nvSpPr>
        <p:spPr>
          <a:xfrm>
            <a:off x="1172348" y="4535530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55" name="칸 본문"/>
          <p:cNvSpPr txBox="1"/>
          <p:nvPr/>
        </p:nvSpPr>
        <p:spPr>
          <a:xfrm>
            <a:off x="3996391" y="4535530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985435" y="45684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489991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489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머리칸"/>
          <p:cNvSpPr/>
          <p:nvPr/>
        </p:nvSpPr>
        <p:spPr>
          <a:xfrm>
            <a:off x="1161391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1172348" y="5162870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62" name="칸 본문"/>
          <p:cNvSpPr txBox="1"/>
          <p:nvPr/>
        </p:nvSpPr>
        <p:spPr>
          <a:xfrm>
            <a:off x="3996391" y="5162870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985435" y="519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527252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55491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66" name="단계"/>
          <p:cNvSpPr/>
          <p:nvPr/>
        </p:nvSpPr>
        <p:spPr>
          <a:xfrm>
            <a:off x="2573413" y="55491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67" name="단계"/>
          <p:cNvSpPr/>
          <p:nvPr/>
        </p:nvSpPr>
        <p:spPr>
          <a:xfrm>
            <a:off x="3985435" y="55491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68" name="단계"/>
          <p:cNvSpPr/>
          <p:nvPr/>
        </p:nvSpPr>
        <p:spPr>
          <a:xfrm>
            <a:off x="5397457" y="55491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2573413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3985434" y="5549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397456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 txBox="1"/>
          <p:nvPr/>
        </p:nvSpPr>
        <p:spPr>
          <a:xfrm>
            <a:off x="1172348" y="5801165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73" name="칸 본문"/>
          <p:cNvSpPr txBox="1"/>
          <p:nvPr/>
        </p:nvSpPr>
        <p:spPr>
          <a:xfrm>
            <a:off x="2584370" y="5801165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573413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 txBox="1"/>
          <p:nvPr/>
        </p:nvSpPr>
        <p:spPr>
          <a:xfrm>
            <a:off x="3996391" y="5801165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985435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5408413" y="5801165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397457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47826" y="616007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80" name="레일 삼각형"/>
          <p:cNvSpPr/>
          <p:nvPr/>
        </p:nvSpPr>
        <p:spPr>
          <a:xfrm>
            <a:off x="547826" y="61600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머리칸"/>
          <p:cNvSpPr/>
          <p:nvPr/>
        </p:nvSpPr>
        <p:spPr>
          <a:xfrm>
            <a:off x="1161391" y="618198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1172348" y="6423026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83" name="사진 칸"/>
          <p:cNvSpPr/>
          <p:nvPr/>
        </p:nvSpPr>
        <p:spPr>
          <a:xfrm>
            <a:off x="5730261" y="618746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4" name="핵심성과 박스"/>
          <p:cNvSpPr/>
          <p:nvPr/>
        </p:nvSpPr>
        <p:spPr>
          <a:xfrm>
            <a:off x="536870" y="7080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7118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6" name="핵심성과 문구"/>
          <p:cNvSpPr txBox="1"/>
          <p:nvPr/>
        </p:nvSpPr>
        <p:spPr>
          <a:xfrm>
            <a:off x="1314783" y="7096852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536870" y="7665809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 txBox="1"/>
          <p:nvPr/>
        </p:nvSpPr>
        <p:spPr>
          <a:xfrm>
            <a:off x="536870" y="75124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9" name="태그칩"/>
          <p:cNvSpPr/>
          <p:nvPr/>
        </p:nvSpPr>
        <p:spPr>
          <a:xfrm>
            <a:off x="4448092" y="75452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536870" y="7797287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547826" y="78137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2" name="본문"/>
          <p:cNvSpPr txBox="1"/>
          <p:nvPr/>
        </p:nvSpPr>
        <p:spPr>
          <a:xfrm>
            <a:off x="1161391" y="7835635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3" name="레일"/>
          <p:cNvSpPr/>
          <p:nvPr/>
        </p:nvSpPr>
        <p:spPr>
          <a:xfrm>
            <a:off x="547826" y="8083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4" name="본문"/>
          <p:cNvSpPr txBox="1"/>
          <p:nvPr/>
        </p:nvSpPr>
        <p:spPr>
          <a:xfrm>
            <a:off x="1161391" y="8105478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5" name="레일"/>
          <p:cNvSpPr/>
          <p:nvPr/>
        </p:nvSpPr>
        <p:spPr>
          <a:xfrm>
            <a:off x="547826" y="8353409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6" name="머리칸"/>
          <p:cNvSpPr/>
          <p:nvPr/>
        </p:nvSpPr>
        <p:spPr>
          <a:xfrm>
            <a:off x="1161391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97" name="머리칸"/>
          <p:cNvSpPr/>
          <p:nvPr/>
        </p:nvSpPr>
        <p:spPr>
          <a:xfrm>
            <a:off x="3044087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98" name="머리칸"/>
          <p:cNvSpPr/>
          <p:nvPr/>
        </p:nvSpPr>
        <p:spPr>
          <a:xfrm>
            <a:off x="4926783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99" name="칸 본문"/>
          <p:cNvSpPr txBox="1"/>
          <p:nvPr/>
        </p:nvSpPr>
        <p:spPr>
          <a:xfrm>
            <a:off x="1172348" y="8616365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3055043" y="8616365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044087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칸 본문"/>
          <p:cNvSpPr txBox="1"/>
          <p:nvPr/>
        </p:nvSpPr>
        <p:spPr>
          <a:xfrm>
            <a:off x="4937739" y="8616365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4926783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핵심성과 박스"/>
          <p:cNvSpPr/>
          <p:nvPr/>
        </p:nvSpPr>
        <p:spPr>
          <a:xfrm>
            <a:off x="536870" y="922320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핵심성과 라벨"/>
          <p:cNvSpPr/>
          <p:nvPr/>
        </p:nvSpPr>
        <p:spPr>
          <a:xfrm>
            <a:off x="569739" y="9261548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 txBox="1"/>
          <p:nvPr/>
        </p:nvSpPr>
        <p:spPr>
          <a:xfrm>
            <a:off x="1314783" y="9239635"/>
            <a:ext cx="5456348" cy="45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
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6" name="헤드라인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4" name="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5" name="칩 셀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6" name="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19" name="칩 셀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0" name="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1" name="칩 셀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sp>
        <p:nvSpPr>
          <p:cNvPr id="23" name="전략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4" name="타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5" name="타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26" name="타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27" name="타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8" name="요약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sp>
        <p:nvSpPr>
          <p:cNvPr id="45" name="이행 요약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47" name="주요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8" name="주요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8" name="PI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1" name="KPI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2" name="KPI 결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4" name="단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5" name="값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36" name="연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8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39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2" name="PI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5" name="KPI 글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46" name="KPI 결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48" name="단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63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66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69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0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72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77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90" name="주요성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91" name="주요성과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0" name="분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1" name="개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6" name="카드 부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8" name="값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9" name="연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1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2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4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5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9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0" name="카드 부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1" name="현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3" name="목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5" name="분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36" name="개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1" name="카드 부제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현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58" name="목표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61" name="행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62" name="요약 박스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6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66" name="행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67" name="요약 박스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BP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6" name="BP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7" name="BP 문장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0" name="행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1" name="요약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5" name="행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6" name="요약 박스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캡션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7" name="분야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과제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과제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과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15" name="분야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21" name="과제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23" name="분야 머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24" name="소분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25" name="번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26" name="과제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31" name="소분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35" name="과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37" name="과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39" name="패널 머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41" name="패널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42" name="총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43" name="총괄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44" name="보조 조직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45" name="보조 글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sp>
        <p:nvSpPr>
          <p:cNvPr id="49" name="부서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50" name="부서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sp>
        <p:nvSpPr>
          <p:cNvPr id="52" name="부서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53" name="부서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sp>
        <p:nvSpPr>
          <p:cNvPr id="55" name="부서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56" name="부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57" name="실행조직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58" name="분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59" name="분류 글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sp>
        <p:nvSpPr>
          <p:cNvPr id="61" name="분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62" name="분류 글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sp>
        <p:nvSpPr>
          <p:cNvPr id="64" name="분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65" name="분류 글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69" name="사진 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71" name="카드 설명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72" name="사진 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3" name="카드 제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74" name="카드 설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75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카드 제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77" name="카드 설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1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6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6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8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9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50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60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62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4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7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8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9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71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3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4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5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8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17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18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19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0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1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2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5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6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27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8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29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1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2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4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6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38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39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0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1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2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5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48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49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0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1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2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3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4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5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6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57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58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59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0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1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2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4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5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6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67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68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69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0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2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3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5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3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4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5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87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88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89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2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3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4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3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4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5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6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7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9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1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2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3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6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8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9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3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4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9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3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4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6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3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5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58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78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88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89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2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3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4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6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07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08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6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7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9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1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3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5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7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9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1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3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5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9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50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6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7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9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60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61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5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6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3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4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5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6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7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8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9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80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3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4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5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6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7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8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9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90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91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5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7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8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9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01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6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9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11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4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5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8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9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22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4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5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7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30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31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4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5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8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4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6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7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9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0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3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60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4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70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71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0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2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58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4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5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6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7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9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1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0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1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40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
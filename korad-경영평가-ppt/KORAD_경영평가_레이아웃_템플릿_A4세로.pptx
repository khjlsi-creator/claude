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1873565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1985169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1809865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081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1939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764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081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580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58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25704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278957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278957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257043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476174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476174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2837739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2662435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2980174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2894087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27187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2980174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28991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25704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278957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278957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257043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476174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509043"/>
            <a:ext cx="1102117" cy="580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509043"/>
            <a:ext cx="1102117" cy="58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297913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297913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297913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276000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517043"/>
            <a:ext cx="6300000" cy="975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53895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560870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560870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538957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3758087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3758087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138231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3962926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11965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394434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57182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53895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560870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560870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538957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3758087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3758087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122335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3947031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11965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394434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1873565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68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706261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706261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684348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903478"/>
            <a:ext cx="3073304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7172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68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706261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706261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684348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903478"/>
            <a:ext cx="3073304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372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376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76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74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0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3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4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0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3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4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6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8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9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9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45" name="강조 바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48" name="가운데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49" name="가운데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1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0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34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46" name="패널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48" name="인라인 표"/>
          <p:cNvGraphicFramePr>
            <a:graphicFrameLocks noGrp="1"/>
          </p:cNvGraphicFramePr>
          <p:nvPr/>
        </p:nvGraphicFramePr>
        <p:xfrm>
          <a:off x="1391478" y="4444591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7" name="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8" name="사진 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9" name="사진 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sp>
        <p:nvSpPr>
          <p:cNvPr id="58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sp>
        <p:nvSpPr>
          <p:cNvPr id="72" name="레일 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73" name="레일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77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sp>
        <p:nvSpPr>
          <p:cNvPr id="84" name="레일 태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86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87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88" name="머리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sp>
        <p:nvSpPr>
          <p:cNvPr id="95" name="레일 태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96" name="레일 라벨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46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sp>
        <p:nvSpPr>
          <p:cNvPr id="57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62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63" name="PI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66" name="KPI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67" name="KPI 결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69" name="단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78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81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2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84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90" name="레일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91" name="PI 글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93" name="태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94" name="KPI 글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95" name="KPI 결과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97" name="단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sp>
        <p:nvSpPr>
          <p:cNvPr id="103" name="값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06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18" name="레일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19" name="PI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22" name="KPI 글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23" name="KPI 결과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25" name="단위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sp>
        <p:nvSpPr>
          <p:cNvPr id="131" name="값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34" name="값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7" name="값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40" name="값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41" name="연도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43" name="값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44" name="연도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46" name="레일"/>
          <p:cNvSpPr>
            <a:spLocks noGrp="1"/>
          </p:cNvSpPr>
          <p:nvPr>
            <p:ph type="body" sz="quarter" idx="10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47" name="PI 글"/>
          <p:cNvSpPr>
            <a:spLocks noGrp="1"/>
          </p:cNvSpPr>
          <p:nvPr>
            <p:ph type="body" sz="quarter" idx="10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49" name="태그"/>
          <p:cNvSpPr>
            <a:spLocks noGrp="1"/>
          </p:cNvSpPr>
          <p:nvPr>
            <p:ph type="body" sz="quarter" idx="10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0" name="KPI 글"/>
          <p:cNvSpPr>
            <a:spLocks noGrp="1"/>
          </p:cNvSpPr>
          <p:nvPr>
            <p:ph type="body" sz="quarter" idx="10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51" name="KPI 결과"/>
          <p:cNvSpPr>
            <a:spLocks noGrp="1"/>
          </p:cNvSpPr>
          <p:nvPr>
            <p:ph type="body" sz="quarter" idx="10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53" name="단위"/>
          <p:cNvSpPr>
            <a:spLocks noGrp="1"/>
          </p:cNvSpPr>
          <p:nvPr>
            <p:ph type="body" sz="quarter" idx="10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159" name="값"/>
          <p:cNvSpPr>
            <a:spLocks noGrp="1"/>
          </p:cNvSpPr>
          <p:nvPr>
            <p:ph type="body" sz="quarter" idx="10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60" name="연도"/>
          <p:cNvSpPr>
            <a:spLocks noGrp="1"/>
          </p:cNvSpPr>
          <p:nvPr>
            <p:ph type="body" sz="quarter" idx="11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2" name="값"/>
          <p:cNvSpPr>
            <a:spLocks noGrp="1"/>
          </p:cNvSpPr>
          <p:nvPr>
            <p:ph type="body" sz="quarter" idx="11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63" name="연도"/>
          <p:cNvSpPr>
            <a:spLocks noGrp="1"/>
          </p:cNvSpPr>
          <p:nvPr>
            <p:ph type="body" sz="quarter" idx="11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5" name="값"/>
          <p:cNvSpPr>
            <a:spLocks noGrp="1"/>
          </p:cNvSpPr>
          <p:nvPr>
            <p:ph type="body" sz="quarter" idx="11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66" name="연도"/>
          <p:cNvSpPr>
            <a:spLocks noGrp="1"/>
          </p:cNvSpPr>
          <p:nvPr>
            <p:ph type="body" sz="quarter" idx="11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8" name="값"/>
          <p:cNvSpPr>
            <a:spLocks noGrp="1"/>
          </p:cNvSpPr>
          <p:nvPr>
            <p:ph type="body" sz="quarter" idx="11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69" name="연도"/>
          <p:cNvSpPr>
            <a:spLocks noGrp="1"/>
          </p:cNvSpPr>
          <p:nvPr>
            <p:ph type="body" sz="quarter" idx="11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71" name="값"/>
          <p:cNvSpPr>
            <a:spLocks noGrp="1"/>
          </p:cNvSpPr>
          <p:nvPr>
            <p:ph type="body" sz="quarter" idx="11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172" name="연도"/>
          <p:cNvSpPr>
            <a:spLocks noGrp="1"/>
          </p:cNvSpPr>
          <p:nvPr>
            <p:ph type="body" sz="quarter" idx="11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74" name="레일"/>
          <p:cNvSpPr>
            <a:spLocks noGrp="1"/>
          </p:cNvSpPr>
          <p:nvPr>
            <p:ph type="body" sz="quarter" idx="11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2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177" name="태그"/>
          <p:cNvSpPr>
            <a:spLocks noGrp="1"/>
          </p:cNvSpPr>
          <p:nvPr>
            <p:ph type="body" sz="quarter" idx="1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178" name="KPI 글"/>
          <p:cNvSpPr>
            <a:spLocks noGrp="1"/>
          </p:cNvSpPr>
          <p:nvPr>
            <p:ph type="body" sz="quarter" idx="1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179" name="KPI 결과"/>
          <p:cNvSpPr>
            <a:spLocks noGrp="1"/>
          </p:cNvSpPr>
          <p:nvPr>
            <p:ph type="body" sz="quarter" idx="1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181" name="단위"/>
          <p:cNvSpPr>
            <a:spLocks noGrp="1"/>
          </p:cNvSpPr>
          <p:nvPr>
            <p:ph type="body" sz="quarter" idx="1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sp>
        <p:nvSpPr>
          <p:cNvPr id="187" name="값"/>
          <p:cNvSpPr>
            <a:spLocks noGrp="1"/>
          </p:cNvSpPr>
          <p:nvPr>
            <p:ph type="body" sz="quarter" idx="1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8" name="연도"/>
          <p:cNvSpPr>
            <a:spLocks noGrp="1"/>
          </p:cNvSpPr>
          <p:nvPr>
            <p:ph type="body" sz="quarter" idx="1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0" name="값"/>
          <p:cNvSpPr>
            <a:spLocks noGrp="1"/>
          </p:cNvSpPr>
          <p:nvPr>
            <p:ph type="body" sz="quarter" idx="1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1" name="연도"/>
          <p:cNvSpPr>
            <a:spLocks noGrp="1"/>
          </p:cNvSpPr>
          <p:nvPr>
            <p:ph type="body" sz="quarter" idx="1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3" name="값"/>
          <p:cNvSpPr>
            <a:spLocks noGrp="1"/>
          </p:cNvSpPr>
          <p:nvPr>
            <p:ph type="body" sz="quarter" idx="1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4" name="연도"/>
          <p:cNvSpPr>
            <a:spLocks noGrp="1"/>
          </p:cNvSpPr>
          <p:nvPr>
            <p:ph type="body" sz="quarter" idx="1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6" name="값"/>
          <p:cNvSpPr>
            <a:spLocks noGrp="1"/>
          </p:cNvSpPr>
          <p:nvPr>
            <p:ph type="body" sz="quarter" idx="1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7" name="연도"/>
          <p:cNvSpPr>
            <a:spLocks noGrp="1"/>
          </p:cNvSpPr>
          <p:nvPr>
            <p:ph type="body" sz="quarter" idx="1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99" name="값"/>
          <p:cNvSpPr>
            <a:spLocks noGrp="1"/>
          </p:cNvSpPr>
          <p:nvPr>
            <p:ph type="body" sz="quarter" idx="1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00" name="연도"/>
          <p:cNvSpPr>
            <a:spLocks noGrp="1"/>
          </p:cNvSpPr>
          <p:nvPr>
            <p:ph type="body" sz="quarter" idx="1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51" name="사진 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5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28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사진 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58" name="카드 설명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59" name="사진 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61" name="카드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62" name="사진 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64" name="카드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65" name="사진 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67" name="카드 설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68" name="사진 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70" name="카드 설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sp>
        <p:nvSpPr>
          <p:cNvPr id="44" name="주요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5" name="주요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sp>
        <p:nvSpPr>
          <p:cNvPr id="32" name="주요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3" name="주요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sp>
        <p:nvSpPr>
          <p:cNvPr id="49" name="주요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0" name="주요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5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4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0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37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8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5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6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47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1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58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59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4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5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6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67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68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2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0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21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3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4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5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8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9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30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32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4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5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7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8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9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41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42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4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5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6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1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52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3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4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5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6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7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8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9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0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61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62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3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4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5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7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8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9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70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71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72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3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5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6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8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82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6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7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8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90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91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92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5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6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7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0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1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2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3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4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5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6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18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19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0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2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3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4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5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6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27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28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2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3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4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38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2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3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6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61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81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3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4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91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92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5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6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7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5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7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9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10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11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3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4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6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18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0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2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4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6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28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0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2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4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8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0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3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4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6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57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58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2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3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0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1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2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3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4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5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6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77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1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2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3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4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5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6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87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8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2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3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4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5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6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98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2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3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6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08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1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2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5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6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19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2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4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27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28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1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2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5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70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sp>
        <p:nvSpPr>
          <p:cNvPr id="79" name="주요성과 라벨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0" name="주요성과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sp>
        <p:nvSpPr>
          <p:cNvPr id="36" name="주요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7" name="주요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sp>
        <p:nvSpPr>
          <p:cNvPr id="57" name="주요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8" name="주요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63" name="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sp>
        <p:nvSpPr>
          <p:cNvPr id="78" name="주요성과 라벨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9" name="주요성과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칸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3" name="칸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sp>
        <p:nvSpPr>
          <p:cNvPr id="29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35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76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sp>
        <p:nvSpPr>
          <p:cNvPr id="70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2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sp>
        <p:nvSpPr>
          <p:cNvPr id="83" name="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4" name="성과 띠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8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88" name="값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91" name="값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4" name="값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7" name="카드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99" name="값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02" name="값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5" name="값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43" name="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4" name="성과 띠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1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59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37" name="칸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12" name="그룹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16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17" name="카드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18" name="도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0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21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30" name="요약 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35" name="도표 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45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46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47" name="요약 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50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53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56" name="도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67" name="카드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68" name="도표 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0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sp>
        <p:nvSpPr>
          <p:cNvPr id="47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graphicFrame>
        <p:nvGraphicFramePr>
          <p:cNvPr id="19" name="인라인 표"/>
          <p:cNvGraphicFramePr>
            <a:graphicFrameLocks noGrp="1"/>
          </p:cNvGraphicFramePr>
          <p:nvPr/>
        </p:nvGraphicFramePr>
        <p:xfrm>
          <a:off x="1391478" y="1965443"/>
          <a:ext cx="3177392" cy="624522"/>
        </p:xfrm>
        <a:graphic>
          <a:graphicData uri="http://schemas.openxmlformats.org/drawingml/2006/table">
            <a:tbl>
              <a:tblPr/>
              <a:tblGrid>
                <a:gridCol w="766957"/>
                <a:gridCol w="1424348"/>
                <a:gridCol w="986087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표본조사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전수조사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리스크 누락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사후적발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패턴분석, 이상 감지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객관성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sp>
        <p:nvSpPr>
          <p:cNvPr id="34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18" name="위 머리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1" name="위 머리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23" name="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24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0" name="아래 머리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33" name="아래 머리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2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26" name="칸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sp>
        <p:nvSpPr>
          <p:cNvPr id="31" name="칸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70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72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77" name="핵심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30" name="그룹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32" name="탭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35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37" name="탭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38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39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40" name="카드 요약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42" name="탭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45" name="카드 요약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47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48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49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50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56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sp>
        <p:nvSpPr>
          <p:cNvPr id="74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75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85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86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17" name="니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18" name="실적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20" name="칩 줄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23" name="성과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24" name="성과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29" name="니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30" name="실적 머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35" name="성과 머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36" name="성과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41" name="니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42" name="실적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47" name="성과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48" name="성과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53" name="니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54" name="실적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56" name="칩 줄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59" name="성과 머리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60" name="성과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sp>
        <p:nvSpPr>
          <p:cNvPr id="26" name="배너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49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sp>
        <p:nvSpPr>
          <p:cNvPr id="54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7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49" name="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50" name="성과 띠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65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8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6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93" name="값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94" name="연도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98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1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4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05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7" name="카드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1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71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2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sp>
        <p:nvSpPr>
          <p:cNvPr id="63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72" name="핵심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sp>
        <p:nvSpPr>
          <p:cNvPr id="44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45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sp>
        <p:nvSpPr>
          <p:cNvPr id="56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graphicFrame>
        <p:nvGraphicFramePr>
          <p:cNvPr id="23" name="인라인 표"/>
          <p:cNvGraphicFramePr>
            <a:graphicFrameLocks noGrp="1"/>
          </p:cNvGraphicFramePr>
          <p:nvPr/>
        </p:nvGraphicFramePr>
        <p:xfrm>
          <a:off x="5156870" y="1976400"/>
          <a:ext cx="2136521" cy="624522"/>
        </p:xfrm>
        <a:graphic>
          <a:graphicData uri="http://schemas.openxmlformats.org/drawingml/2006/table">
            <a:tbl>
              <a:tblPr/>
              <a:tblGrid>
                <a:gridCol w="821739"/>
                <a:gridCol w="657391"/>
                <a:gridCol w="657391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항목(예시)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유류(mg/kg)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아연(mg/kg)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법적기준(주택)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최종성과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133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35" name="사진 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7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sp>
        <p:nvSpPr>
          <p:cNvPr id="4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sp>
        <p:nvSpPr>
          <p:cNvPr id="25" name="핵심성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6" name="핵심성과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0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14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18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19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23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24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27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28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
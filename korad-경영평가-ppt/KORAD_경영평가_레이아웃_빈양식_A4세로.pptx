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5 서사 · 성과지표별 목표수준 설정(글로벌 · 계량 · 비계량 성과지표 3묶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15411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727987" y="116139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분야 박스"/>
          <p:cNvSpPr>
            <a:spLocks noGrp="1"/>
          </p:cNvSpPr>
          <p:nvPr>
            <p:ph type="body" sz="quarter" idx="22"/>
          </p:nvPr>
        </p:nvSpPr>
        <p:spPr>
          <a:xfrm>
            <a:off x="727987" y="116139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1276424" y="1281913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1276424" y="1128522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13391"/>
            <a:ext cx="6300000" cy="2509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85447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5447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3985435" y="1909252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2410591"/>
            <a:ext cx="580696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41059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32504"/>
            <a:ext cx="5626174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951687"/>
            <a:ext cx="580696" cy="5301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1687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951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973600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35" name="레일"/>
          <p:cNvSpPr/>
          <p:nvPr/>
        </p:nvSpPr>
        <p:spPr>
          <a:xfrm>
            <a:off x="547826" y="3498261"/>
            <a:ext cx="580696" cy="4082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352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352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35"/>
          </p:nvPr>
        </p:nvSpPr>
        <p:spPr>
          <a:xfrm>
            <a:off x="536870" y="4043426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0" name="분야 박스"/>
          <p:cNvSpPr/>
          <p:nvPr/>
        </p:nvSpPr>
        <p:spPr>
          <a:xfrm>
            <a:off x="727987" y="407629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분야 박스"/>
          <p:cNvSpPr>
            <a:spLocks noGrp="1"/>
          </p:cNvSpPr>
          <p:nvPr>
            <p:ph type="body" sz="quarter" idx="36"/>
          </p:nvPr>
        </p:nvSpPr>
        <p:spPr>
          <a:xfrm>
            <a:off x="727987" y="407629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1166655" y="4196817"/>
            <a:ext cx="8473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>
            <a:spLocks noGrp="1"/>
          </p:cNvSpPr>
          <p:nvPr>
            <p:ph type="body" sz="quarter" idx="37"/>
          </p:nvPr>
        </p:nvSpPr>
        <p:spPr>
          <a:xfrm>
            <a:off x="1166655" y="4043426"/>
            <a:ext cx="567021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8"/>
          </p:nvPr>
        </p:nvSpPr>
        <p:spPr>
          <a:xfrm>
            <a:off x="536870" y="7184348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5" name="분야 박스"/>
          <p:cNvSpPr/>
          <p:nvPr/>
        </p:nvSpPr>
        <p:spPr>
          <a:xfrm>
            <a:off x="727987" y="7217217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분야 박스"/>
          <p:cNvSpPr>
            <a:spLocks noGrp="1"/>
          </p:cNvSpPr>
          <p:nvPr>
            <p:ph type="body" sz="quarter" idx="39"/>
          </p:nvPr>
        </p:nvSpPr>
        <p:spPr>
          <a:xfrm>
            <a:off x="727987" y="7217217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47" name="형광 밑줄"/>
          <p:cNvSpPr/>
          <p:nvPr/>
        </p:nvSpPr>
        <p:spPr>
          <a:xfrm>
            <a:off x="1276424" y="7337739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소제목"/>
          <p:cNvSpPr>
            <a:spLocks noGrp="1"/>
          </p:cNvSpPr>
          <p:nvPr>
            <p:ph type="body" sz="quarter" idx="40"/>
          </p:nvPr>
        </p:nvSpPr>
        <p:spPr>
          <a:xfrm>
            <a:off x="1276424" y="7184348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6 서사 · 추진배경(물관리 여건 | 정부정책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99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17478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174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17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39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39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07360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36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29" name="머리칸"/>
          <p:cNvSpPr/>
          <p:nvPr/>
        </p:nvSpPr>
        <p:spPr>
          <a:xfrm>
            <a:off x="3230348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230348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511304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511304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cxnSp>
        <p:nvCxnSpPr>
          <p:cNvPr id="35" name="Connector 20"/>
          <p:cNvCxnSpPr/>
          <p:nvPr/>
        </p:nvCxnSpPr>
        <p:spPr>
          <a:xfrm>
            <a:off x="3230348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5113043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7 서사 · 홍수 대응체계 고도화와 댐 운영 제약요건 영구해소(홍수대응 준비 → 체계 고도화 3단 → 제약요건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7" name="태그칩"/>
          <p:cNvSpPr/>
          <p:nvPr/>
        </p:nvSpPr>
        <p:spPr>
          <a:xfrm>
            <a:off x="46266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6266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7283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5626174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207739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07739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220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161391" y="2229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229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1161391" y="24652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24652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24652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24652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24652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341739"/>
            <a:ext cx="580696" cy="8492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341739"/>
            <a:ext cx="580696" cy="849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341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363652"/>
            <a:ext cx="562617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Relationship Id="rId229" Type="http://schemas.openxmlformats.org/officeDocument/2006/relationships/slideLayout" Target="../slideLayouts/slideLayout231.xml"/><Relationship Id="rId230" Type="http://schemas.openxmlformats.org/officeDocument/2006/relationships/slideLayout" Target="../slideLayouts/slideLayout232.xml"/><Relationship Id="rId231" Type="http://schemas.openxmlformats.org/officeDocument/2006/relationships/slideLayout" Target="../slideLayouts/slideLayout2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  <p:sldLayoutId id="2147483879" r:id="rId229"/>
    <p:sldLayoutId id="2147483880" r:id="rId230"/>
    <p:sldLayoutId id="2147483881" r:id="rId23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
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1985169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180986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1939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764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081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476174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2837739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266243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2894087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27187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2980174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28991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25704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278957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278957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257043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476174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509043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509043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2979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2979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2979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2760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517043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138231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39629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5718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53895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56087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56087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53895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375808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375808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122335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394703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11965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394434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26208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68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706261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706261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684348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903478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7172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68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706261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706261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684348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903478"/>
            <a:ext cx="3073304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372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376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76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74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